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png" ContentType="image/pn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bf70a89a7384546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1d85cbe5de574869" /><Relationship Type="http://schemas.openxmlformats.org/officeDocument/2006/relationships/custom-properties" Target="/docProps/custom.xml" Id="R57b5a7301acd40ba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Relationship Type="http://schemas.openxmlformats.org/officeDocument/2006/relationships/slide" Target="/ppt/slides/slide16.xml" Id="rId21" /><Relationship Type="http://schemas.openxmlformats.org/officeDocument/2006/relationships/slide" Target="/ppt/slides/slide17.xml" Id="rId22" /><Relationship Type="http://schemas.openxmlformats.org/officeDocument/2006/relationships/slide" Target="/ppt/slides/slide18.xml" Id="rId23" /><Relationship Type="http://schemas.openxmlformats.org/officeDocument/2006/relationships/slide" Target="/ppt/slides/slide19.xml" Id="rId24" /><Relationship Type="http://schemas.openxmlformats.org/officeDocument/2006/relationships/slide" Target="/ppt/slides/slide20.xml" Id="rId2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Relationship Type="http://schemas.openxmlformats.org/officeDocument/2006/relationships/slideLayout" Target="/ppt/slideLayouts/slideLayout8.xml" Id="rId9" /><Relationship Type="http://schemas.openxmlformats.org/officeDocument/2006/relationships/slideLayout" Target="/ppt/slideLayouts/slideLayout9.xml" Id="rId10" /><Relationship Type="http://schemas.openxmlformats.org/officeDocument/2006/relationships/slideLayout" Target="/ppt/slideLayouts/slideLayout10.xml" Id="rId11" /><Relationship Type="http://schemas.openxmlformats.org/officeDocument/2006/relationships/slideLayout" Target="/ppt/slideLayouts/slideLayout11.xml" Id="rId12" /><Relationship Type="http://schemas.openxmlformats.org/officeDocument/2006/relationships/slideLayout" Target="/ppt/slideLayouts/slideLayout12.xml" Id="rId13" /><Relationship Type="http://schemas.openxmlformats.org/officeDocument/2006/relationships/slideLayout" Target="/ppt/slideLayouts/slideLayout13.xml" Id="rId14" /><Relationship Type="http://schemas.openxmlformats.org/officeDocument/2006/relationships/slideLayout" Target="/ppt/slideLayouts/slideLayout14.xml" Id="rId15" /><Relationship Type="http://schemas.openxmlformats.org/officeDocument/2006/relationships/slideLayout" Target="/ppt/slideLayouts/slideLayout15.xml" Id="rId16" /><Relationship Type="http://schemas.openxmlformats.org/officeDocument/2006/relationships/slideLayout" Target="/ppt/slideLayouts/slideLayout16.xml" Id="rId17" /><Relationship Type="http://schemas.openxmlformats.org/officeDocument/2006/relationships/slideLayout" Target="/ppt/slideLayouts/slideLayout17.xml" Id="rId18" /><Relationship Type="http://schemas.openxmlformats.org/officeDocument/2006/relationships/slideLayout" Target="/ppt/slideLayouts/slideLayout18.xml" Id="rId19" /><Relationship Type="http://schemas.openxmlformats.org/officeDocument/2006/relationships/slideLayout" Target="/ppt/slideLayouts/slideLayout19.xml" Id="rId20" /><Relationship Type="http://schemas.openxmlformats.org/officeDocument/2006/relationships/slideLayout" Target="/ppt/slideLayouts/slideLayout20.xml" Id="rId21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jpg" Id="rId2" /><Relationship Type="http://schemas.openxmlformats.org/officeDocument/2006/relationships/image" Target="/ppt/media/image2.jpg" Id="rI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3.jp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.png" Id="rId2" /><Relationship Type="http://schemas.openxmlformats.org/officeDocument/2006/relationships/image" Target="/ppt/media/image2.png" Id="rId3" /><Relationship Type="http://schemas.openxmlformats.org/officeDocument/2006/relationships/image" Target="/ppt/media/image3.png" Id="rId4" /><Relationship Type="http://schemas.openxmlformats.org/officeDocument/2006/relationships/image" Target="/ppt/media/image4.png" Id="rId5" /><Relationship Type="http://schemas.openxmlformats.org/officeDocument/2006/relationships/image" Target="/ppt/media/image4.jpg" Id="rI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5.png" Id="rId2" /><Relationship Type="http://schemas.openxmlformats.org/officeDocument/2006/relationships/image" Target="/ppt/media/image6.png" Id="rId3" /><Relationship Type="http://schemas.openxmlformats.org/officeDocument/2006/relationships/image" Target="/ppt/media/image5.jp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6.jpg" Id="rId2" /><Relationship Type="http://schemas.openxmlformats.org/officeDocument/2006/relationships/image" Target="/ppt/media/image7.jpg" Id="rId3" /><Relationship Type="http://schemas.openxmlformats.org/officeDocument/2006/relationships/image" Target="/ppt/media/image8.jpg" Id="rId4" /><Relationship Type="http://schemas.openxmlformats.org/officeDocument/2006/relationships/image" Target="/ppt/media/image7.png" Id="rId5" /><Relationship Type="http://schemas.openxmlformats.org/officeDocument/2006/relationships/image" Target="/ppt/media/image8.png" Id="rId6" /><Relationship Type="http://schemas.openxmlformats.org/officeDocument/2006/relationships/image" Target="/ppt/media/image9.jpg" Id="rI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10.jpg" Id="rId2" /><Relationship Type="http://schemas.openxmlformats.org/officeDocument/2006/relationships/image" Target="/ppt/media/image11.jpg" Id="rId3" /><Relationship Type="http://schemas.openxmlformats.org/officeDocument/2006/relationships/image" Target="/ppt/media/image9.png" Id="rId4" /><Relationship Type="http://schemas.openxmlformats.org/officeDocument/2006/relationships/image" Target="/ppt/media/image12.jpg" Id="rId5" /><Relationship Type="http://schemas.openxmlformats.org/officeDocument/2006/relationships/image" Target="/ppt/media/image13.jpg" Id="rId6" /><Relationship Type="http://schemas.openxmlformats.org/officeDocument/2006/relationships/image" Target="/ppt/media/image14.jpg" Id="rI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5.jpg" Id="rId2" /><Relationship Type="http://schemas.openxmlformats.org/officeDocument/2006/relationships/image" Target="/ppt/media/image16.jpg" Id="rId3" /><Relationship Type="http://schemas.openxmlformats.org/officeDocument/2006/relationships/image" Target="/ppt/media/image10.png" Id="rId4" /><Relationship Type="http://schemas.openxmlformats.org/officeDocument/2006/relationships/image" Target="/ppt/media/image17.jpg" Id="rId5" /><Relationship Type="http://schemas.openxmlformats.org/officeDocument/2006/relationships/image" Target="/ppt/media/image18.jpg" Id="rI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image" Target="/ppt/media/image19.jpg" Id="rId2" /><Relationship Type="http://schemas.openxmlformats.org/officeDocument/2006/relationships/image" Target="/ppt/media/image11.png" Id="rId3" /><Relationship Type="http://schemas.openxmlformats.org/officeDocument/2006/relationships/image" Target="/ppt/media/image20.jpg" Id="rI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image" Target="/ppt/media/image12.png" Id="rId2" /><Relationship Type="http://schemas.openxmlformats.org/officeDocument/2006/relationships/image" Target="/ppt/media/image13.png" Id="rId3" /><Relationship Type="http://schemas.openxmlformats.org/officeDocument/2006/relationships/image" Target="/ppt/media/image14.png" Id="rId4" /><Relationship Type="http://schemas.openxmlformats.org/officeDocument/2006/relationships/image" Target="/ppt/media/image15.png" Id="rId5" /><Relationship Type="http://schemas.openxmlformats.org/officeDocument/2006/relationships/image" Target="/ppt/media/image16.png" Id="rId6" /><Relationship Type="http://schemas.openxmlformats.org/officeDocument/2006/relationships/image" Target="/ppt/media/image17.png" Id="rId7" /><Relationship Type="http://schemas.openxmlformats.org/officeDocument/2006/relationships/image" Target="/ppt/media/image18.png" Id="rId8" /><Relationship Type="http://schemas.openxmlformats.org/officeDocument/2006/relationships/image" Target="/ppt/media/image19.png" Id="rId9" /><Relationship Type="http://schemas.openxmlformats.org/officeDocument/2006/relationships/image" Target="/ppt/media/image20.png" Id="rId10" /><Relationship Type="http://schemas.openxmlformats.org/officeDocument/2006/relationships/image" Target="/ppt/media/image21.png" Id="rId11" /><Relationship Type="http://schemas.openxmlformats.org/officeDocument/2006/relationships/image" Target="/ppt/media/image22.png" Id="rId12" /><Relationship Type="http://schemas.openxmlformats.org/officeDocument/2006/relationships/image" Target="/ppt/media/image23.png" Id="rId13" /><Relationship Type="http://schemas.openxmlformats.org/officeDocument/2006/relationships/image" Target="/ppt/media/image24.png" Id="rId14" /><Relationship Type="http://schemas.openxmlformats.org/officeDocument/2006/relationships/image" Target="/ppt/media/image25.png" Id="rId15" /><Relationship Type="http://schemas.openxmlformats.org/officeDocument/2006/relationships/image" Target="/ppt/media/image26.png" Id="rId16" /><Relationship Type="http://schemas.openxmlformats.org/officeDocument/2006/relationships/image" Target="/ppt/media/image21.jpg" Id="rId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image" Target="/ppt/media/image27.png" Id="rId2" /><Relationship Type="http://schemas.openxmlformats.org/officeDocument/2006/relationships/image" Target="/ppt/media/image28.png" Id="rId3" /><Relationship Type="http://schemas.openxmlformats.org/officeDocument/2006/relationships/image" Target="/ppt/media/image29.png" Id="rId4" /><Relationship Type="http://schemas.openxmlformats.org/officeDocument/2006/relationships/image" Target="/ppt/media/image30.png" Id="rId5" /><Relationship Type="http://schemas.openxmlformats.org/officeDocument/2006/relationships/image" Target="/ppt/media/image22.jpg" Id="rI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image" Target="/ppt/media/image31.png" Id="rId2" /><Relationship Type="http://schemas.openxmlformats.org/officeDocument/2006/relationships/image" Target="/ppt/media/image23.jpg" Id="rI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Id1" /><Relationship Type="http://schemas.openxmlformats.org/officeDocument/2006/relationships/image" Target="/ppt/media/image32.png" Id="rId2" /><Relationship Type="http://schemas.openxmlformats.org/officeDocument/2006/relationships/image" Target="/ppt/media/image33.png" Id="rId3" /><Relationship Type="http://schemas.openxmlformats.org/officeDocument/2006/relationships/image" Target="/ppt/media/image34.png" Id="rId4" /><Relationship Type="http://schemas.openxmlformats.org/officeDocument/2006/relationships/image" Target="/ppt/media/image35.png" Id="rId5" /><Relationship Type="http://schemas.openxmlformats.org/officeDocument/2006/relationships/image" Target="/ppt/media/image24.jpg" Id="rI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" /><Relationship Type="http://schemas.openxmlformats.org/officeDocument/2006/relationships/image" Target="/ppt/media/image25.jpg" Id="rId2" /><Relationship Type="http://schemas.openxmlformats.org/officeDocument/2006/relationships/image" Target="/ppt/media/image26.jpg" Id="rId3" /><Relationship Type="http://schemas.openxmlformats.org/officeDocument/2006/relationships/image" Target="/ppt/media/image27.jpg" Id="rI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Id1" /><Relationship Type="http://schemas.openxmlformats.org/officeDocument/2006/relationships/image" Target="/ppt/media/image28.jpg" Id="rId2" /><Relationship Type="http://schemas.openxmlformats.org/officeDocument/2006/relationships/image" Target="/ppt/media/image29.jpg" Id="rId3" /><Relationship Type="http://schemas.openxmlformats.org/officeDocument/2006/relationships/image" Target="/ppt/media/image30.jpg" Id="rI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Id1" /><Relationship Type="http://schemas.openxmlformats.org/officeDocument/2006/relationships/image" Target="/ppt/media/image36.png" Id="rId2" /><Relationship Type="http://schemas.openxmlformats.org/officeDocument/2006/relationships/image" Target="/ppt/media/image37.png" Id="rId3" /><Relationship Type="http://schemas.openxmlformats.org/officeDocument/2006/relationships/image" Target="/ppt/media/image38.png" Id="rId4" /><Relationship Type="http://schemas.openxmlformats.org/officeDocument/2006/relationships/image" Target="/ppt/media/image39.png" Id="rId5" /><Relationship Type="http://schemas.openxmlformats.org/officeDocument/2006/relationships/image" Target="/ppt/media/image31.jpg" Id="rI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Id1" /><Relationship Type="http://schemas.openxmlformats.org/officeDocument/2006/relationships/image" Target="/ppt/media/image40.png" Id="rId2" /><Relationship Type="http://schemas.openxmlformats.org/officeDocument/2006/relationships/image" Target="/ppt/media/image32.jpg" Id="rI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Id1" /><Relationship Type="http://schemas.openxmlformats.org/officeDocument/2006/relationships/image" Target="/ppt/media/image33.jpg" Id="rI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Relationship Type="http://schemas.openxmlformats.org/officeDocument/2006/relationships/image" Target="/ppt/media/image41.png" Id="rId2" /><Relationship Type="http://schemas.openxmlformats.org/officeDocument/2006/relationships/image" Target="/ppt/media/image42.png" Id="rId3" /><Relationship Type="http://schemas.openxmlformats.org/officeDocument/2006/relationships/image" Target="/ppt/media/image43.png" Id="rId4" /><Relationship Type="http://schemas.openxmlformats.org/officeDocument/2006/relationships/image" Target="/ppt/media/image44.png" Id="rId5" /><Relationship Type="http://schemas.openxmlformats.org/officeDocument/2006/relationships/image" Target="/ppt/media/image34.jpg" Id="rI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Id1" /><Relationship Type="http://schemas.openxmlformats.org/officeDocument/2006/relationships/image" Target="/ppt/media/image45.png" Id="rId2" /><Relationship Type="http://schemas.openxmlformats.org/officeDocument/2006/relationships/image" Target="/ppt/media/image35.jpg" Id="rI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Id1" /><Relationship Type="http://schemas.openxmlformats.org/officeDocument/2006/relationships/image" Target="/ppt/media/image36.jpg" Id="rId2" /><Relationship Type="http://schemas.openxmlformats.org/officeDocument/2006/relationships/image" Target="/ppt/media/image46.png" Id="rId3" /><Relationship Type="http://schemas.openxmlformats.org/officeDocument/2006/relationships/image" Target="/ppt/media/image47.png" Id="rId4" /><Relationship Type="http://schemas.openxmlformats.org/officeDocument/2006/relationships/image" Target="/ppt/media/image37.jpg" Id="rId5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3" name="文本1"/>
          <p:cNvSpPr txBox="1"/>
          <p:nvPr/>
        </p:nvSpPr>
        <p:spPr>
          <a:xfrm>
            <a:off x="2955569" y="2012680"/>
            <a:ext cx="6453016" cy="211869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5100"/>
              </a:lnSpc>
            </a:pPr>
            <a:r>
              <a:rPr lang="zh-CN" altLang="en-US" sz="12699" b="1" i="0" baseline="30000" dirty="0">
                <a:solidFill>
                  <a:srgbClr val="000000">
                    <a:alpha val="100000"/>
                  </a:srgbClr>
                </a:solidFill>
                <a:effectLst>
                  <a:outerShdw blurRad="9525" dist="57150" dir="8100000" rotWithShape="0">
                    <a:srgbClr val="333333">
                      <a:alpha val="40000"/>
                    </a:srgbClr>
                  </a:outerShdw>
                </a:effectLst>
                <a:latin typeface="黑体"/>
                <a:ea typeface="黑体"/>
              </a:rPr>
              <a:t>神奇的信息技术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3607975" y="3999319"/>
            <a:ext cx="4791075" cy="71753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100"/>
              </a:lnSpc>
            </a:pPr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effectLst>
                  <a:outerShdw blurRad="9525" dist="57150" dir="8100000" rotWithShape="0">
                    <a:srgbClr val="333333">
                      <a:alpha val="40000"/>
                    </a:srgbClr>
                  </a:outerShdw>
                </a:effectLst>
                <a:latin typeface="微软雅黑"/>
                <a:ea typeface="微软雅黑"/>
              </a:rPr>
              <a:t>沅陵县凤鸣学校    邓海霞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590112" y="613029"/>
            <a:ext cx="5428107" cy="592772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南方版信息技术  五年级上册  第一单元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3" grpId="0" animBg="1"/>
      <p:bldP spid="4" grpId="0" animBg="1"/>
    </p:bldLst>
  </p:timing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9189430" y="4029370"/>
            <a:ext cx="1852282" cy="2221602"/>
          </a:xfrm>
          <a:custGeom>
            <a:avLst/>
            <a:gdLst>
              <a:gd name="connsiteX0" fmla="*/ 1458404 w 1852282"/>
              <a:gd name="connsiteY0" fmla="*/ 1536230 h 2221602"/>
              <a:gd name="connsiteX1" fmla="*/ 1479940 w 1852282"/>
              <a:gd name="connsiteY1" fmla="*/ 1737989 h 2221602"/>
              <a:gd name="connsiteX2" fmla="*/ 1504343 w 1852282"/>
              <a:gd name="connsiteY2" fmla="*/ 1721054 h 2221602"/>
              <a:gd name="connsiteX3" fmla="*/ 1515830 w 1852282"/>
              <a:gd name="connsiteY3" fmla="*/ 1711176 h 2221602"/>
              <a:gd name="connsiteX4" fmla="*/ 1524450 w 1852282"/>
              <a:gd name="connsiteY4" fmla="*/ 1701299 h 2221602"/>
              <a:gd name="connsiteX5" fmla="*/ 1533061 w 1852282"/>
              <a:gd name="connsiteY5" fmla="*/ 1688602 h 2221602"/>
              <a:gd name="connsiteX6" fmla="*/ 1538804 w 1852282"/>
              <a:gd name="connsiteY6" fmla="*/ 1677315 h 2221602"/>
              <a:gd name="connsiteX7" fmla="*/ 1543110 w 1852282"/>
              <a:gd name="connsiteY7" fmla="*/ 1663208 h 2221602"/>
              <a:gd name="connsiteX8" fmla="*/ 1543110 w 1852282"/>
              <a:gd name="connsiteY8" fmla="*/ 1649102 h 2221602"/>
              <a:gd name="connsiteX9" fmla="*/ 1543110 w 1852282"/>
              <a:gd name="connsiteY9" fmla="*/ 1629347 h 2221602"/>
              <a:gd name="connsiteX10" fmla="*/ 1535937 w 1852282"/>
              <a:gd name="connsiteY10" fmla="*/ 1609592 h 2221602"/>
              <a:gd name="connsiteX11" fmla="*/ 1528755 w 1852282"/>
              <a:gd name="connsiteY11" fmla="*/ 1594076 h 2221602"/>
              <a:gd name="connsiteX12" fmla="*/ 1518706 w 1852282"/>
              <a:gd name="connsiteY12" fmla="*/ 1578560 h 2221602"/>
              <a:gd name="connsiteX13" fmla="*/ 1505781 w 1852282"/>
              <a:gd name="connsiteY13" fmla="*/ 1565863 h 2221602"/>
              <a:gd name="connsiteX14" fmla="*/ 1492865 w 1852282"/>
              <a:gd name="connsiteY14" fmla="*/ 1554576 h 2221602"/>
              <a:gd name="connsiteX15" fmla="*/ 1475634 w 1852282"/>
              <a:gd name="connsiteY15" fmla="*/ 1544698 h 2221602"/>
              <a:gd name="connsiteX0" fmla="*/ 1405283 w 1852282"/>
              <a:gd name="connsiteY0" fmla="*/ 1431827 h 2221602"/>
              <a:gd name="connsiteX1" fmla="*/ 1418199 w 1852282"/>
              <a:gd name="connsiteY1" fmla="*/ 1433237 h 2221602"/>
              <a:gd name="connsiteX2" fmla="*/ 1442611 w 1852282"/>
              <a:gd name="connsiteY2" fmla="*/ 1440295 h 2221602"/>
              <a:gd name="connsiteX3" fmla="*/ 1465585 w 1852282"/>
              <a:gd name="connsiteY3" fmla="*/ 1447343 h 2221602"/>
              <a:gd name="connsiteX4" fmla="*/ 1488550 w 1852282"/>
              <a:gd name="connsiteY4" fmla="*/ 1455811 h 2221602"/>
              <a:gd name="connsiteX5" fmla="*/ 1508658 w 1852282"/>
              <a:gd name="connsiteY5" fmla="*/ 1465688 h 2221602"/>
              <a:gd name="connsiteX6" fmla="*/ 1528755 w 1852282"/>
              <a:gd name="connsiteY6" fmla="*/ 1475566 h 2221602"/>
              <a:gd name="connsiteX7" fmla="*/ 1545986 w 1852282"/>
              <a:gd name="connsiteY7" fmla="*/ 1486853 h 2221602"/>
              <a:gd name="connsiteX8" fmla="*/ 1563217 w 1852282"/>
              <a:gd name="connsiteY8" fmla="*/ 1499550 h 2221602"/>
              <a:gd name="connsiteX9" fmla="*/ 1576133 w 1852282"/>
              <a:gd name="connsiteY9" fmla="*/ 1513656 h 2221602"/>
              <a:gd name="connsiteX10" fmla="*/ 1589058 w 1852282"/>
              <a:gd name="connsiteY10" fmla="*/ 1526353 h 2221602"/>
              <a:gd name="connsiteX11" fmla="*/ 1600545 w 1852282"/>
              <a:gd name="connsiteY11" fmla="*/ 1543289 h 2221602"/>
              <a:gd name="connsiteX12" fmla="*/ 1609156 w 1852282"/>
              <a:gd name="connsiteY12" fmla="*/ 1558805 h 2221602"/>
              <a:gd name="connsiteX13" fmla="*/ 1616338 w 1852282"/>
              <a:gd name="connsiteY13" fmla="*/ 1575731 h 2221602"/>
              <a:gd name="connsiteX14" fmla="*/ 1623510 w 1852282"/>
              <a:gd name="connsiteY14" fmla="*/ 1594076 h 2221602"/>
              <a:gd name="connsiteX15" fmla="*/ 1627825 w 1852282"/>
              <a:gd name="connsiteY15" fmla="*/ 1612421 h 2221602"/>
              <a:gd name="connsiteX16" fmla="*/ 1630692 w 1852282"/>
              <a:gd name="connsiteY16" fmla="*/ 1632166 h 2221602"/>
              <a:gd name="connsiteX17" fmla="*/ 1630692 w 1852282"/>
              <a:gd name="connsiteY17" fmla="*/ 1651921 h 2221602"/>
              <a:gd name="connsiteX18" fmla="*/ 1629254 w 1852282"/>
              <a:gd name="connsiteY18" fmla="*/ 1667437 h 2221602"/>
              <a:gd name="connsiteX19" fmla="*/ 1627825 w 1852282"/>
              <a:gd name="connsiteY19" fmla="*/ 1682963 h 2221602"/>
              <a:gd name="connsiteX20" fmla="*/ 1623510 w 1852282"/>
              <a:gd name="connsiteY20" fmla="*/ 1697070 h 2221602"/>
              <a:gd name="connsiteX21" fmla="*/ 1619205 w 1852282"/>
              <a:gd name="connsiteY21" fmla="*/ 1711176 h 2221602"/>
              <a:gd name="connsiteX22" fmla="*/ 1610594 w 1852282"/>
              <a:gd name="connsiteY22" fmla="*/ 1725283 h 2221602"/>
              <a:gd name="connsiteX23" fmla="*/ 1603412 w 1852282"/>
              <a:gd name="connsiteY23" fmla="*/ 1737989 h 2221602"/>
              <a:gd name="connsiteX24" fmla="*/ 1594802 w 1852282"/>
              <a:gd name="connsiteY24" fmla="*/ 1752096 h 2221602"/>
              <a:gd name="connsiteX25" fmla="*/ 1584753 w 1852282"/>
              <a:gd name="connsiteY25" fmla="*/ 1764792 h 2221602"/>
              <a:gd name="connsiteX26" fmla="*/ 1573266 w 1852282"/>
              <a:gd name="connsiteY26" fmla="*/ 1777489 h 2221602"/>
              <a:gd name="connsiteX27" fmla="*/ 1560340 w 1852282"/>
              <a:gd name="connsiteY27" fmla="*/ 1790186 h 2221602"/>
              <a:gd name="connsiteX28" fmla="*/ 1530194 w 1852282"/>
              <a:gd name="connsiteY28" fmla="*/ 1809941 h 2221602"/>
              <a:gd name="connsiteX29" fmla="*/ 1495732 w 1852282"/>
              <a:gd name="connsiteY29" fmla="*/ 1829686 h 2221602"/>
              <a:gd name="connsiteX30" fmla="*/ 1458404 w 1852282"/>
              <a:gd name="connsiteY30" fmla="*/ 1845212 h 2221602"/>
              <a:gd name="connsiteX31" fmla="*/ 1452660 w 1852282"/>
              <a:gd name="connsiteY31" fmla="*/ 1848031 h 2221602"/>
              <a:gd name="connsiteX32" fmla="*/ 1444049 w 1852282"/>
              <a:gd name="connsiteY32" fmla="*/ 1849441 h 2221602"/>
              <a:gd name="connsiteX33" fmla="*/ 1432562 w 1852282"/>
              <a:gd name="connsiteY33" fmla="*/ 1848031 h 2221602"/>
              <a:gd name="connsiteX34" fmla="*/ 1419637 w 1852282"/>
              <a:gd name="connsiteY34" fmla="*/ 1840973 h 2221602"/>
              <a:gd name="connsiteX35" fmla="*/ 1412464 w 1852282"/>
              <a:gd name="connsiteY35" fmla="*/ 1835335 h 2221602"/>
              <a:gd name="connsiteX36" fmla="*/ 1405283 w 1852282"/>
              <a:gd name="connsiteY36" fmla="*/ 1826867 h 2221602"/>
              <a:gd name="connsiteX37" fmla="*/ 1402406 w 1852282"/>
              <a:gd name="connsiteY37" fmla="*/ 1819818 h 2221602"/>
              <a:gd name="connsiteX38" fmla="*/ 1399539 w 1852282"/>
              <a:gd name="connsiteY38" fmla="*/ 1809941 h 2221602"/>
              <a:gd name="connsiteX39" fmla="*/ 1363649 w 1852282"/>
              <a:gd name="connsiteY39" fmla="*/ 1481205 h 2221602"/>
              <a:gd name="connsiteX40" fmla="*/ 1363649 w 1852282"/>
              <a:gd name="connsiteY40" fmla="*/ 1469917 h 2221602"/>
              <a:gd name="connsiteX41" fmla="*/ 1367954 w 1852282"/>
              <a:gd name="connsiteY41" fmla="*/ 1460040 h 2221602"/>
              <a:gd name="connsiteX42" fmla="*/ 1370821 w 1852282"/>
              <a:gd name="connsiteY42" fmla="*/ 1451582 h 2221602"/>
              <a:gd name="connsiteX43" fmla="*/ 1378003 w 1852282"/>
              <a:gd name="connsiteY43" fmla="*/ 1443114 h 2221602"/>
              <a:gd name="connsiteX44" fmla="*/ 1388052 w 1852282"/>
              <a:gd name="connsiteY44" fmla="*/ 1437466 h 2221602"/>
              <a:gd name="connsiteX45" fmla="*/ 1395234 w 1852282"/>
              <a:gd name="connsiteY45" fmla="*/ 1433237 h 2221602"/>
              <a:gd name="connsiteX0" fmla="*/ 1226641 w 1852282"/>
              <a:gd name="connsiteY0" fmla="*/ 531247 h 2221602"/>
              <a:gd name="connsiteX1" fmla="*/ 1240690 w 1852282"/>
              <a:gd name="connsiteY1" fmla="*/ 531247 h 2221602"/>
              <a:gd name="connsiteX2" fmla="*/ 1253349 w 1852282"/>
              <a:gd name="connsiteY2" fmla="*/ 534057 h 2221602"/>
              <a:gd name="connsiteX3" fmla="*/ 1265998 w 1852282"/>
              <a:gd name="connsiteY3" fmla="*/ 536858 h 2221602"/>
              <a:gd name="connsiteX4" fmla="*/ 1277247 w 1852282"/>
              <a:gd name="connsiteY4" fmla="*/ 545278 h 2221602"/>
              <a:gd name="connsiteX5" fmla="*/ 1285677 w 1852282"/>
              <a:gd name="connsiteY5" fmla="*/ 553688 h 2221602"/>
              <a:gd name="connsiteX6" fmla="*/ 1292706 w 1852282"/>
              <a:gd name="connsiteY6" fmla="*/ 563509 h 2221602"/>
              <a:gd name="connsiteX7" fmla="*/ 1299736 w 1852282"/>
              <a:gd name="connsiteY7" fmla="*/ 574720 h 2221602"/>
              <a:gd name="connsiteX8" fmla="*/ 1301146 w 1852282"/>
              <a:gd name="connsiteY8" fmla="*/ 588740 h 2221602"/>
              <a:gd name="connsiteX9" fmla="*/ 1301146 w 1852282"/>
              <a:gd name="connsiteY9" fmla="*/ 602771 h 2221602"/>
              <a:gd name="connsiteX10" fmla="*/ 1296926 w 1852282"/>
              <a:gd name="connsiteY10" fmla="*/ 685505 h 2221602"/>
              <a:gd name="connsiteX11" fmla="*/ 1295526 w 1852282"/>
              <a:gd name="connsiteY11" fmla="*/ 698126 h 2221602"/>
              <a:gd name="connsiteX12" fmla="*/ 1289897 w 1852282"/>
              <a:gd name="connsiteY12" fmla="*/ 710737 h 2221602"/>
              <a:gd name="connsiteX13" fmla="*/ 1282867 w 1852282"/>
              <a:gd name="connsiteY13" fmla="*/ 721957 h 2221602"/>
              <a:gd name="connsiteX14" fmla="*/ 1275838 w 1852282"/>
              <a:gd name="connsiteY14" fmla="*/ 731777 h 2221602"/>
              <a:gd name="connsiteX15" fmla="*/ 1265998 w 1852282"/>
              <a:gd name="connsiteY15" fmla="*/ 740188 h 2221602"/>
              <a:gd name="connsiteX16" fmla="*/ 1253349 w 1852282"/>
              <a:gd name="connsiteY16" fmla="*/ 745798 h 2221602"/>
              <a:gd name="connsiteX17" fmla="*/ 1240690 w 1852282"/>
              <a:gd name="connsiteY17" fmla="*/ 747198 h 2221602"/>
              <a:gd name="connsiteX18" fmla="*/ 1226641 w 1852282"/>
              <a:gd name="connsiteY18" fmla="*/ 750008 h 2221602"/>
              <a:gd name="connsiteX19" fmla="*/ 1213982 w 1852282"/>
              <a:gd name="connsiteY19" fmla="*/ 747198 h 2221602"/>
              <a:gd name="connsiteX20" fmla="*/ 1201333 w 1852282"/>
              <a:gd name="connsiteY20" fmla="*/ 741588 h 2221602"/>
              <a:gd name="connsiteX21" fmla="*/ 1191494 w 1852282"/>
              <a:gd name="connsiteY21" fmla="*/ 735978 h 2221602"/>
              <a:gd name="connsiteX22" fmla="*/ 1180245 w 1852282"/>
              <a:gd name="connsiteY22" fmla="*/ 726167 h 2221602"/>
              <a:gd name="connsiteX23" fmla="*/ 1174625 w 1852282"/>
              <a:gd name="connsiteY23" fmla="*/ 716347 h 2221602"/>
              <a:gd name="connsiteX24" fmla="*/ 1168996 w 1852282"/>
              <a:gd name="connsiteY24" fmla="*/ 705136 h 2221602"/>
              <a:gd name="connsiteX25" fmla="*/ 1167595 w 1852282"/>
              <a:gd name="connsiteY25" fmla="*/ 691106 h 2221602"/>
              <a:gd name="connsiteX26" fmla="*/ 1164786 w 1852282"/>
              <a:gd name="connsiteY26" fmla="*/ 677085 h 2221602"/>
              <a:gd name="connsiteX27" fmla="*/ 1170405 w 1852282"/>
              <a:gd name="connsiteY27" fmla="*/ 594351 h 2221602"/>
              <a:gd name="connsiteX28" fmla="*/ 1173215 w 1852282"/>
              <a:gd name="connsiteY28" fmla="*/ 580330 h 2221602"/>
              <a:gd name="connsiteX29" fmla="*/ 1177435 w 1852282"/>
              <a:gd name="connsiteY29" fmla="*/ 569109 h 2221602"/>
              <a:gd name="connsiteX30" fmla="*/ 1184464 w 1852282"/>
              <a:gd name="connsiteY30" fmla="*/ 556489 h 2221602"/>
              <a:gd name="connsiteX31" fmla="*/ 1192894 w 1852282"/>
              <a:gd name="connsiteY31" fmla="*/ 546678 h 2221602"/>
              <a:gd name="connsiteX32" fmla="*/ 1202733 w 1852282"/>
              <a:gd name="connsiteY32" fmla="*/ 539668 h 2221602"/>
              <a:gd name="connsiteX33" fmla="*/ 1213982 w 1852282"/>
              <a:gd name="connsiteY33" fmla="*/ 535458 h 2221602"/>
              <a:gd name="connsiteX0" fmla="*/ 791195 w 1852282"/>
              <a:gd name="connsiteY0" fmla="*/ 468754 h 2221602"/>
              <a:gd name="connsiteX1" fmla="*/ 805397 w 1852282"/>
              <a:gd name="connsiteY1" fmla="*/ 468754 h 2221602"/>
              <a:gd name="connsiteX2" fmla="*/ 819608 w 1852282"/>
              <a:gd name="connsiteY2" fmla="*/ 470183 h 2221602"/>
              <a:gd name="connsiteX3" fmla="*/ 830972 w 1852282"/>
              <a:gd name="connsiteY3" fmla="*/ 475898 h 2221602"/>
              <a:gd name="connsiteX4" fmla="*/ 843754 w 1852282"/>
              <a:gd name="connsiteY4" fmla="*/ 483051 h 2221602"/>
              <a:gd name="connsiteX5" fmla="*/ 850860 w 1852282"/>
              <a:gd name="connsiteY5" fmla="*/ 493052 h 2221602"/>
              <a:gd name="connsiteX6" fmla="*/ 859375 w 1852282"/>
              <a:gd name="connsiteY6" fmla="*/ 503063 h 2221602"/>
              <a:gd name="connsiteX7" fmla="*/ 863643 w 1852282"/>
              <a:gd name="connsiteY7" fmla="*/ 514503 h 2221602"/>
              <a:gd name="connsiteX8" fmla="*/ 866481 w 1852282"/>
              <a:gd name="connsiteY8" fmla="*/ 528800 h 2221602"/>
              <a:gd name="connsiteX9" fmla="*/ 866481 w 1852282"/>
              <a:gd name="connsiteY9" fmla="*/ 543097 h 2221602"/>
              <a:gd name="connsiteX10" fmla="*/ 860795 w 1852282"/>
              <a:gd name="connsiteY10" fmla="*/ 627440 h 2221602"/>
              <a:gd name="connsiteX11" fmla="*/ 859375 w 1852282"/>
              <a:gd name="connsiteY11" fmla="*/ 640309 h 2221602"/>
              <a:gd name="connsiteX12" fmla="*/ 853699 w 1852282"/>
              <a:gd name="connsiteY12" fmla="*/ 653177 h 2221602"/>
              <a:gd name="connsiteX13" fmla="*/ 846593 w 1852282"/>
              <a:gd name="connsiteY13" fmla="*/ 664607 h 2221602"/>
              <a:gd name="connsiteX14" fmla="*/ 839497 w 1852282"/>
              <a:gd name="connsiteY14" fmla="*/ 674618 h 2221602"/>
              <a:gd name="connsiteX15" fmla="*/ 826705 w 1852282"/>
              <a:gd name="connsiteY15" fmla="*/ 680333 h 2221602"/>
              <a:gd name="connsiteX16" fmla="*/ 815341 w 1852282"/>
              <a:gd name="connsiteY16" fmla="*/ 687486 h 2221602"/>
              <a:gd name="connsiteX17" fmla="*/ 803978 w 1852282"/>
              <a:gd name="connsiteY17" fmla="*/ 690344 h 2221602"/>
              <a:gd name="connsiteX18" fmla="*/ 789776 w 1852282"/>
              <a:gd name="connsiteY18" fmla="*/ 690344 h 2221602"/>
              <a:gd name="connsiteX19" fmla="*/ 775574 w 1852282"/>
              <a:gd name="connsiteY19" fmla="*/ 688915 h 2221602"/>
              <a:gd name="connsiteX20" fmla="*/ 764211 w 1852282"/>
              <a:gd name="connsiteY20" fmla="*/ 683200 h 2221602"/>
              <a:gd name="connsiteX21" fmla="*/ 754267 w 1852282"/>
              <a:gd name="connsiteY21" fmla="*/ 677475 h 2221602"/>
              <a:gd name="connsiteX22" fmla="*/ 744323 w 1852282"/>
              <a:gd name="connsiteY22" fmla="*/ 667465 h 2221602"/>
              <a:gd name="connsiteX23" fmla="*/ 737217 w 1852282"/>
              <a:gd name="connsiteY23" fmla="*/ 657463 h 2221602"/>
              <a:gd name="connsiteX24" fmla="*/ 731540 w 1852282"/>
              <a:gd name="connsiteY24" fmla="*/ 644595 h 2221602"/>
              <a:gd name="connsiteX25" fmla="*/ 730121 w 1852282"/>
              <a:gd name="connsiteY25" fmla="*/ 630298 h 2221602"/>
              <a:gd name="connsiteX26" fmla="*/ 730121 w 1852282"/>
              <a:gd name="connsiteY26" fmla="*/ 617430 h 2221602"/>
              <a:gd name="connsiteX27" fmla="*/ 735798 w 1852282"/>
              <a:gd name="connsiteY27" fmla="*/ 533086 h 2221602"/>
              <a:gd name="connsiteX28" fmla="*/ 737217 w 1852282"/>
              <a:gd name="connsiteY28" fmla="*/ 518789 h 2221602"/>
              <a:gd name="connsiteX29" fmla="*/ 741484 w 1852282"/>
              <a:gd name="connsiteY29" fmla="*/ 505920 h 2221602"/>
              <a:gd name="connsiteX30" fmla="*/ 750000 w 1852282"/>
              <a:gd name="connsiteY30" fmla="*/ 494481 h 2221602"/>
              <a:gd name="connsiteX31" fmla="*/ 757105 w 1852282"/>
              <a:gd name="connsiteY31" fmla="*/ 484480 h 2221602"/>
              <a:gd name="connsiteX32" fmla="*/ 767049 w 1852282"/>
              <a:gd name="connsiteY32" fmla="*/ 475898 h 2221602"/>
              <a:gd name="connsiteX33" fmla="*/ 779832 w 1852282"/>
              <a:gd name="connsiteY33" fmla="*/ 473040 h 2221602"/>
              <a:gd name="connsiteX0" fmla="*/ 1222078 w 1852282"/>
              <a:gd name="connsiteY0" fmla="*/ 86649 h 2221602"/>
              <a:gd name="connsiteX1" fmla="*/ 1192275 w 1852282"/>
              <a:gd name="connsiteY1" fmla="*/ 88068 h 2221602"/>
              <a:gd name="connsiteX2" fmla="*/ 1162471 w 1852282"/>
              <a:gd name="connsiteY2" fmla="*/ 89487 h 2221602"/>
              <a:gd name="connsiteX3" fmla="*/ 1134077 w 1852282"/>
              <a:gd name="connsiteY3" fmla="*/ 93755 h 2221602"/>
              <a:gd name="connsiteX4" fmla="*/ 1104273 w 1852282"/>
              <a:gd name="connsiteY4" fmla="*/ 99431 h 2221602"/>
              <a:gd name="connsiteX5" fmla="*/ 1078727 w 1852282"/>
              <a:gd name="connsiteY5" fmla="*/ 107956 h 2221602"/>
              <a:gd name="connsiteX6" fmla="*/ 1050333 w 1852282"/>
              <a:gd name="connsiteY6" fmla="*/ 116481 h 2221602"/>
              <a:gd name="connsiteX7" fmla="*/ 1024787 w 1852282"/>
              <a:gd name="connsiteY7" fmla="*/ 126425 h 2221602"/>
              <a:gd name="connsiteX8" fmla="*/ 1000660 w 1852282"/>
              <a:gd name="connsiteY8" fmla="*/ 137789 h 2221602"/>
              <a:gd name="connsiteX9" fmla="*/ 975114 w 1852282"/>
              <a:gd name="connsiteY9" fmla="*/ 149152 h 2221602"/>
              <a:gd name="connsiteX10" fmla="*/ 950977 w 1852282"/>
              <a:gd name="connsiteY10" fmla="*/ 163354 h 2221602"/>
              <a:gd name="connsiteX11" fmla="*/ 929689 w 1852282"/>
              <a:gd name="connsiteY11" fmla="*/ 178975 h 2221602"/>
              <a:gd name="connsiteX12" fmla="*/ 906981 w 1852282"/>
              <a:gd name="connsiteY12" fmla="*/ 196025 h 2221602"/>
              <a:gd name="connsiteX13" fmla="*/ 885693 w 1852282"/>
              <a:gd name="connsiteY13" fmla="*/ 211646 h 2221602"/>
              <a:gd name="connsiteX14" fmla="*/ 865824 w 1852282"/>
              <a:gd name="connsiteY14" fmla="*/ 231534 h 2221602"/>
              <a:gd name="connsiteX15" fmla="*/ 847364 w 1852282"/>
              <a:gd name="connsiteY15" fmla="*/ 248584 h 2221602"/>
              <a:gd name="connsiteX16" fmla="*/ 827495 w 1852282"/>
              <a:gd name="connsiteY16" fmla="*/ 269891 h 2221602"/>
              <a:gd name="connsiteX17" fmla="*/ 811884 w 1852282"/>
              <a:gd name="connsiteY17" fmla="*/ 291198 h 2221602"/>
              <a:gd name="connsiteX18" fmla="*/ 796272 w 1852282"/>
              <a:gd name="connsiteY18" fmla="*/ 312506 h 2221602"/>
              <a:gd name="connsiteX19" fmla="*/ 780661 w 1852282"/>
              <a:gd name="connsiteY19" fmla="*/ 335232 h 2221602"/>
              <a:gd name="connsiteX20" fmla="*/ 766459 w 1852282"/>
              <a:gd name="connsiteY20" fmla="*/ 356540 h 2221602"/>
              <a:gd name="connsiteX21" fmla="*/ 740913 w 1852282"/>
              <a:gd name="connsiteY21" fmla="*/ 404832 h 2221602"/>
              <a:gd name="connsiteX22" fmla="*/ 718205 w 1852282"/>
              <a:gd name="connsiteY22" fmla="*/ 454552 h 2221602"/>
              <a:gd name="connsiteX23" fmla="*/ 701174 w 1852282"/>
              <a:gd name="connsiteY23" fmla="*/ 504263 h 2221602"/>
              <a:gd name="connsiteX24" fmla="*/ 688401 w 1852282"/>
              <a:gd name="connsiteY24" fmla="*/ 555403 h 2221602"/>
              <a:gd name="connsiteX25" fmla="*/ 684144 w 1852282"/>
              <a:gd name="connsiteY25" fmla="*/ 582387 h 2221602"/>
              <a:gd name="connsiteX26" fmla="*/ 682724 w 1852282"/>
              <a:gd name="connsiteY26" fmla="*/ 607962 h 2221602"/>
              <a:gd name="connsiteX27" fmla="*/ 681296 w 1852282"/>
              <a:gd name="connsiteY27" fmla="*/ 636365 h 2221602"/>
              <a:gd name="connsiteX28" fmla="*/ 678457 w 1852282"/>
              <a:gd name="connsiteY28" fmla="*/ 661931 h 2221602"/>
              <a:gd name="connsiteX29" fmla="*/ 681296 w 1852282"/>
              <a:gd name="connsiteY29" fmla="*/ 705974 h 2221602"/>
              <a:gd name="connsiteX30" fmla="*/ 686982 w 1852282"/>
              <a:gd name="connsiteY30" fmla="*/ 747160 h 2221602"/>
              <a:gd name="connsiteX31" fmla="*/ 694078 w 1852282"/>
              <a:gd name="connsiteY31" fmla="*/ 786937 h 2221602"/>
              <a:gd name="connsiteX32" fmla="*/ 708271 w 1852282"/>
              <a:gd name="connsiteY32" fmla="*/ 825284 h 2221602"/>
              <a:gd name="connsiteX33" fmla="*/ 723882 w 1852282"/>
              <a:gd name="connsiteY33" fmla="*/ 860803 h 2221602"/>
              <a:gd name="connsiteX34" fmla="*/ 742332 w 1852282"/>
              <a:gd name="connsiteY34" fmla="*/ 894893 h 2221602"/>
              <a:gd name="connsiteX35" fmla="*/ 766459 w 1852282"/>
              <a:gd name="connsiteY35" fmla="*/ 926145 h 2221602"/>
              <a:gd name="connsiteX36" fmla="*/ 792015 w 1852282"/>
              <a:gd name="connsiteY36" fmla="*/ 955967 h 2221602"/>
              <a:gd name="connsiteX37" fmla="*/ 820399 w 1852282"/>
              <a:gd name="connsiteY37" fmla="*/ 984380 h 2221602"/>
              <a:gd name="connsiteX38" fmla="*/ 851622 w 1852282"/>
              <a:gd name="connsiteY38" fmla="*/ 1008526 h 2221602"/>
              <a:gd name="connsiteX39" fmla="*/ 887112 w 1852282"/>
              <a:gd name="connsiteY39" fmla="*/ 1029834 h 2221602"/>
              <a:gd name="connsiteX40" fmla="*/ 925431 w 1852282"/>
              <a:gd name="connsiteY40" fmla="*/ 1049722 h 2221602"/>
              <a:gd name="connsiteX41" fmla="*/ 965179 w 1852282"/>
              <a:gd name="connsiteY41" fmla="*/ 1068191 h 2221602"/>
              <a:gd name="connsiteX42" fmla="*/ 1009175 w 1852282"/>
              <a:gd name="connsiteY42" fmla="*/ 1082393 h 2221602"/>
              <a:gd name="connsiteX43" fmla="*/ 1054600 w 1852282"/>
              <a:gd name="connsiteY43" fmla="*/ 1093756 h 2221602"/>
              <a:gd name="connsiteX44" fmla="*/ 1102854 w 1852282"/>
              <a:gd name="connsiteY44" fmla="*/ 1102281 h 2221602"/>
              <a:gd name="connsiteX45" fmla="*/ 1109950 w 1852282"/>
              <a:gd name="connsiteY45" fmla="*/ 1103700 h 2221602"/>
              <a:gd name="connsiteX46" fmla="*/ 1118465 w 1852282"/>
              <a:gd name="connsiteY46" fmla="*/ 1107958 h 2221602"/>
              <a:gd name="connsiteX47" fmla="*/ 1124142 w 1852282"/>
              <a:gd name="connsiteY47" fmla="*/ 1112225 h 2221602"/>
              <a:gd name="connsiteX48" fmla="*/ 1129819 w 1852282"/>
              <a:gd name="connsiteY48" fmla="*/ 1117902 h 2221602"/>
              <a:gd name="connsiteX49" fmla="*/ 1134077 w 1852282"/>
              <a:gd name="connsiteY49" fmla="*/ 1123588 h 2221602"/>
              <a:gd name="connsiteX50" fmla="*/ 1136915 w 1852282"/>
              <a:gd name="connsiteY50" fmla="*/ 1132104 h 2221602"/>
              <a:gd name="connsiteX51" fmla="*/ 1138335 w 1852282"/>
              <a:gd name="connsiteY51" fmla="*/ 1137790 h 2221602"/>
              <a:gd name="connsiteX52" fmla="*/ 1139763 w 1852282"/>
              <a:gd name="connsiteY52" fmla="*/ 1147734 h 2221602"/>
              <a:gd name="connsiteX53" fmla="*/ 1136915 w 1852282"/>
              <a:gd name="connsiteY53" fmla="*/ 1201712 h 2221602"/>
              <a:gd name="connsiteX54" fmla="*/ 1134077 w 1852282"/>
              <a:gd name="connsiteY54" fmla="*/ 1218753 h 2221602"/>
              <a:gd name="connsiteX55" fmla="*/ 1129819 w 1852282"/>
              <a:gd name="connsiteY55" fmla="*/ 1232964 h 2221602"/>
              <a:gd name="connsiteX56" fmla="*/ 1124142 w 1852282"/>
              <a:gd name="connsiteY56" fmla="*/ 1247166 h 2221602"/>
              <a:gd name="connsiteX57" fmla="*/ 1117046 w 1852282"/>
              <a:gd name="connsiteY57" fmla="*/ 1261367 h 2221602"/>
              <a:gd name="connsiteX58" fmla="*/ 1108531 w 1852282"/>
              <a:gd name="connsiteY58" fmla="*/ 1272731 h 2221602"/>
              <a:gd name="connsiteX59" fmla="*/ 1102854 w 1852282"/>
              <a:gd name="connsiteY59" fmla="*/ 1276998 h 2221602"/>
              <a:gd name="connsiteX60" fmla="*/ 1097177 w 1852282"/>
              <a:gd name="connsiteY60" fmla="*/ 1278417 h 2221602"/>
              <a:gd name="connsiteX61" fmla="*/ 1088662 w 1852282"/>
              <a:gd name="connsiteY61" fmla="*/ 1281256 h 2221602"/>
              <a:gd name="connsiteX62" fmla="*/ 1082985 w 1852282"/>
              <a:gd name="connsiteY62" fmla="*/ 1282675 h 2221602"/>
              <a:gd name="connsiteX63" fmla="*/ 1023368 w 1852282"/>
              <a:gd name="connsiteY63" fmla="*/ 1276998 h 2221602"/>
              <a:gd name="connsiteX64" fmla="*/ 990725 w 1852282"/>
              <a:gd name="connsiteY64" fmla="*/ 1272731 h 2221602"/>
              <a:gd name="connsiteX65" fmla="*/ 956654 w 1852282"/>
              <a:gd name="connsiteY65" fmla="*/ 1267054 h 2221602"/>
              <a:gd name="connsiteX66" fmla="*/ 924012 w 1852282"/>
              <a:gd name="connsiteY66" fmla="*/ 1258529 h 2221602"/>
              <a:gd name="connsiteX67" fmla="*/ 889951 w 1852282"/>
              <a:gd name="connsiteY67" fmla="*/ 1248585 h 2221602"/>
              <a:gd name="connsiteX68" fmla="*/ 854461 w 1852282"/>
              <a:gd name="connsiteY68" fmla="*/ 1237222 h 2221602"/>
              <a:gd name="connsiteX69" fmla="*/ 817561 w 1852282"/>
              <a:gd name="connsiteY69" fmla="*/ 1223020 h 2221602"/>
              <a:gd name="connsiteX70" fmla="*/ 782080 w 1852282"/>
              <a:gd name="connsiteY70" fmla="*/ 1205970 h 2221602"/>
              <a:gd name="connsiteX71" fmla="*/ 745170 w 1852282"/>
              <a:gd name="connsiteY71" fmla="*/ 1186082 h 2221602"/>
              <a:gd name="connsiteX72" fmla="*/ 708271 w 1852282"/>
              <a:gd name="connsiteY72" fmla="*/ 1161936 h 2221602"/>
              <a:gd name="connsiteX73" fmla="*/ 671361 w 1852282"/>
              <a:gd name="connsiteY73" fmla="*/ 1133532 h 2221602"/>
              <a:gd name="connsiteX74" fmla="*/ 634461 w 1852282"/>
              <a:gd name="connsiteY74" fmla="*/ 1102281 h 2221602"/>
              <a:gd name="connsiteX75" fmla="*/ 598981 w 1852282"/>
              <a:gd name="connsiteY75" fmla="*/ 1068191 h 2221602"/>
              <a:gd name="connsiteX76" fmla="*/ 563490 w 1852282"/>
              <a:gd name="connsiteY76" fmla="*/ 1028415 h 2221602"/>
              <a:gd name="connsiteX77" fmla="*/ 528010 w 1852282"/>
              <a:gd name="connsiteY77" fmla="*/ 984380 h 2221602"/>
              <a:gd name="connsiteX78" fmla="*/ 523752 w 1852282"/>
              <a:gd name="connsiteY78" fmla="*/ 975856 h 2221602"/>
              <a:gd name="connsiteX79" fmla="*/ 519494 w 1852282"/>
              <a:gd name="connsiteY79" fmla="*/ 968759 h 2221602"/>
              <a:gd name="connsiteX80" fmla="*/ 513817 w 1852282"/>
              <a:gd name="connsiteY80" fmla="*/ 940346 h 2221602"/>
              <a:gd name="connsiteX81" fmla="*/ 498196 w 1852282"/>
              <a:gd name="connsiteY81" fmla="*/ 875005 h 2221602"/>
              <a:gd name="connsiteX82" fmla="*/ 481166 w 1852282"/>
              <a:gd name="connsiteY82" fmla="*/ 789775 h 2221602"/>
              <a:gd name="connsiteX83" fmla="*/ 474070 w 1852282"/>
              <a:gd name="connsiteY83" fmla="*/ 742903 h 2221602"/>
              <a:gd name="connsiteX84" fmla="*/ 469812 w 1852282"/>
              <a:gd name="connsiteY84" fmla="*/ 698868 h 2221602"/>
              <a:gd name="connsiteX85" fmla="*/ 465554 w 1852282"/>
              <a:gd name="connsiteY85" fmla="*/ 671875 h 2221602"/>
              <a:gd name="connsiteX86" fmla="*/ 458458 w 1852282"/>
              <a:gd name="connsiteY86" fmla="*/ 585226 h 2221602"/>
              <a:gd name="connsiteX87" fmla="*/ 451362 w 1852282"/>
              <a:gd name="connsiteY87" fmla="*/ 544040 h 2221602"/>
              <a:gd name="connsiteX88" fmla="*/ 445685 w 1852282"/>
              <a:gd name="connsiteY88" fmla="*/ 504263 h 2221602"/>
              <a:gd name="connsiteX89" fmla="*/ 438589 w 1852282"/>
              <a:gd name="connsiteY89" fmla="*/ 468754 h 2221602"/>
              <a:gd name="connsiteX90" fmla="*/ 428654 w 1852282"/>
              <a:gd name="connsiteY90" fmla="*/ 440341 h 2221602"/>
              <a:gd name="connsiteX91" fmla="*/ 421558 w 1852282"/>
              <a:gd name="connsiteY91" fmla="*/ 430397 h 2221602"/>
              <a:gd name="connsiteX92" fmla="*/ 415881 w 1852282"/>
              <a:gd name="connsiteY92" fmla="*/ 421881 h 2221602"/>
              <a:gd name="connsiteX93" fmla="*/ 410204 w 1852282"/>
              <a:gd name="connsiteY93" fmla="*/ 419033 h 2221602"/>
              <a:gd name="connsiteX94" fmla="*/ 401679 w 1852282"/>
              <a:gd name="connsiteY94" fmla="*/ 416195 h 2221602"/>
              <a:gd name="connsiteX95" fmla="*/ 391745 w 1852282"/>
              <a:gd name="connsiteY95" fmla="*/ 416195 h 2221602"/>
              <a:gd name="connsiteX96" fmla="*/ 388906 w 1852282"/>
              <a:gd name="connsiteY96" fmla="*/ 421881 h 2221602"/>
              <a:gd name="connsiteX97" fmla="*/ 384649 w 1852282"/>
              <a:gd name="connsiteY97" fmla="*/ 430397 h 2221602"/>
              <a:gd name="connsiteX98" fmla="*/ 380391 w 1852282"/>
              <a:gd name="connsiteY98" fmla="*/ 446027 h 2221602"/>
              <a:gd name="connsiteX99" fmla="*/ 376133 w 1852282"/>
              <a:gd name="connsiteY99" fmla="*/ 465915 h 2221602"/>
              <a:gd name="connsiteX100" fmla="*/ 374714 w 1852282"/>
              <a:gd name="connsiteY100" fmla="*/ 495738 h 2221602"/>
              <a:gd name="connsiteX101" fmla="*/ 374714 w 1852282"/>
              <a:gd name="connsiteY101" fmla="*/ 535515 h 2221602"/>
              <a:gd name="connsiteX102" fmla="*/ 376133 w 1852282"/>
              <a:gd name="connsiteY102" fmla="*/ 588074 h 2221602"/>
              <a:gd name="connsiteX103" fmla="*/ 378972 w 1852282"/>
              <a:gd name="connsiteY103" fmla="*/ 598018 h 2221602"/>
              <a:gd name="connsiteX104" fmla="*/ 376133 w 1852282"/>
              <a:gd name="connsiteY104" fmla="*/ 607962 h 2221602"/>
              <a:gd name="connsiteX105" fmla="*/ 374714 w 1852282"/>
              <a:gd name="connsiteY105" fmla="*/ 616477 h 2221602"/>
              <a:gd name="connsiteX106" fmla="*/ 370456 w 1852282"/>
              <a:gd name="connsiteY106" fmla="*/ 623583 h 2221602"/>
              <a:gd name="connsiteX107" fmla="*/ 364779 w 1852282"/>
              <a:gd name="connsiteY107" fmla="*/ 632108 h 2221602"/>
              <a:gd name="connsiteX108" fmla="*/ 359103 w 1852282"/>
              <a:gd name="connsiteY108" fmla="*/ 637785 h 2221602"/>
              <a:gd name="connsiteX109" fmla="*/ 350587 w 1852282"/>
              <a:gd name="connsiteY109" fmla="*/ 642052 h 2221602"/>
              <a:gd name="connsiteX110" fmla="*/ 340653 w 1852282"/>
              <a:gd name="connsiteY110" fmla="*/ 643471 h 2221602"/>
              <a:gd name="connsiteX111" fmla="*/ 332137 w 1852282"/>
              <a:gd name="connsiteY111" fmla="*/ 643471 h 2221602"/>
              <a:gd name="connsiteX112" fmla="*/ 300905 w 1852282"/>
              <a:gd name="connsiteY112" fmla="*/ 643471 h 2221602"/>
              <a:gd name="connsiteX113" fmla="*/ 271101 w 1852282"/>
              <a:gd name="connsiteY113" fmla="*/ 647729 h 2221602"/>
              <a:gd name="connsiteX114" fmla="*/ 242716 w 1852282"/>
              <a:gd name="connsiteY114" fmla="*/ 653415 h 2221602"/>
              <a:gd name="connsiteX115" fmla="*/ 215742 w 1852282"/>
              <a:gd name="connsiteY115" fmla="*/ 661931 h 2221602"/>
              <a:gd name="connsiteX116" fmla="*/ 191615 w 1852282"/>
              <a:gd name="connsiteY116" fmla="*/ 673303 h 2221602"/>
              <a:gd name="connsiteX117" fmla="*/ 168907 w 1852282"/>
              <a:gd name="connsiteY117" fmla="*/ 688924 h 2221602"/>
              <a:gd name="connsiteX118" fmla="*/ 147619 w 1852282"/>
              <a:gd name="connsiteY118" fmla="*/ 705974 h 2221602"/>
              <a:gd name="connsiteX119" fmla="*/ 129159 w 1852282"/>
              <a:gd name="connsiteY119" fmla="*/ 725853 h 2221602"/>
              <a:gd name="connsiteX120" fmla="*/ 117805 w 1852282"/>
              <a:gd name="connsiteY120" fmla="*/ 745741 h 2221602"/>
              <a:gd name="connsiteX121" fmla="*/ 106452 w 1852282"/>
              <a:gd name="connsiteY121" fmla="*/ 762791 h 2221602"/>
              <a:gd name="connsiteX122" fmla="*/ 97936 w 1852282"/>
              <a:gd name="connsiteY122" fmla="*/ 785517 h 2221602"/>
              <a:gd name="connsiteX123" fmla="*/ 92259 w 1852282"/>
              <a:gd name="connsiteY123" fmla="*/ 805406 h 2221602"/>
              <a:gd name="connsiteX124" fmla="*/ 88002 w 1852282"/>
              <a:gd name="connsiteY124" fmla="*/ 826713 h 2221602"/>
              <a:gd name="connsiteX125" fmla="*/ 88002 w 1852282"/>
              <a:gd name="connsiteY125" fmla="*/ 849440 h 2221602"/>
              <a:gd name="connsiteX126" fmla="*/ 88002 w 1852282"/>
              <a:gd name="connsiteY126" fmla="*/ 870747 h 2221602"/>
              <a:gd name="connsiteX127" fmla="*/ 92259 w 1852282"/>
              <a:gd name="connsiteY127" fmla="*/ 892055 h 2221602"/>
              <a:gd name="connsiteX128" fmla="*/ 97936 w 1852282"/>
              <a:gd name="connsiteY128" fmla="*/ 914781 h 2221602"/>
              <a:gd name="connsiteX129" fmla="*/ 106452 w 1852282"/>
              <a:gd name="connsiteY129" fmla="*/ 934660 h 2221602"/>
              <a:gd name="connsiteX130" fmla="*/ 116386 w 1852282"/>
              <a:gd name="connsiteY130" fmla="*/ 951710 h 2221602"/>
              <a:gd name="connsiteX131" fmla="*/ 126321 w 1852282"/>
              <a:gd name="connsiteY131" fmla="*/ 970179 h 2221602"/>
              <a:gd name="connsiteX132" fmla="*/ 137675 w 1852282"/>
              <a:gd name="connsiteY132" fmla="*/ 985800 h 2221602"/>
              <a:gd name="connsiteX133" fmla="*/ 151876 w 1852282"/>
              <a:gd name="connsiteY133" fmla="*/ 1000001 h 2221602"/>
              <a:gd name="connsiteX134" fmla="*/ 166069 w 1852282"/>
              <a:gd name="connsiteY134" fmla="*/ 1012793 h 2221602"/>
              <a:gd name="connsiteX135" fmla="*/ 178842 w 1852282"/>
              <a:gd name="connsiteY135" fmla="*/ 1022738 h 2221602"/>
              <a:gd name="connsiteX136" fmla="*/ 195872 w 1852282"/>
              <a:gd name="connsiteY136" fmla="*/ 1032672 h 2221602"/>
              <a:gd name="connsiteX137" fmla="*/ 211484 w 1852282"/>
              <a:gd name="connsiteY137" fmla="*/ 1042616 h 2221602"/>
              <a:gd name="connsiteX138" fmla="*/ 228515 w 1852282"/>
              <a:gd name="connsiteY138" fmla="*/ 1048303 h 2221602"/>
              <a:gd name="connsiteX139" fmla="*/ 245555 w 1852282"/>
              <a:gd name="connsiteY139" fmla="*/ 1053980 h 2221602"/>
              <a:gd name="connsiteX140" fmla="*/ 262586 w 1852282"/>
              <a:gd name="connsiteY140" fmla="*/ 1058247 h 2221602"/>
              <a:gd name="connsiteX141" fmla="*/ 281036 w 1852282"/>
              <a:gd name="connsiteY141" fmla="*/ 1062504 h 2221602"/>
              <a:gd name="connsiteX142" fmla="*/ 298066 w 1852282"/>
              <a:gd name="connsiteY142" fmla="*/ 1063924 h 2221602"/>
              <a:gd name="connsiteX143" fmla="*/ 315097 w 1852282"/>
              <a:gd name="connsiteY143" fmla="*/ 1063924 h 2221602"/>
              <a:gd name="connsiteX144" fmla="*/ 344910 w 1852282"/>
              <a:gd name="connsiteY144" fmla="*/ 1062504 h 2221602"/>
              <a:gd name="connsiteX145" fmla="*/ 371876 w 1852282"/>
              <a:gd name="connsiteY145" fmla="*/ 1058247 h 2221602"/>
              <a:gd name="connsiteX146" fmla="*/ 386068 w 1852282"/>
              <a:gd name="connsiteY146" fmla="*/ 1055399 h 2221602"/>
              <a:gd name="connsiteX147" fmla="*/ 398841 w 1852282"/>
              <a:gd name="connsiteY147" fmla="*/ 1058247 h 2221602"/>
              <a:gd name="connsiteX148" fmla="*/ 410204 w 1852282"/>
              <a:gd name="connsiteY148" fmla="*/ 1065343 h 2221602"/>
              <a:gd name="connsiteX149" fmla="*/ 420139 w 1852282"/>
              <a:gd name="connsiteY149" fmla="*/ 1075287 h 2221602"/>
              <a:gd name="connsiteX150" fmla="*/ 441427 w 1852282"/>
              <a:gd name="connsiteY150" fmla="*/ 1107958 h 2221602"/>
              <a:gd name="connsiteX151" fmla="*/ 465554 w 1852282"/>
              <a:gd name="connsiteY151" fmla="*/ 1139209 h 2221602"/>
              <a:gd name="connsiteX152" fmla="*/ 491100 w 1852282"/>
              <a:gd name="connsiteY152" fmla="*/ 1169042 h 2221602"/>
              <a:gd name="connsiteX153" fmla="*/ 519494 w 1852282"/>
              <a:gd name="connsiteY153" fmla="*/ 1197445 h 2221602"/>
              <a:gd name="connsiteX154" fmla="*/ 549298 w 1852282"/>
              <a:gd name="connsiteY154" fmla="*/ 1223020 h 2221602"/>
              <a:gd name="connsiteX155" fmla="*/ 579102 w 1852282"/>
              <a:gd name="connsiteY155" fmla="*/ 1247166 h 2221602"/>
              <a:gd name="connsiteX156" fmla="*/ 611754 w 1852282"/>
              <a:gd name="connsiteY156" fmla="*/ 1271312 h 2221602"/>
              <a:gd name="connsiteX157" fmla="*/ 644396 w 1852282"/>
              <a:gd name="connsiteY157" fmla="*/ 1291200 h 2221602"/>
              <a:gd name="connsiteX158" fmla="*/ 678457 w 1852282"/>
              <a:gd name="connsiteY158" fmla="*/ 1311088 h 2221602"/>
              <a:gd name="connsiteX159" fmla="*/ 713947 w 1852282"/>
              <a:gd name="connsiteY159" fmla="*/ 1329557 h 2221602"/>
              <a:gd name="connsiteX160" fmla="*/ 752267 w 1852282"/>
              <a:gd name="connsiteY160" fmla="*/ 1342340 h 2221602"/>
              <a:gd name="connsiteX161" fmla="*/ 792015 w 1852282"/>
              <a:gd name="connsiteY161" fmla="*/ 1356541 h 2221602"/>
              <a:gd name="connsiteX162" fmla="*/ 831753 w 1852282"/>
              <a:gd name="connsiteY162" fmla="*/ 1370743 h 2221602"/>
              <a:gd name="connsiteX163" fmla="*/ 874339 w 1852282"/>
              <a:gd name="connsiteY163" fmla="*/ 1380687 h 2221602"/>
              <a:gd name="connsiteX164" fmla="*/ 916916 w 1852282"/>
              <a:gd name="connsiteY164" fmla="*/ 1389212 h 2221602"/>
              <a:gd name="connsiteX165" fmla="*/ 963760 w 1852282"/>
              <a:gd name="connsiteY165" fmla="*/ 1396318 h 2221602"/>
              <a:gd name="connsiteX166" fmla="*/ 970856 w 1852282"/>
              <a:gd name="connsiteY166" fmla="*/ 1399156 h 2221602"/>
              <a:gd name="connsiteX167" fmla="*/ 979372 w 1852282"/>
              <a:gd name="connsiteY167" fmla="*/ 1401995 h 2221602"/>
              <a:gd name="connsiteX168" fmla="*/ 985048 w 1852282"/>
              <a:gd name="connsiteY168" fmla="*/ 1409100 h 2221602"/>
              <a:gd name="connsiteX169" fmla="*/ 990725 w 1852282"/>
              <a:gd name="connsiteY169" fmla="*/ 1414777 h 2221602"/>
              <a:gd name="connsiteX170" fmla="*/ 997822 w 1852282"/>
              <a:gd name="connsiteY170" fmla="*/ 1421883 h 2221602"/>
              <a:gd name="connsiteX171" fmla="*/ 999241 w 1852282"/>
              <a:gd name="connsiteY171" fmla="*/ 1430408 h 2221602"/>
              <a:gd name="connsiteX172" fmla="*/ 999241 w 1852282"/>
              <a:gd name="connsiteY172" fmla="*/ 1440352 h 2221602"/>
              <a:gd name="connsiteX173" fmla="*/ 999241 w 1852282"/>
              <a:gd name="connsiteY173" fmla="*/ 1448867 h 2221602"/>
              <a:gd name="connsiteX174" fmla="*/ 973695 w 1852282"/>
              <a:gd name="connsiteY174" fmla="*/ 1607963 h 2221602"/>
              <a:gd name="connsiteX175" fmla="*/ 945301 w 1852282"/>
              <a:gd name="connsiteY175" fmla="*/ 1796882 h 2221602"/>
              <a:gd name="connsiteX176" fmla="*/ 904143 w 1852282"/>
              <a:gd name="connsiteY176" fmla="*/ 2099444 h 2221602"/>
              <a:gd name="connsiteX177" fmla="*/ 959493 w 1852282"/>
              <a:gd name="connsiteY177" fmla="*/ 2109388 h 2221602"/>
              <a:gd name="connsiteX178" fmla="*/ 1033302 w 1852282"/>
              <a:gd name="connsiteY178" fmla="*/ 2122171 h 2221602"/>
              <a:gd name="connsiteX179" fmla="*/ 1074469 w 1852282"/>
              <a:gd name="connsiteY179" fmla="*/ 2125009 h 2221602"/>
              <a:gd name="connsiteX180" fmla="*/ 1118465 w 1852282"/>
              <a:gd name="connsiteY180" fmla="*/ 2129276 h 2221602"/>
              <a:gd name="connsiteX181" fmla="*/ 1163890 w 1852282"/>
              <a:gd name="connsiteY181" fmla="*/ 2132115 h 2221602"/>
              <a:gd name="connsiteX182" fmla="*/ 1212144 w 1852282"/>
              <a:gd name="connsiteY182" fmla="*/ 2133534 h 2221602"/>
              <a:gd name="connsiteX183" fmla="*/ 1273180 w 1852282"/>
              <a:gd name="connsiteY183" fmla="*/ 2132115 h 2221602"/>
              <a:gd name="connsiteX184" fmla="*/ 1331378 w 1852282"/>
              <a:gd name="connsiteY184" fmla="*/ 2125009 h 2221602"/>
              <a:gd name="connsiteX185" fmla="*/ 1385309 w 1852282"/>
              <a:gd name="connsiteY185" fmla="*/ 2115065 h 2221602"/>
              <a:gd name="connsiteX186" fmla="*/ 1430733 w 1852282"/>
              <a:gd name="connsiteY186" fmla="*/ 2103702 h 2221602"/>
              <a:gd name="connsiteX187" fmla="*/ 1426476 w 1852282"/>
              <a:gd name="connsiteY187" fmla="*/ 2063935 h 2221602"/>
              <a:gd name="connsiteX188" fmla="*/ 1426476 w 1852282"/>
              <a:gd name="connsiteY188" fmla="*/ 2055410 h 2221602"/>
              <a:gd name="connsiteX189" fmla="*/ 1429314 w 1852282"/>
              <a:gd name="connsiteY189" fmla="*/ 2048304 h 2221602"/>
              <a:gd name="connsiteX190" fmla="*/ 1430733 w 1852282"/>
              <a:gd name="connsiteY190" fmla="*/ 2039779 h 2221602"/>
              <a:gd name="connsiteX191" fmla="*/ 1434991 w 1852282"/>
              <a:gd name="connsiteY191" fmla="*/ 2034102 h 2221602"/>
              <a:gd name="connsiteX192" fmla="*/ 1440668 w 1852282"/>
              <a:gd name="connsiteY192" fmla="*/ 2028416 h 2221602"/>
              <a:gd name="connsiteX193" fmla="*/ 1446345 w 1852282"/>
              <a:gd name="connsiteY193" fmla="*/ 2024158 h 2221602"/>
              <a:gd name="connsiteX194" fmla="*/ 1454860 w 1852282"/>
              <a:gd name="connsiteY194" fmla="*/ 2019901 h 2221602"/>
              <a:gd name="connsiteX195" fmla="*/ 1460537 w 1852282"/>
              <a:gd name="connsiteY195" fmla="*/ 2018472 h 2221602"/>
              <a:gd name="connsiteX196" fmla="*/ 1490341 w 1852282"/>
              <a:gd name="connsiteY196" fmla="*/ 2009956 h 2221602"/>
              <a:gd name="connsiteX197" fmla="*/ 1518735 w 1852282"/>
              <a:gd name="connsiteY197" fmla="*/ 2000012 h 2221602"/>
              <a:gd name="connsiteX198" fmla="*/ 1545700 w 1852282"/>
              <a:gd name="connsiteY198" fmla="*/ 1990068 h 2221602"/>
              <a:gd name="connsiteX199" fmla="*/ 1569827 w 1852282"/>
              <a:gd name="connsiteY199" fmla="*/ 1978705 h 2221602"/>
              <a:gd name="connsiteX200" fmla="*/ 1595373 w 1852282"/>
              <a:gd name="connsiteY200" fmla="*/ 1964503 h 2221602"/>
              <a:gd name="connsiteX201" fmla="*/ 1618090 w 1852282"/>
              <a:gd name="connsiteY201" fmla="*/ 1948873 h 2221602"/>
              <a:gd name="connsiteX202" fmla="*/ 1639379 w 1852282"/>
              <a:gd name="connsiteY202" fmla="*/ 1931832 h 2221602"/>
              <a:gd name="connsiteX203" fmla="*/ 1659248 w 1852282"/>
              <a:gd name="connsiteY203" fmla="*/ 1914783 h 2221602"/>
              <a:gd name="connsiteX204" fmla="*/ 1677698 w 1852282"/>
              <a:gd name="connsiteY204" fmla="*/ 1894894 h 2221602"/>
              <a:gd name="connsiteX205" fmla="*/ 1696158 w 1852282"/>
              <a:gd name="connsiteY205" fmla="*/ 1875006 h 2221602"/>
              <a:gd name="connsiteX206" fmla="*/ 1708931 w 1852282"/>
              <a:gd name="connsiteY206" fmla="*/ 1852280 h 2221602"/>
              <a:gd name="connsiteX207" fmla="*/ 1723123 w 1852282"/>
              <a:gd name="connsiteY207" fmla="*/ 1830972 h 2221602"/>
              <a:gd name="connsiteX208" fmla="*/ 1735896 w 1852282"/>
              <a:gd name="connsiteY208" fmla="*/ 1806826 h 2221602"/>
              <a:gd name="connsiteX209" fmla="*/ 1745830 w 1852282"/>
              <a:gd name="connsiteY209" fmla="*/ 1782680 h 2221602"/>
              <a:gd name="connsiteX210" fmla="*/ 1752927 w 1852282"/>
              <a:gd name="connsiteY210" fmla="*/ 1757115 h 2221602"/>
              <a:gd name="connsiteX211" fmla="*/ 1758604 w 1852282"/>
              <a:gd name="connsiteY211" fmla="*/ 1731541 h 2221602"/>
              <a:gd name="connsiteX212" fmla="*/ 1762861 w 1852282"/>
              <a:gd name="connsiteY212" fmla="*/ 1688926 h 2221602"/>
              <a:gd name="connsiteX213" fmla="*/ 1765700 w 1852282"/>
              <a:gd name="connsiteY213" fmla="*/ 1647740 h 2221602"/>
              <a:gd name="connsiteX214" fmla="*/ 1762861 w 1852282"/>
              <a:gd name="connsiteY214" fmla="*/ 1607963 h 2221602"/>
              <a:gd name="connsiteX215" fmla="*/ 1757184 w 1852282"/>
              <a:gd name="connsiteY215" fmla="*/ 1569606 h 2221602"/>
              <a:gd name="connsiteX216" fmla="*/ 1745830 w 1852282"/>
              <a:gd name="connsiteY216" fmla="*/ 1532678 h 2221602"/>
              <a:gd name="connsiteX217" fmla="*/ 1731638 w 1852282"/>
              <a:gd name="connsiteY217" fmla="*/ 1495749 h 2221602"/>
              <a:gd name="connsiteX218" fmla="*/ 1713188 w 1852282"/>
              <a:gd name="connsiteY218" fmla="*/ 1464498 h 2221602"/>
              <a:gd name="connsiteX219" fmla="*/ 1689061 w 1852282"/>
              <a:gd name="connsiteY219" fmla="*/ 1431827 h 2221602"/>
              <a:gd name="connsiteX220" fmla="*/ 1666344 w 1852282"/>
              <a:gd name="connsiteY220" fmla="*/ 1401995 h 2221602"/>
              <a:gd name="connsiteX221" fmla="*/ 1636540 w 1852282"/>
              <a:gd name="connsiteY221" fmla="*/ 1376430 h 2221602"/>
              <a:gd name="connsiteX222" fmla="*/ 1603898 w 1852282"/>
              <a:gd name="connsiteY222" fmla="*/ 1352284 h 2221602"/>
              <a:gd name="connsiteX223" fmla="*/ 1568408 w 1852282"/>
              <a:gd name="connsiteY223" fmla="*/ 1332395 h 2221602"/>
              <a:gd name="connsiteX224" fmla="*/ 1530089 w 1852282"/>
              <a:gd name="connsiteY224" fmla="*/ 1315346 h 2221602"/>
              <a:gd name="connsiteX225" fmla="*/ 1490341 w 1852282"/>
              <a:gd name="connsiteY225" fmla="*/ 1298305 h 2221602"/>
              <a:gd name="connsiteX226" fmla="*/ 1446345 w 1852282"/>
              <a:gd name="connsiteY226" fmla="*/ 1286942 h 2221602"/>
              <a:gd name="connsiteX227" fmla="*/ 1403759 w 1852282"/>
              <a:gd name="connsiteY227" fmla="*/ 1276998 h 2221602"/>
              <a:gd name="connsiteX228" fmla="*/ 1405178 w 1852282"/>
              <a:gd name="connsiteY228" fmla="*/ 1276998 h 2221602"/>
              <a:gd name="connsiteX229" fmla="*/ 1356924 w 1852282"/>
              <a:gd name="connsiteY229" fmla="*/ 1268473 h 2221602"/>
              <a:gd name="connsiteX230" fmla="*/ 1317176 w 1852282"/>
              <a:gd name="connsiteY230" fmla="*/ 1265635 h 2221602"/>
              <a:gd name="connsiteX231" fmla="*/ 1290211 w 1852282"/>
              <a:gd name="connsiteY231" fmla="*/ 1261367 h 2221602"/>
              <a:gd name="connsiteX232" fmla="*/ 1283115 w 1852282"/>
              <a:gd name="connsiteY232" fmla="*/ 1247166 h 2221602"/>
              <a:gd name="connsiteX233" fmla="*/ 1280276 w 1852282"/>
              <a:gd name="connsiteY233" fmla="*/ 1231545 h 2221602"/>
              <a:gd name="connsiteX234" fmla="*/ 1273180 w 1852282"/>
              <a:gd name="connsiteY234" fmla="*/ 1211656 h 2221602"/>
              <a:gd name="connsiteX235" fmla="*/ 1271761 w 1852282"/>
              <a:gd name="connsiteY235" fmla="*/ 1187511 h 2221602"/>
              <a:gd name="connsiteX236" fmla="*/ 1270342 w 1852282"/>
              <a:gd name="connsiteY236" fmla="*/ 1161936 h 2221602"/>
              <a:gd name="connsiteX237" fmla="*/ 1273180 w 1852282"/>
              <a:gd name="connsiteY237" fmla="*/ 1136371 h 2221602"/>
              <a:gd name="connsiteX238" fmla="*/ 1277438 w 1852282"/>
              <a:gd name="connsiteY238" fmla="*/ 1122169 h 2221602"/>
              <a:gd name="connsiteX239" fmla="*/ 1283115 w 1852282"/>
              <a:gd name="connsiteY239" fmla="*/ 1107958 h 2221602"/>
              <a:gd name="connsiteX240" fmla="*/ 1317176 w 1852282"/>
              <a:gd name="connsiteY240" fmla="*/ 1105119 h 2221602"/>
              <a:gd name="connsiteX241" fmla="*/ 1352666 w 1852282"/>
              <a:gd name="connsiteY241" fmla="*/ 1099433 h 2221602"/>
              <a:gd name="connsiteX242" fmla="*/ 1390986 w 1852282"/>
              <a:gd name="connsiteY242" fmla="*/ 1093756 h 2221602"/>
              <a:gd name="connsiteX243" fmla="*/ 1429314 w 1852282"/>
              <a:gd name="connsiteY243" fmla="*/ 1085231 h 2221602"/>
              <a:gd name="connsiteX244" fmla="*/ 1469053 w 1852282"/>
              <a:gd name="connsiteY244" fmla="*/ 1073868 h 2221602"/>
              <a:gd name="connsiteX245" fmla="*/ 1505962 w 1852282"/>
              <a:gd name="connsiteY245" fmla="*/ 1058247 h 2221602"/>
              <a:gd name="connsiteX246" fmla="*/ 1544281 w 1852282"/>
              <a:gd name="connsiteY246" fmla="*/ 1042616 h 2221602"/>
              <a:gd name="connsiteX247" fmla="*/ 1579762 w 1852282"/>
              <a:gd name="connsiteY247" fmla="*/ 1019890 h 2221602"/>
              <a:gd name="connsiteX248" fmla="*/ 1613833 w 1852282"/>
              <a:gd name="connsiteY248" fmla="*/ 994325 h 2221602"/>
              <a:gd name="connsiteX249" fmla="*/ 1629444 w 1852282"/>
              <a:gd name="connsiteY249" fmla="*/ 980123 h 2221602"/>
              <a:gd name="connsiteX250" fmla="*/ 1643637 w 1852282"/>
              <a:gd name="connsiteY250" fmla="*/ 964492 h 2221602"/>
              <a:gd name="connsiteX251" fmla="*/ 1659248 w 1852282"/>
              <a:gd name="connsiteY251" fmla="*/ 948871 h 2221602"/>
              <a:gd name="connsiteX252" fmla="*/ 1672021 w 1852282"/>
              <a:gd name="connsiteY252" fmla="*/ 930402 h 2221602"/>
              <a:gd name="connsiteX253" fmla="*/ 1686213 w 1852282"/>
              <a:gd name="connsiteY253" fmla="*/ 911933 h 2221602"/>
              <a:gd name="connsiteX254" fmla="*/ 1696158 w 1852282"/>
              <a:gd name="connsiteY254" fmla="*/ 892055 h 2221602"/>
              <a:gd name="connsiteX255" fmla="*/ 1707511 w 1852282"/>
              <a:gd name="connsiteY255" fmla="*/ 870747 h 2221602"/>
              <a:gd name="connsiteX256" fmla="*/ 1716027 w 1852282"/>
              <a:gd name="connsiteY256" fmla="*/ 849440 h 2221602"/>
              <a:gd name="connsiteX257" fmla="*/ 1723123 w 1852282"/>
              <a:gd name="connsiteY257" fmla="*/ 825284 h 2221602"/>
              <a:gd name="connsiteX258" fmla="*/ 1731638 w 1852282"/>
              <a:gd name="connsiteY258" fmla="*/ 799719 h 2221602"/>
              <a:gd name="connsiteX259" fmla="*/ 1737315 w 1852282"/>
              <a:gd name="connsiteY259" fmla="*/ 771316 h 2221602"/>
              <a:gd name="connsiteX260" fmla="*/ 1741573 w 1852282"/>
              <a:gd name="connsiteY260" fmla="*/ 742903 h 2221602"/>
              <a:gd name="connsiteX261" fmla="*/ 1742992 w 1852282"/>
              <a:gd name="connsiteY261" fmla="*/ 713070 h 2221602"/>
              <a:gd name="connsiteX262" fmla="*/ 1742992 w 1852282"/>
              <a:gd name="connsiteY262" fmla="*/ 681819 h 2221602"/>
              <a:gd name="connsiteX263" fmla="*/ 1742992 w 1852282"/>
              <a:gd name="connsiteY263" fmla="*/ 656254 h 2221602"/>
              <a:gd name="connsiteX264" fmla="*/ 1741573 w 1852282"/>
              <a:gd name="connsiteY264" fmla="*/ 627841 h 2221602"/>
              <a:gd name="connsiteX265" fmla="*/ 1733057 w 1852282"/>
              <a:gd name="connsiteY265" fmla="*/ 573872 h 2221602"/>
              <a:gd name="connsiteX266" fmla="*/ 1721704 w 1852282"/>
              <a:gd name="connsiteY266" fmla="*/ 519894 h 2221602"/>
              <a:gd name="connsiteX267" fmla="*/ 1706092 w 1852282"/>
              <a:gd name="connsiteY267" fmla="*/ 468754 h 2221602"/>
              <a:gd name="connsiteX268" fmla="*/ 1686213 w 1852282"/>
              <a:gd name="connsiteY268" fmla="*/ 416195 h 2221602"/>
              <a:gd name="connsiteX269" fmla="*/ 1662087 w 1852282"/>
              <a:gd name="connsiteY269" fmla="*/ 366474 h 2221602"/>
              <a:gd name="connsiteX270" fmla="*/ 1632283 w 1852282"/>
              <a:gd name="connsiteY270" fmla="*/ 321021 h 2221602"/>
              <a:gd name="connsiteX271" fmla="*/ 1615252 w 1852282"/>
              <a:gd name="connsiteY271" fmla="*/ 296875 h 2221602"/>
              <a:gd name="connsiteX272" fmla="*/ 1599641 w 1852282"/>
              <a:gd name="connsiteY272" fmla="*/ 276987 h 2221602"/>
              <a:gd name="connsiteX273" fmla="*/ 1582600 w 1852282"/>
              <a:gd name="connsiteY273" fmla="*/ 255680 h 2221602"/>
              <a:gd name="connsiteX274" fmla="*/ 1564150 w 1852282"/>
              <a:gd name="connsiteY274" fmla="*/ 235801 h 2221602"/>
              <a:gd name="connsiteX275" fmla="*/ 1544281 w 1852282"/>
              <a:gd name="connsiteY275" fmla="*/ 217332 h 2221602"/>
              <a:gd name="connsiteX276" fmla="*/ 1524412 w 1852282"/>
              <a:gd name="connsiteY276" fmla="*/ 198863 h 2221602"/>
              <a:gd name="connsiteX277" fmla="*/ 1503114 w 1852282"/>
              <a:gd name="connsiteY277" fmla="*/ 181823 h 2221602"/>
              <a:gd name="connsiteX278" fmla="*/ 1480406 w 1852282"/>
              <a:gd name="connsiteY278" fmla="*/ 166192 h 2221602"/>
              <a:gd name="connsiteX279" fmla="*/ 1459118 w 1852282"/>
              <a:gd name="connsiteY279" fmla="*/ 151990 h 2221602"/>
              <a:gd name="connsiteX280" fmla="*/ 1434991 w 1852282"/>
              <a:gd name="connsiteY280" fmla="*/ 139208 h 2221602"/>
              <a:gd name="connsiteX281" fmla="*/ 1410855 w 1852282"/>
              <a:gd name="connsiteY281" fmla="*/ 127845 h 2221602"/>
              <a:gd name="connsiteX282" fmla="*/ 1385309 w 1852282"/>
              <a:gd name="connsiteY282" fmla="*/ 116481 h 2221602"/>
              <a:gd name="connsiteX283" fmla="*/ 1361182 w 1852282"/>
              <a:gd name="connsiteY283" fmla="*/ 107956 h 2221602"/>
              <a:gd name="connsiteX284" fmla="*/ 1332797 w 1852282"/>
              <a:gd name="connsiteY284" fmla="*/ 99431 h 2221602"/>
              <a:gd name="connsiteX285" fmla="*/ 1307242 w 1852282"/>
              <a:gd name="connsiteY285" fmla="*/ 93755 h 2221602"/>
              <a:gd name="connsiteX286" fmla="*/ 1280276 w 1852282"/>
              <a:gd name="connsiteY286" fmla="*/ 89487 h 2221602"/>
              <a:gd name="connsiteX287" fmla="*/ 1251892 w 1852282"/>
              <a:gd name="connsiteY287" fmla="*/ 88068 h 2221602"/>
              <a:gd name="connsiteX0" fmla="*/ 1190855 w 1852282"/>
              <a:gd name="connsiteY0" fmla="*/ 0 h 2221602"/>
              <a:gd name="connsiteX1" fmla="*/ 1222078 w 1852282"/>
              <a:gd name="connsiteY1" fmla="*/ 0 h 2221602"/>
              <a:gd name="connsiteX2" fmla="*/ 1253311 w 1852282"/>
              <a:gd name="connsiteY2" fmla="*/ 0 h 2221602"/>
              <a:gd name="connsiteX3" fmla="*/ 1285953 w 1852282"/>
              <a:gd name="connsiteY3" fmla="*/ 2838 h 2221602"/>
              <a:gd name="connsiteX4" fmla="*/ 1315757 w 1852282"/>
              <a:gd name="connsiteY4" fmla="*/ 8525 h 2221602"/>
              <a:gd name="connsiteX5" fmla="*/ 1345570 w 1852282"/>
              <a:gd name="connsiteY5" fmla="*/ 14202 h 2221602"/>
              <a:gd name="connsiteX6" fmla="*/ 1376793 w 1852282"/>
              <a:gd name="connsiteY6" fmla="*/ 22727 h 2221602"/>
              <a:gd name="connsiteX7" fmla="*/ 1405178 w 1852282"/>
              <a:gd name="connsiteY7" fmla="*/ 29832 h 2221602"/>
              <a:gd name="connsiteX8" fmla="*/ 1434991 w 1852282"/>
              <a:gd name="connsiteY8" fmla="*/ 42615 h 2221602"/>
              <a:gd name="connsiteX9" fmla="*/ 1463376 w 1852282"/>
              <a:gd name="connsiteY9" fmla="*/ 55397 h 2221602"/>
              <a:gd name="connsiteX10" fmla="*/ 1490341 w 1852282"/>
              <a:gd name="connsiteY10" fmla="*/ 69599 h 2221602"/>
              <a:gd name="connsiteX11" fmla="*/ 1518735 w 1852282"/>
              <a:gd name="connsiteY11" fmla="*/ 86649 h 2221602"/>
              <a:gd name="connsiteX12" fmla="*/ 1544281 w 1852282"/>
              <a:gd name="connsiteY12" fmla="*/ 103699 h 2221602"/>
              <a:gd name="connsiteX13" fmla="*/ 1569827 w 1852282"/>
              <a:gd name="connsiteY13" fmla="*/ 123577 h 2221602"/>
              <a:gd name="connsiteX14" fmla="*/ 1593954 w 1852282"/>
              <a:gd name="connsiteY14" fmla="*/ 143466 h 2221602"/>
              <a:gd name="connsiteX15" fmla="*/ 1618090 w 1852282"/>
              <a:gd name="connsiteY15" fmla="*/ 166192 h 2221602"/>
              <a:gd name="connsiteX16" fmla="*/ 1642217 w 1852282"/>
              <a:gd name="connsiteY16" fmla="*/ 188919 h 2221602"/>
              <a:gd name="connsiteX17" fmla="*/ 1663506 w 1852282"/>
              <a:gd name="connsiteY17" fmla="*/ 215913 h 2221602"/>
              <a:gd name="connsiteX18" fmla="*/ 1683375 w 1852282"/>
              <a:gd name="connsiteY18" fmla="*/ 238639 h 2221602"/>
              <a:gd name="connsiteX19" fmla="*/ 1701834 w 1852282"/>
              <a:gd name="connsiteY19" fmla="*/ 265624 h 2221602"/>
              <a:gd name="connsiteX20" fmla="*/ 1717446 w 1852282"/>
              <a:gd name="connsiteY20" fmla="*/ 291198 h 2221602"/>
              <a:gd name="connsiteX21" fmla="*/ 1735896 w 1852282"/>
              <a:gd name="connsiteY21" fmla="*/ 319602 h 2221602"/>
              <a:gd name="connsiteX22" fmla="*/ 1748669 w 1852282"/>
              <a:gd name="connsiteY22" fmla="*/ 346596 h 2221602"/>
              <a:gd name="connsiteX23" fmla="*/ 1762861 w 1852282"/>
              <a:gd name="connsiteY23" fmla="*/ 374999 h 2221602"/>
              <a:gd name="connsiteX24" fmla="*/ 1775634 w 1852282"/>
              <a:gd name="connsiteY24" fmla="*/ 404832 h 2221602"/>
              <a:gd name="connsiteX25" fmla="*/ 1786998 w 1852282"/>
              <a:gd name="connsiteY25" fmla="*/ 433245 h 2221602"/>
              <a:gd name="connsiteX26" fmla="*/ 1796932 w 1852282"/>
              <a:gd name="connsiteY26" fmla="*/ 464487 h 2221602"/>
              <a:gd name="connsiteX27" fmla="*/ 1805448 w 1852282"/>
              <a:gd name="connsiteY27" fmla="*/ 494319 h 2221602"/>
              <a:gd name="connsiteX28" fmla="*/ 1812544 w 1852282"/>
              <a:gd name="connsiteY28" fmla="*/ 524151 h 2221602"/>
              <a:gd name="connsiteX29" fmla="*/ 1818221 w 1852282"/>
              <a:gd name="connsiteY29" fmla="*/ 555403 h 2221602"/>
              <a:gd name="connsiteX30" fmla="*/ 1825317 w 1852282"/>
              <a:gd name="connsiteY30" fmla="*/ 588074 h 2221602"/>
              <a:gd name="connsiteX31" fmla="*/ 1826736 w 1852282"/>
              <a:gd name="connsiteY31" fmla="*/ 619325 h 2221602"/>
              <a:gd name="connsiteX32" fmla="*/ 1828155 w 1852282"/>
              <a:gd name="connsiteY32" fmla="*/ 649148 h 2221602"/>
              <a:gd name="connsiteX33" fmla="*/ 1830994 w 1852282"/>
              <a:gd name="connsiteY33" fmla="*/ 681819 h 2221602"/>
              <a:gd name="connsiteX34" fmla="*/ 1828155 w 1852282"/>
              <a:gd name="connsiteY34" fmla="*/ 732958 h 2221602"/>
              <a:gd name="connsiteX35" fmla="*/ 1822478 w 1852282"/>
              <a:gd name="connsiteY35" fmla="*/ 782679 h 2221602"/>
              <a:gd name="connsiteX36" fmla="*/ 1812544 w 1852282"/>
              <a:gd name="connsiteY36" fmla="*/ 829552 h 2221602"/>
              <a:gd name="connsiteX37" fmla="*/ 1798351 w 1852282"/>
              <a:gd name="connsiteY37" fmla="*/ 872166 h 2221602"/>
              <a:gd name="connsiteX38" fmla="*/ 1782740 w 1852282"/>
              <a:gd name="connsiteY38" fmla="*/ 914781 h 2221602"/>
              <a:gd name="connsiteX39" fmla="*/ 1762861 w 1852282"/>
              <a:gd name="connsiteY39" fmla="*/ 951710 h 2221602"/>
              <a:gd name="connsiteX40" fmla="*/ 1737315 w 1852282"/>
              <a:gd name="connsiteY40" fmla="*/ 988638 h 2221602"/>
              <a:gd name="connsiteX41" fmla="*/ 1711769 w 1852282"/>
              <a:gd name="connsiteY41" fmla="*/ 1022738 h 2221602"/>
              <a:gd name="connsiteX42" fmla="*/ 1679117 w 1852282"/>
              <a:gd name="connsiteY42" fmla="*/ 1052560 h 2221602"/>
              <a:gd name="connsiteX43" fmla="*/ 1646475 w 1852282"/>
              <a:gd name="connsiteY43" fmla="*/ 1079554 h 2221602"/>
              <a:gd name="connsiteX44" fmla="*/ 1608156 w 1852282"/>
              <a:gd name="connsiteY44" fmla="*/ 1105119 h 2221602"/>
              <a:gd name="connsiteX45" fmla="*/ 1565570 w 1852282"/>
              <a:gd name="connsiteY45" fmla="*/ 1127846 h 2221602"/>
              <a:gd name="connsiteX46" fmla="*/ 1522993 w 1852282"/>
              <a:gd name="connsiteY46" fmla="*/ 1147734 h 2221602"/>
              <a:gd name="connsiteX47" fmla="*/ 1474729 w 1852282"/>
              <a:gd name="connsiteY47" fmla="*/ 1163355 h 2221602"/>
              <a:gd name="connsiteX48" fmla="*/ 1425057 w 1852282"/>
              <a:gd name="connsiteY48" fmla="*/ 1176138 h 2221602"/>
              <a:gd name="connsiteX49" fmla="*/ 1371116 w 1852282"/>
              <a:gd name="connsiteY49" fmla="*/ 1186082 h 2221602"/>
              <a:gd name="connsiteX50" fmla="*/ 1400920 w 1852282"/>
              <a:gd name="connsiteY50" fmla="*/ 1188930 h 2221602"/>
              <a:gd name="connsiteX51" fmla="*/ 1430733 w 1852282"/>
              <a:gd name="connsiteY51" fmla="*/ 1193188 h 2221602"/>
              <a:gd name="connsiteX52" fmla="*/ 1460537 w 1852282"/>
              <a:gd name="connsiteY52" fmla="*/ 1198874 h 2221602"/>
              <a:gd name="connsiteX53" fmla="*/ 1488922 w 1852282"/>
              <a:gd name="connsiteY53" fmla="*/ 1207389 h 2221602"/>
              <a:gd name="connsiteX54" fmla="*/ 1515897 w 1852282"/>
              <a:gd name="connsiteY54" fmla="*/ 1215914 h 2221602"/>
              <a:gd name="connsiteX55" fmla="*/ 1542862 w 1852282"/>
              <a:gd name="connsiteY55" fmla="*/ 1225858 h 2221602"/>
              <a:gd name="connsiteX56" fmla="*/ 1568408 w 1852282"/>
              <a:gd name="connsiteY56" fmla="*/ 1235802 h 2221602"/>
              <a:gd name="connsiteX57" fmla="*/ 1593954 w 1852282"/>
              <a:gd name="connsiteY57" fmla="*/ 1247166 h 2221602"/>
              <a:gd name="connsiteX58" fmla="*/ 1618090 w 1852282"/>
              <a:gd name="connsiteY58" fmla="*/ 1258529 h 2221602"/>
              <a:gd name="connsiteX59" fmla="*/ 1639379 w 1852282"/>
              <a:gd name="connsiteY59" fmla="*/ 1272731 h 2221602"/>
              <a:gd name="connsiteX60" fmla="*/ 1663506 w 1852282"/>
              <a:gd name="connsiteY60" fmla="*/ 1286942 h 2221602"/>
              <a:gd name="connsiteX61" fmla="*/ 1683375 w 1852282"/>
              <a:gd name="connsiteY61" fmla="*/ 1302563 h 2221602"/>
              <a:gd name="connsiteX62" fmla="*/ 1703254 w 1852282"/>
              <a:gd name="connsiteY62" fmla="*/ 1321032 h 2221602"/>
              <a:gd name="connsiteX63" fmla="*/ 1723123 w 1852282"/>
              <a:gd name="connsiteY63" fmla="*/ 1339501 h 2221602"/>
              <a:gd name="connsiteX64" fmla="*/ 1741573 w 1852282"/>
              <a:gd name="connsiteY64" fmla="*/ 1359380 h 2221602"/>
              <a:gd name="connsiteX65" fmla="*/ 1758604 w 1852282"/>
              <a:gd name="connsiteY65" fmla="*/ 1379268 h 2221602"/>
              <a:gd name="connsiteX66" fmla="*/ 1772796 w 1852282"/>
              <a:gd name="connsiteY66" fmla="*/ 1396318 h 2221602"/>
              <a:gd name="connsiteX67" fmla="*/ 1786998 w 1852282"/>
              <a:gd name="connsiteY67" fmla="*/ 1416196 h 2221602"/>
              <a:gd name="connsiteX68" fmla="*/ 1798351 w 1852282"/>
              <a:gd name="connsiteY68" fmla="*/ 1438933 h 2221602"/>
              <a:gd name="connsiteX69" fmla="*/ 1808286 w 1852282"/>
              <a:gd name="connsiteY69" fmla="*/ 1458811 h 2221602"/>
              <a:gd name="connsiteX70" fmla="*/ 1818221 w 1852282"/>
              <a:gd name="connsiteY70" fmla="*/ 1480119 h 2221602"/>
              <a:gd name="connsiteX71" fmla="*/ 1826736 w 1852282"/>
              <a:gd name="connsiteY71" fmla="*/ 1502845 h 2221602"/>
              <a:gd name="connsiteX72" fmla="*/ 1835251 w 1852282"/>
              <a:gd name="connsiteY72" fmla="*/ 1524153 h 2221602"/>
              <a:gd name="connsiteX73" fmla="*/ 1840928 w 1852282"/>
              <a:gd name="connsiteY73" fmla="*/ 1548299 h 2221602"/>
              <a:gd name="connsiteX74" fmla="*/ 1845186 w 1852282"/>
              <a:gd name="connsiteY74" fmla="*/ 1572454 h 2221602"/>
              <a:gd name="connsiteX75" fmla="*/ 1849444 w 1852282"/>
              <a:gd name="connsiteY75" fmla="*/ 1595181 h 2221602"/>
              <a:gd name="connsiteX76" fmla="*/ 1850863 w 1852282"/>
              <a:gd name="connsiteY76" fmla="*/ 1619327 h 2221602"/>
              <a:gd name="connsiteX77" fmla="*/ 1852282 w 1852282"/>
              <a:gd name="connsiteY77" fmla="*/ 1643472 h 2221602"/>
              <a:gd name="connsiteX78" fmla="*/ 1852282 w 1852282"/>
              <a:gd name="connsiteY78" fmla="*/ 1669047 h 2221602"/>
              <a:gd name="connsiteX79" fmla="*/ 1850863 w 1852282"/>
              <a:gd name="connsiteY79" fmla="*/ 1696031 h 2221602"/>
              <a:gd name="connsiteX80" fmla="*/ 1849444 w 1852282"/>
              <a:gd name="connsiteY80" fmla="*/ 1721597 h 2221602"/>
              <a:gd name="connsiteX81" fmla="*/ 1845186 w 1852282"/>
              <a:gd name="connsiteY81" fmla="*/ 1747171 h 2221602"/>
              <a:gd name="connsiteX82" fmla="*/ 1836671 w 1852282"/>
              <a:gd name="connsiteY82" fmla="*/ 1776994 h 2221602"/>
              <a:gd name="connsiteX83" fmla="*/ 1828155 w 1852282"/>
              <a:gd name="connsiteY83" fmla="*/ 1806826 h 2221602"/>
              <a:gd name="connsiteX84" fmla="*/ 1816801 w 1852282"/>
              <a:gd name="connsiteY84" fmla="*/ 1836659 h 2221602"/>
              <a:gd name="connsiteX85" fmla="*/ 1805448 w 1852282"/>
              <a:gd name="connsiteY85" fmla="*/ 1862224 h 2221602"/>
              <a:gd name="connsiteX86" fmla="*/ 1791255 w 1852282"/>
              <a:gd name="connsiteY86" fmla="*/ 1890637 h 2221602"/>
              <a:gd name="connsiteX87" fmla="*/ 1772796 w 1852282"/>
              <a:gd name="connsiteY87" fmla="*/ 1916202 h 2221602"/>
              <a:gd name="connsiteX88" fmla="*/ 1755765 w 1852282"/>
              <a:gd name="connsiteY88" fmla="*/ 1940348 h 2221602"/>
              <a:gd name="connsiteX89" fmla="*/ 1735896 w 1852282"/>
              <a:gd name="connsiteY89" fmla="*/ 1961655 h 2221602"/>
              <a:gd name="connsiteX90" fmla="*/ 1713188 w 1852282"/>
              <a:gd name="connsiteY90" fmla="*/ 1984382 h 2221602"/>
              <a:gd name="connsiteX91" fmla="*/ 1689061 w 1852282"/>
              <a:gd name="connsiteY91" fmla="*/ 2004270 h 2221602"/>
              <a:gd name="connsiteX92" fmla="*/ 1663506 w 1852282"/>
              <a:gd name="connsiteY92" fmla="*/ 2024158 h 2221602"/>
              <a:gd name="connsiteX93" fmla="*/ 1637960 w 1852282"/>
              <a:gd name="connsiteY93" fmla="*/ 2042627 h 2221602"/>
              <a:gd name="connsiteX94" fmla="*/ 1609575 w 1852282"/>
              <a:gd name="connsiteY94" fmla="*/ 2055410 h 2221602"/>
              <a:gd name="connsiteX95" fmla="*/ 1579762 w 1852282"/>
              <a:gd name="connsiteY95" fmla="*/ 2069612 h 2221602"/>
              <a:gd name="connsiteX96" fmla="*/ 1549958 w 1852282"/>
              <a:gd name="connsiteY96" fmla="*/ 2083813 h 2221602"/>
              <a:gd name="connsiteX97" fmla="*/ 1518735 w 1852282"/>
              <a:gd name="connsiteY97" fmla="*/ 2093757 h 2221602"/>
              <a:gd name="connsiteX98" fmla="*/ 1522993 w 1852282"/>
              <a:gd name="connsiteY98" fmla="*/ 2129276 h 2221602"/>
              <a:gd name="connsiteX99" fmla="*/ 1522993 w 1852282"/>
              <a:gd name="connsiteY99" fmla="*/ 2134953 h 2221602"/>
              <a:gd name="connsiteX100" fmla="*/ 1520154 w 1852282"/>
              <a:gd name="connsiteY100" fmla="*/ 2143478 h 2221602"/>
              <a:gd name="connsiteX101" fmla="*/ 1514477 w 1852282"/>
              <a:gd name="connsiteY101" fmla="*/ 2157680 h 2221602"/>
              <a:gd name="connsiteX102" fmla="*/ 1505962 w 1852282"/>
              <a:gd name="connsiteY102" fmla="*/ 2167624 h 2221602"/>
              <a:gd name="connsiteX103" fmla="*/ 1500276 w 1852282"/>
              <a:gd name="connsiteY103" fmla="*/ 2171891 h 2221602"/>
              <a:gd name="connsiteX104" fmla="*/ 1493179 w 1852282"/>
              <a:gd name="connsiteY104" fmla="*/ 2174729 h 2221602"/>
              <a:gd name="connsiteX105" fmla="*/ 1464795 w 1852282"/>
              <a:gd name="connsiteY105" fmla="*/ 2184674 h 2221602"/>
              <a:gd name="connsiteX106" fmla="*/ 1434991 w 1852282"/>
              <a:gd name="connsiteY106" fmla="*/ 2193189 h 2221602"/>
              <a:gd name="connsiteX107" fmla="*/ 1400920 w 1852282"/>
              <a:gd name="connsiteY107" fmla="*/ 2201714 h 2221602"/>
              <a:gd name="connsiteX108" fmla="*/ 1366859 w 1852282"/>
              <a:gd name="connsiteY108" fmla="*/ 2208819 h 2221602"/>
              <a:gd name="connsiteX109" fmla="*/ 1331378 w 1852282"/>
              <a:gd name="connsiteY109" fmla="*/ 2213077 h 2221602"/>
              <a:gd name="connsiteX110" fmla="*/ 1293049 w 1852282"/>
              <a:gd name="connsiteY110" fmla="*/ 2217344 h 2221602"/>
              <a:gd name="connsiteX111" fmla="*/ 1253311 w 1852282"/>
              <a:gd name="connsiteY111" fmla="*/ 2218764 h 2221602"/>
              <a:gd name="connsiteX112" fmla="*/ 1212144 w 1852282"/>
              <a:gd name="connsiteY112" fmla="*/ 2221602 h 2221602"/>
              <a:gd name="connsiteX113" fmla="*/ 1142592 w 1852282"/>
              <a:gd name="connsiteY113" fmla="*/ 2218764 h 2221602"/>
              <a:gd name="connsiteX114" fmla="*/ 1077308 w 1852282"/>
              <a:gd name="connsiteY114" fmla="*/ 2213077 h 2221602"/>
              <a:gd name="connsiteX115" fmla="*/ 1017691 w 1852282"/>
              <a:gd name="connsiteY115" fmla="*/ 2207400 h 2221602"/>
              <a:gd name="connsiteX116" fmla="*/ 960922 w 1852282"/>
              <a:gd name="connsiteY116" fmla="*/ 2198875 h 2221602"/>
              <a:gd name="connsiteX117" fmla="*/ 880016 w 1852282"/>
              <a:gd name="connsiteY117" fmla="*/ 2184674 h 2221602"/>
              <a:gd name="connsiteX118" fmla="*/ 845945 w 1852282"/>
              <a:gd name="connsiteY118" fmla="*/ 2177568 h 2221602"/>
              <a:gd name="connsiteX119" fmla="*/ 837430 w 1852282"/>
              <a:gd name="connsiteY119" fmla="*/ 2174729 h 2221602"/>
              <a:gd name="connsiteX120" fmla="*/ 831753 w 1852282"/>
              <a:gd name="connsiteY120" fmla="*/ 2169043 h 2221602"/>
              <a:gd name="connsiteX121" fmla="*/ 826076 w 1852282"/>
              <a:gd name="connsiteY121" fmla="*/ 2164785 h 2221602"/>
              <a:gd name="connsiteX122" fmla="*/ 820399 w 1852282"/>
              <a:gd name="connsiteY122" fmla="*/ 2157680 h 2221602"/>
              <a:gd name="connsiteX123" fmla="*/ 816141 w 1852282"/>
              <a:gd name="connsiteY123" fmla="*/ 2152003 h 2221602"/>
              <a:gd name="connsiteX124" fmla="*/ 814722 w 1852282"/>
              <a:gd name="connsiteY124" fmla="*/ 2143478 h 2221602"/>
              <a:gd name="connsiteX125" fmla="*/ 811884 w 1852282"/>
              <a:gd name="connsiteY125" fmla="*/ 2133534 h 2221602"/>
              <a:gd name="connsiteX126" fmla="*/ 811884 w 1852282"/>
              <a:gd name="connsiteY126" fmla="*/ 2125009 h 2221602"/>
              <a:gd name="connsiteX127" fmla="*/ 845945 w 1852282"/>
              <a:gd name="connsiteY127" fmla="*/ 1884950 h 2221602"/>
              <a:gd name="connsiteX128" fmla="*/ 875758 w 1852282"/>
              <a:gd name="connsiteY128" fmla="*/ 1673305 h 2221602"/>
              <a:gd name="connsiteX129" fmla="*/ 905562 w 1852282"/>
              <a:gd name="connsiteY129" fmla="*/ 1474442 h 2221602"/>
              <a:gd name="connsiteX130" fmla="*/ 864395 w 1852282"/>
              <a:gd name="connsiteY130" fmla="*/ 1465917 h 2221602"/>
              <a:gd name="connsiteX131" fmla="*/ 821818 w 1852282"/>
              <a:gd name="connsiteY131" fmla="*/ 1455973 h 2221602"/>
              <a:gd name="connsiteX132" fmla="*/ 780661 w 1852282"/>
              <a:gd name="connsiteY132" fmla="*/ 1444609 h 2221602"/>
              <a:gd name="connsiteX133" fmla="*/ 740913 w 1852282"/>
              <a:gd name="connsiteY133" fmla="*/ 1430408 h 2221602"/>
              <a:gd name="connsiteX134" fmla="*/ 702594 w 1852282"/>
              <a:gd name="connsiteY134" fmla="*/ 1416196 h 2221602"/>
              <a:gd name="connsiteX135" fmla="*/ 664265 w 1852282"/>
              <a:gd name="connsiteY135" fmla="*/ 1399156 h 2221602"/>
              <a:gd name="connsiteX136" fmla="*/ 628784 w 1852282"/>
              <a:gd name="connsiteY136" fmla="*/ 1380687 h 2221602"/>
              <a:gd name="connsiteX137" fmla="*/ 593304 w 1852282"/>
              <a:gd name="connsiteY137" fmla="*/ 1360799 h 2221602"/>
              <a:gd name="connsiteX138" fmla="*/ 559233 w 1852282"/>
              <a:gd name="connsiteY138" fmla="*/ 1339501 h 2221602"/>
              <a:gd name="connsiteX139" fmla="*/ 528010 w 1852282"/>
              <a:gd name="connsiteY139" fmla="*/ 1316765 h 2221602"/>
              <a:gd name="connsiteX140" fmla="*/ 498196 w 1852282"/>
              <a:gd name="connsiteY140" fmla="*/ 1292619 h 2221602"/>
              <a:gd name="connsiteX141" fmla="*/ 468393 w 1852282"/>
              <a:gd name="connsiteY141" fmla="*/ 1265635 h 2221602"/>
              <a:gd name="connsiteX142" fmla="*/ 440008 w 1852282"/>
              <a:gd name="connsiteY142" fmla="*/ 1238641 h 2221602"/>
              <a:gd name="connsiteX143" fmla="*/ 411614 w 1852282"/>
              <a:gd name="connsiteY143" fmla="*/ 1208818 h 2221602"/>
              <a:gd name="connsiteX144" fmla="*/ 388906 w 1852282"/>
              <a:gd name="connsiteY144" fmla="*/ 1178986 h 2221602"/>
              <a:gd name="connsiteX145" fmla="*/ 364779 w 1852282"/>
              <a:gd name="connsiteY145" fmla="*/ 1147734 h 2221602"/>
              <a:gd name="connsiteX146" fmla="*/ 340653 w 1852282"/>
              <a:gd name="connsiteY146" fmla="*/ 1149153 h 2221602"/>
              <a:gd name="connsiteX147" fmla="*/ 315097 w 1852282"/>
              <a:gd name="connsiteY147" fmla="*/ 1151992 h 2221602"/>
              <a:gd name="connsiteX148" fmla="*/ 292389 w 1852282"/>
              <a:gd name="connsiteY148" fmla="*/ 1149153 h 2221602"/>
              <a:gd name="connsiteX149" fmla="*/ 268263 w 1852282"/>
              <a:gd name="connsiteY149" fmla="*/ 1147734 h 2221602"/>
              <a:gd name="connsiteX150" fmla="*/ 245555 w 1852282"/>
              <a:gd name="connsiteY150" fmla="*/ 1143477 h 2221602"/>
              <a:gd name="connsiteX151" fmla="*/ 221418 w 1852282"/>
              <a:gd name="connsiteY151" fmla="*/ 1137790 h 2221602"/>
              <a:gd name="connsiteX152" fmla="*/ 197292 w 1852282"/>
              <a:gd name="connsiteY152" fmla="*/ 1129265 h 2221602"/>
              <a:gd name="connsiteX153" fmla="*/ 176003 w 1852282"/>
              <a:gd name="connsiteY153" fmla="*/ 1119321 h 2221602"/>
              <a:gd name="connsiteX154" fmla="*/ 151876 w 1852282"/>
              <a:gd name="connsiteY154" fmla="*/ 1107958 h 2221602"/>
              <a:gd name="connsiteX155" fmla="*/ 129159 w 1852282"/>
              <a:gd name="connsiteY155" fmla="*/ 1093756 h 2221602"/>
              <a:gd name="connsiteX156" fmla="*/ 109290 w 1852282"/>
              <a:gd name="connsiteY156" fmla="*/ 1078135 h 2221602"/>
              <a:gd name="connsiteX157" fmla="*/ 89421 w 1852282"/>
              <a:gd name="connsiteY157" fmla="*/ 1059666 h 2221602"/>
              <a:gd name="connsiteX158" fmla="*/ 72390 w 1852282"/>
              <a:gd name="connsiteY158" fmla="*/ 1039778 h 2221602"/>
              <a:gd name="connsiteX159" fmla="*/ 53940 w 1852282"/>
              <a:gd name="connsiteY159" fmla="*/ 1019890 h 2221602"/>
              <a:gd name="connsiteX160" fmla="*/ 39738 w 1852282"/>
              <a:gd name="connsiteY160" fmla="*/ 995744 h 2221602"/>
              <a:gd name="connsiteX161" fmla="*/ 25546 w 1852282"/>
              <a:gd name="connsiteY161" fmla="*/ 970179 h 2221602"/>
              <a:gd name="connsiteX162" fmla="*/ 15611 w 1852282"/>
              <a:gd name="connsiteY162" fmla="*/ 941766 h 2221602"/>
              <a:gd name="connsiteX163" fmla="*/ 8515 w 1852282"/>
              <a:gd name="connsiteY163" fmla="*/ 911933 h 2221602"/>
              <a:gd name="connsiteX164" fmla="*/ 2838 w 1852282"/>
              <a:gd name="connsiteY164" fmla="*/ 880682 h 2221602"/>
              <a:gd name="connsiteX165" fmla="*/ 0 w 1852282"/>
              <a:gd name="connsiteY165" fmla="*/ 849440 h 2221602"/>
              <a:gd name="connsiteX166" fmla="*/ 2838 w 1852282"/>
              <a:gd name="connsiteY166" fmla="*/ 816769 h 2221602"/>
              <a:gd name="connsiteX167" fmla="*/ 8515 w 1852282"/>
              <a:gd name="connsiteY167" fmla="*/ 786937 h 2221602"/>
              <a:gd name="connsiteX168" fmla="*/ 15611 w 1852282"/>
              <a:gd name="connsiteY168" fmla="*/ 755685 h 2221602"/>
              <a:gd name="connsiteX169" fmla="*/ 28385 w 1852282"/>
              <a:gd name="connsiteY169" fmla="*/ 727282 h 2221602"/>
              <a:gd name="connsiteX170" fmla="*/ 44006 w 1852282"/>
              <a:gd name="connsiteY170" fmla="*/ 697449 h 2221602"/>
              <a:gd name="connsiteX171" fmla="*/ 62456 w 1852282"/>
              <a:gd name="connsiteY171" fmla="*/ 671875 h 2221602"/>
              <a:gd name="connsiteX172" fmla="*/ 83744 w 1852282"/>
              <a:gd name="connsiteY172" fmla="*/ 647729 h 2221602"/>
              <a:gd name="connsiteX173" fmla="*/ 107871 w 1852282"/>
              <a:gd name="connsiteY173" fmla="*/ 626421 h 2221602"/>
              <a:gd name="connsiteX174" fmla="*/ 133417 w 1852282"/>
              <a:gd name="connsiteY174" fmla="*/ 607962 h 2221602"/>
              <a:gd name="connsiteX175" fmla="*/ 158972 w 1852282"/>
              <a:gd name="connsiteY175" fmla="*/ 592331 h 2221602"/>
              <a:gd name="connsiteX176" fmla="*/ 188776 w 1852282"/>
              <a:gd name="connsiteY176" fmla="*/ 579549 h 2221602"/>
              <a:gd name="connsiteX177" fmla="*/ 221418 w 1852282"/>
              <a:gd name="connsiteY177" fmla="*/ 569605 h 2221602"/>
              <a:gd name="connsiteX178" fmla="*/ 252651 w 1852282"/>
              <a:gd name="connsiteY178" fmla="*/ 562499 h 2221602"/>
              <a:gd name="connsiteX179" fmla="*/ 288132 w 1852282"/>
              <a:gd name="connsiteY179" fmla="*/ 558241 h 2221602"/>
              <a:gd name="connsiteX180" fmla="*/ 286712 w 1852282"/>
              <a:gd name="connsiteY180" fmla="*/ 525571 h 2221602"/>
              <a:gd name="connsiteX181" fmla="*/ 286712 w 1852282"/>
              <a:gd name="connsiteY181" fmla="*/ 492900 h 2221602"/>
              <a:gd name="connsiteX182" fmla="*/ 290970 w 1852282"/>
              <a:gd name="connsiteY182" fmla="*/ 455971 h 2221602"/>
              <a:gd name="connsiteX183" fmla="*/ 296647 w 1852282"/>
              <a:gd name="connsiteY183" fmla="*/ 421881 h 2221602"/>
              <a:gd name="connsiteX184" fmla="*/ 300905 w 1852282"/>
              <a:gd name="connsiteY184" fmla="*/ 406251 h 2221602"/>
              <a:gd name="connsiteX185" fmla="*/ 306582 w 1852282"/>
              <a:gd name="connsiteY185" fmla="*/ 392049 h 2221602"/>
              <a:gd name="connsiteX186" fmla="*/ 315097 w 1852282"/>
              <a:gd name="connsiteY186" fmla="*/ 379267 h 2221602"/>
              <a:gd name="connsiteX187" fmla="*/ 322203 w 1852282"/>
              <a:gd name="connsiteY187" fmla="*/ 365055 h 2221602"/>
              <a:gd name="connsiteX188" fmla="*/ 332137 w 1852282"/>
              <a:gd name="connsiteY188" fmla="*/ 355121 h 2221602"/>
              <a:gd name="connsiteX189" fmla="*/ 344910 w 1852282"/>
              <a:gd name="connsiteY189" fmla="*/ 345177 h 2221602"/>
              <a:gd name="connsiteX190" fmla="*/ 359103 w 1852282"/>
              <a:gd name="connsiteY190" fmla="*/ 339490 h 2221602"/>
              <a:gd name="connsiteX191" fmla="*/ 371876 w 1852282"/>
              <a:gd name="connsiteY191" fmla="*/ 332384 h 2221602"/>
              <a:gd name="connsiteX192" fmla="*/ 388906 w 1852282"/>
              <a:gd name="connsiteY192" fmla="*/ 330965 h 2221602"/>
              <a:gd name="connsiteX193" fmla="*/ 401679 w 1852282"/>
              <a:gd name="connsiteY193" fmla="*/ 329546 h 2221602"/>
              <a:gd name="connsiteX194" fmla="*/ 424397 w 1852282"/>
              <a:gd name="connsiteY194" fmla="*/ 330965 h 2221602"/>
              <a:gd name="connsiteX195" fmla="*/ 444266 w 1852282"/>
              <a:gd name="connsiteY195" fmla="*/ 336652 h 2221602"/>
              <a:gd name="connsiteX196" fmla="*/ 459877 w 1852282"/>
              <a:gd name="connsiteY196" fmla="*/ 345177 h 2221602"/>
              <a:gd name="connsiteX197" fmla="*/ 474070 w 1852282"/>
              <a:gd name="connsiteY197" fmla="*/ 356540 h 2221602"/>
              <a:gd name="connsiteX198" fmla="*/ 488262 w 1852282"/>
              <a:gd name="connsiteY198" fmla="*/ 370742 h 2221602"/>
              <a:gd name="connsiteX199" fmla="*/ 498196 w 1852282"/>
              <a:gd name="connsiteY199" fmla="*/ 389211 h 2221602"/>
              <a:gd name="connsiteX200" fmla="*/ 508140 w 1852282"/>
              <a:gd name="connsiteY200" fmla="*/ 406251 h 2221602"/>
              <a:gd name="connsiteX201" fmla="*/ 515237 w 1852282"/>
              <a:gd name="connsiteY201" fmla="*/ 428978 h 2221602"/>
              <a:gd name="connsiteX202" fmla="*/ 523752 w 1852282"/>
              <a:gd name="connsiteY202" fmla="*/ 453123 h 2221602"/>
              <a:gd name="connsiteX203" fmla="*/ 529429 w 1852282"/>
              <a:gd name="connsiteY203" fmla="*/ 478698 h 2221602"/>
              <a:gd name="connsiteX204" fmla="*/ 539363 w 1852282"/>
              <a:gd name="connsiteY204" fmla="*/ 535515 h 2221602"/>
              <a:gd name="connsiteX205" fmla="*/ 547879 w 1852282"/>
              <a:gd name="connsiteY205" fmla="*/ 598018 h 2221602"/>
              <a:gd name="connsiteX206" fmla="*/ 553556 w 1852282"/>
              <a:gd name="connsiteY206" fmla="*/ 663359 h 2221602"/>
              <a:gd name="connsiteX207" fmla="*/ 554975 w 1852282"/>
              <a:gd name="connsiteY207" fmla="*/ 691763 h 2221602"/>
              <a:gd name="connsiteX208" fmla="*/ 559233 w 1852282"/>
              <a:gd name="connsiteY208" fmla="*/ 727282 h 2221602"/>
              <a:gd name="connsiteX209" fmla="*/ 564910 w 1852282"/>
              <a:gd name="connsiteY209" fmla="*/ 762791 h 2221602"/>
              <a:gd name="connsiteX210" fmla="*/ 579102 w 1852282"/>
              <a:gd name="connsiteY210" fmla="*/ 836648 h 2221602"/>
              <a:gd name="connsiteX211" fmla="*/ 593304 w 1852282"/>
              <a:gd name="connsiteY211" fmla="*/ 899151 h 2221602"/>
              <a:gd name="connsiteX212" fmla="*/ 601819 w 1852282"/>
              <a:gd name="connsiteY212" fmla="*/ 938927 h 2221602"/>
              <a:gd name="connsiteX213" fmla="*/ 631623 w 1852282"/>
              <a:gd name="connsiteY213" fmla="*/ 974436 h 2221602"/>
              <a:gd name="connsiteX214" fmla="*/ 661427 w 1852282"/>
              <a:gd name="connsiteY214" fmla="*/ 1008526 h 2221602"/>
              <a:gd name="connsiteX215" fmla="*/ 691240 w 1852282"/>
              <a:gd name="connsiteY215" fmla="*/ 1035520 h 2221602"/>
              <a:gd name="connsiteX216" fmla="*/ 722463 w 1852282"/>
              <a:gd name="connsiteY216" fmla="*/ 1063924 h 2221602"/>
              <a:gd name="connsiteX217" fmla="*/ 752267 w 1852282"/>
              <a:gd name="connsiteY217" fmla="*/ 1085231 h 2221602"/>
              <a:gd name="connsiteX218" fmla="*/ 782080 w 1852282"/>
              <a:gd name="connsiteY218" fmla="*/ 1107958 h 2221602"/>
              <a:gd name="connsiteX219" fmla="*/ 811884 w 1852282"/>
              <a:gd name="connsiteY219" fmla="*/ 1125008 h 2221602"/>
              <a:gd name="connsiteX220" fmla="*/ 841687 w 1852282"/>
              <a:gd name="connsiteY220" fmla="*/ 1142048 h 2221602"/>
              <a:gd name="connsiteX221" fmla="*/ 871501 w 1852282"/>
              <a:gd name="connsiteY221" fmla="*/ 1153411 h 2221602"/>
              <a:gd name="connsiteX222" fmla="*/ 899885 w 1852282"/>
              <a:gd name="connsiteY222" fmla="*/ 1166203 h 2221602"/>
              <a:gd name="connsiteX223" fmla="*/ 926851 w 1852282"/>
              <a:gd name="connsiteY223" fmla="*/ 1176138 h 2221602"/>
              <a:gd name="connsiteX224" fmla="*/ 953816 w 1852282"/>
              <a:gd name="connsiteY224" fmla="*/ 1181824 h 2221602"/>
              <a:gd name="connsiteX225" fmla="*/ 979372 w 1852282"/>
              <a:gd name="connsiteY225" fmla="*/ 1187511 h 2221602"/>
              <a:gd name="connsiteX226" fmla="*/ 1000660 w 1852282"/>
              <a:gd name="connsiteY226" fmla="*/ 1191768 h 2221602"/>
              <a:gd name="connsiteX227" fmla="*/ 1044656 w 1852282"/>
              <a:gd name="connsiteY227" fmla="*/ 1197445 h 2221602"/>
              <a:gd name="connsiteX228" fmla="*/ 1047494 w 1852282"/>
              <a:gd name="connsiteY228" fmla="*/ 1193188 h 2221602"/>
              <a:gd name="connsiteX229" fmla="*/ 1047494 w 1852282"/>
              <a:gd name="connsiteY229" fmla="*/ 1191768 h 2221602"/>
              <a:gd name="connsiteX230" fmla="*/ 1048923 w 1852282"/>
              <a:gd name="connsiteY230" fmla="*/ 1178986 h 2221602"/>
              <a:gd name="connsiteX231" fmla="*/ 994983 w 1852282"/>
              <a:gd name="connsiteY231" fmla="*/ 1167622 h 2221602"/>
              <a:gd name="connsiteX232" fmla="*/ 945301 w 1852282"/>
              <a:gd name="connsiteY232" fmla="*/ 1153411 h 2221602"/>
              <a:gd name="connsiteX233" fmla="*/ 899885 w 1852282"/>
              <a:gd name="connsiteY233" fmla="*/ 1136371 h 2221602"/>
              <a:gd name="connsiteX234" fmla="*/ 855880 w 1852282"/>
              <a:gd name="connsiteY234" fmla="*/ 1113644 h 2221602"/>
              <a:gd name="connsiteX235" fmla="*/ 816141 w 1852282"/>
              <a:gd name="connsiteY235" fmla="*/ 1089498 h 2221602"/>
              <a:gd name="connsiteX236" fmla="*/ 777822 w 1852282"/>
              <a:gd name="connsiteY236" fmla="*/ 1063924 h 2221602"/>
              <a:gd name="connsiteX237" fmla="*/ 745170 w 1852282"/>
              <a:gd name="connsiteY237" fmla="*/ 1034101 h 2221602"/>
              <a:gd name="connsiteX238" fmla="*/ 712528 w 1852282"/>
              <a:gd name="connsiteY238" fmla="*/ 1002849 h 2221602"/>
              <a:gd name="connsiteX239" fmla="*/ 684144 w 1852282"/>
              <a:gd name="connsiteY239" fmla="*/ 965911 h 2221602"/>
              <a:gd name="connsiteX240" fmla="*/ 661427 w 1852282"/>
              <a:gd name="connsiteY240" fmla="*/ 930402 h 2221602"/>
              <a:gd name="connsiteX241" fmla="*/ 641557 w 1852282"/>
              <a:gd name="connsiteY241" fmla="*/ 890626 h 2221602"/>
              <a:gd name="connsiteX242" fmla="*/ 623107 w 1852282"/>
              <a:gd name="connsiteY242" fmla="*/ 849440 h 2221602"/>
              <a:gd name="connsiteX243" fmla="*/ 608915 w 1852282"/>
              <a:gd name="connsiteY243" fmla="*/ 805406 h 2221602"/>
              <a:gd name="connsiteX244" fmla="*/ 601819 w 1852282"/>
              <a:gd name="connsiteY244" fmla="*/ 758524 h 2221602"/>
              <a:gd name="connsiteX245" fmla="*/ 594713 w 1852282"/>
              <a:gd name="connsiteY245" fmla="*/ 711651 h 2221602"/>
              <a:gd name="connsiteX246" fmla="*/ 593304 w 1852282"/>
              <a:gd name="connsiteY246" fmla="*/ 661931 h 2221602"/>
              <a:gd name="connsiteX247" fmla="*/ 593304 w 1852282"/>
              <a:gd name="connsiteY247" fmla="*/ 627841 h 2221602"/>
              <a:gd name="connsiteX248" fmla="*/ 594713 w 1852282"/>
              <a:gd name="connsiteY248" fmla="*/ 593751 h 2221602"/>
              <a:gd name="connsiteX249" fmla="*/ 598981 w 1852282"/>
              <a:gd name="connsiteY249" fmla="*/ 562499 h 2221602"/>
              <a:gd name="connsiteX250" fmla="*/ 604657 w 1852282"/>
              <a:gd name="connsiteY250" fmla="*/ 529828 h 2221602"/>
              <a:gd name="connsiteX251" fmla="*/ 613173 w 1852282"/>
              <a:gd name="connsiteY251" fmla="*/ 498586 h 2221602"/>
              <a:gd name="connsiteX252" fmla="*/ 621688 w 1852282"/>
              <a:gd name="connsiteY252" fmla="*/ 465915 h 2221602"/>
              <a:gd name="connsiteX253" fmla="*/ 631623 w 1852282"/>
              <a:gd name="connsiteY253" fmla="*/ 436083 h 2221602"/>
              <a:gd name="connsiteX254" fmla="*/ 642977 w 1852282"/>
              <a:gd name="connsiteY254" fmla="*/ 406251 h 2221602"/>
              <a:gd name="connsiteX255" fmla="*/ 654330 w 1852282"/>
              <a:gd name="connsiteY255" fmla="*/ 376419 h 2221602"/>
              <a:gd name="connsiteX256" fmla="*/ 671361 w 1852282"/>
              <a:gd name="connsiteY256" fmla="*/ 349434 h 2221602"/>
              <a:gd name="connsiteX257" fmla="*/ 684144 w 1852282"/>
              <a:gd name="connsiteY257" fmla="*/ 321021 h 2221602"/>
              <a:gd name="connsiteX258" fmla="*/ 702594 w 1852282"/>
              <a:gd name="connsiteY258" fmla="*/ 295456 h 2221602"/>
              <a:gd name="connsiteX259" fmla="*/ 718205 w 1852282"/>
              <a:gd name="connsiteY259" fmla="*/ 267043 h 2221602"/>
              <a:gd name="connsiteX260" fmla="*/ 738074 w 1852282"/>
              <a:gd name="connsiteY260" fmla="*/ 242897 h 2221602"/>
              <a:gd name="connsiteX261" fmla="*/ 757944 w 1852282"/>
              <a:gd name="connsiteY261" fmla="*/ 218751 h 2221602"/>
              <a:gd name="connsiteX262" fmla="*/ 780661 w 1852282"/>
              <a:gd name="connsiteY262" fmla="*/ 196025 h 2221602"/>
              <a:gd name="connsiteX263" fmla="*/ 801949 w 1852282"/>
              <a:gd name="connsiteY263" fmla="*/ 173298 h 2221602"/>
              <a:gd name="connsiteX264" fmla="*/ 824657 w 1852282"/>
              <a:gd name="connsiteY264" fmla="*/ 153410 h 2221602"/>
              <a:gd name="connsiteX265" fmla="*/ 847364 w 1852282"/>
              <a:gd name="connsiteY265" fmla="*/ 133521 h 2221602"/>
              <a:gd name="connsiteX266" fmla="*/ 874339 w 1852282"/>
              <a:gd name="connsiteY266" fmla="*/ 113633 h 2221602"/>
              <a:gd name="connsiteX267" fmla="*/ 897047 w 1852282"/>
              <a:gd name="connsiteY267" fmla="*/ 96593 h 2221602"/>
              <a:gd name="connsiteX268" fmla="*/ 925431 w 1852282"/>
              <a:gd name="connsiteY268" fmla="*/ 79543 h 2221602"/>
              <a:gd name="connsiteX269" fmla="*/ 950977 w 1852282"/>
              <a:gd name="connsiteY269" fmla="*/ 65342 h 2221602"/>
              <a:gd name="connsiteX270" fmla="*/ 979372 w 1852282"/>
              <a:gd name="connsiteY270" fmla="*/ 52559 h 2221602"/>
              <a:gd name="connsiteX271" fmla="*/ 1009175 w 1852282"/>
              <a:gd name="connsiteY271" fmla="*/ 39776 h 2221602"/>
              <a:gd name="connsiteX272" fmla="*/ 1037560 w 1852282"/>
              <a:gd name="connsiteY272" fmla="*/ 29832 h 2221602"/>
              <a:gd name="connsiteX273" fmla="*/ 1067373 w 1852282"/>
              <a:gd name="connsiteY273" fmla="*/ 19888 h 2221602"/>
              <a:gd name="connsiteX274" fmla="*/ 1097177 w 1852282"/>
              <a:gd name="connsiteY274" fmla="*/ 14202 h 2221602"/>
              <a:gd name="connsiteX275" fmla="*/ 1128400 w 1852282"/>
              <a:gd name="connsiteY275" fmla="*/ 8525 h 2221602"/>
              <a:gd name="connsiteX276" fmla="*/ 1158213 w 1852282"/>
              <a:gd name="connsiteY276" fmla="*/ 2838 h 222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</a:cxnLst>
            <a:rect l="l" t="t" r="r" b="b"/>
            <a:pathLst>
              <a:path w="1852282" h="2221602">
                <a:moveTo>
                  <a:pt x="1458404" y="1536230"/>
                </a:moveTo>
                <a:lnTo>
                  <a:pt x="1479940" y="1737989"/>
                </a:lnTo>
                <a:lnTo>
                  <a:pt x="1504343" y="1721054"/>
                </a:lnTo>
                <a:lnTo>
                  <a:pt x="1515830" y="1711176"/>
                </a:lnTo>
                <a:lnTo>
                  <a:pt x="1524450" y="1701299"/>
                </a:lnTo>
                <a:lnTo>
                  <a:pt x="1533061" y="1688602"/>
                </a:lnTo>
                <a:lnTo>
                  <a:pt x="1538804" y="1677315"/>
                </a:lnTo>
                <a:lnTo>
                  <a:pt x="1543110" y="1663208"/>
                </a:lnTo>
                <a:lnTo>
                  <a:pt x="1543110" y="1649102"/>
                </a:lnTo>
                <a:lnTo>
                  <a:pt x="1543110" y="1629347"/>
                </a:lnTo>
                <a:lnTo>
                  <a:pt x="1535937" y="1609592"/>
                </a:lnTo>
                <a:lnTo>
                  <a:pt x="1528755" y="1594076"/>
                </a:lnTo>
                <a:lnTo>
                  <a:pt x="1518706" y="1578560"/>
                </a:lnTo>
                <a:lnTo>
                  <a:pt x="1505781" y="1565863"/>
                </a:lnTo>
                <a:lnTo>
                  <a:pt x="1492865" y="1554576"/>
                </a:lnTo>
                <a:lnTo>
                  <a:pt x="1475634" y="1544698"/>
                </a:lnTo>
                <a:close/>
              </a:path>
              <a:path w="1852282" h="2221602">
                <a:moveTo>
                  <a:pt x="1405283" y="1431827"/>
                </a:moveTo>
                <a:lnTo>
                  <a:pt x="1418199" y="1433237"/>
                </a:lnTo>
                <a:lnTo>
                  <a:pt x="1442611" y="1440295"/>
                </a:lnTo>
                <a:lnTo>
                  <a:pt x="1465585" y="1447343"/>
                </a:lnTo>
                <a:lnTo>
                  <a:pt x="1488550" y="1455811"/>
                </a:lnTo>
                <a:lnTo>
                  <a:pt x="1508658" y="1465688"/>
                </a:lnTo>
                <a:lnTo>
                  <a:pt x="1528755" y="1475566"/>
                </a:lnTo>
                <a:lnTo>
                  <a:pt x="1545986" y="1486853"/>
                </a:lnTo>
                <a:lnTo>
                  <a:pt x="1563217" y="1499550"/>
                </a:lnTo>
                <a:lnTo>
                  <a:pt x="1576133" y="1513656"/>
                </a:lnTo>
                <a:lnTo>
                  <a:pt x="1589058" y="1526353"/>
                </a:lnTo>
                <a:lnTo>
                  <a:pt x="1600545" y="1543289"/>
                </a:lnTo>
                <a:lnTo>
                  <a:pt x="1609156" y="1558805"/>
                </a:lnTo>
                <a:lnTo>
                  <a:pt x="1616338" y="1575731"/>
                </a:lnTo>
                <a:lnTo>
                  <a:pt x="1623510" y="1594076"/>
                </a:lnTo>
                <a:lnTo>
                  <a:pt x="1627825" y="1612421"/>
                </a:lnTo>
                <a:lnTo>
                  <a:pt x="1630692" y="1632166"/>
                </a:lnTo>
                <a:lnTo>
                  <a:pt x="1630692" y="1651921"/>
                </a:lnTo>
                <a:lnTo>
                  <a:pt x="1629254" y="1667437"/>
                </a:lnTo>
                <a:lnTo>
                  <a:pt x="1627825" y="1682963"/>
                </a:lnTo>
                <a:lnTo>
                  <a:pt x="1623510" y="1697070"/>
                </a:lnTo>
                <a:lnTo>
                  <a:pt x="1619205" y="1711176"/>
                </a:lnTo>
                <a:lnTo>
                  <a:pt x="1610594" y="1725283"/>
                </a:lnTo>
                <a:lnTo>
                  <a:pt x="1603412" y="1737989"/>
                </a:lnTo>
                <a:lnTo>
                  <a:pt x="1594802" y="1752096"/>
                </a:lnTo>
                <a:lnTo>
                  <a:pt x="1584753" y="1764792"/>
                </a:lnTo>
                <a:lnTo>
                  <a:pt x="1573266" y="1777489"/>
                </a:lnTo>
                <a:lnTo>
                  <a:pt x="1560340" y="1790186"/>
                </a:lnTo>
                <a:lnTo>
                  <a:pt x="1530194" y="1809941"/>
                </a:lnTo>
                <a:lnTo>
                  <a:pt x="1495732" y="1829686"/>
                </a:lnTo>
                <a:lnTo>
                  <a:pt x="1458404" y="1845212"/>
                </a:lnTo>
                <a:lnTo>
                  <a:pt x="1452660" y="1848031"/>
                </a:lnTo>
                <a:lnTo>
                  <a:pt x="1444049" y="1849441"/>
                </a:lnTo>
                <a:lnTo>
                  <a:pt x="1432562" y="1848031"/>
                </a:lnTo>
                <a:lnTo>
                  <a:pt x="1419637" y="1840973"/>
                </a:lnTo>
                <a:lnTo>
                  <a:pt x="1412464" y="1835335"/>
                </a:lnTo>
                <a:lnTo>
                  <a:pt x="1405283" y="1826867"/>
                </a:lnTo>
                <a:lnTo>
                  <a:pt x="1402406" y="1819818"/>
                </a:lnTo>
                <a:lnTo>
                  <a:pt x="1399539" y="1809941"/>
                </a:lnTo>
                <a:lnTo>
                  <a:pt x="1363649" y="1481205"/>
                </a:lnTo>
                <a:lnTo>
                  <a:pt x="1363649" y="1469917"/>
                </a:lnTo>
                <a:lnTo>
                  <a:pt x="1367954" y="1460040"/>
                </a:lnTo>
                <a:lnTo>
                  <a:pt x="1370821" y="1451582"/>
                </a:lnTo>
                <a:lnTo>
                  <a:pt x="1378003" y="1443114"/>
                </a:lnTo>
                <a:lnTo>
                  <a:pt x="1388052" y="1437466"/>
                </a:lnTo>
                <a:lnTo>
                  <a:pt x="1395234" y="1433237"/>
                </a:lnTo>
                <a:close/>
              </a:path>
              <a:path w="1852282" h="2221602">
                <a:moveTo>
                  <a:pt x="1226641" y="531247"/>
                </a:moveTo>
                <a:lnTo>
                  <a:pt x="1240690" y="531247"/>
                </a:lnTo>
                <a:lnTo>
                  <a:pt x="1253349" y="534057"/>
                </a:lnTo>
                <a:lnTo>
                  <a:pt x="1265998" y="536858"/>
                </a:lnTo>
                <a:lnTo>
                  <a:pt x="1277247" y="545278"/>
                </a:lnTo>
                <a:lnTo>
                  <a:pt x="1285677" y="553688"/>
                </a:lnTo>
                <a:lnTo>
                  <a:pt x="1292706" y="563509"/>
                </a:lnTo>
                <a:lnTo>
                  <a:pt x="1299736" y="574720"/>
                </a:lnTo>
                <a:lnTo>
                  <a:pt x="1301146" y="588740"/>
                </a:lnTo>
                <a:lnTo>
                  <a:pt x="1301146" y="602771"/>
                </a:lnTo>
                <a:lnTo>
                  <a:pt x="1296926" y="685505"/>
                </a:lnTo>
                <a:lnTo>
                  <a:pt x="1295526" y="698126"/>
                </a:lnTo>
                <a:lnTo>
                  <a:pt x="1289897" y="710737"/>
                </a:lnTo>
                <a:lnTo>
                  <a:pt x="1282867" y="721957"/>
                </a:lnTo>
                <a:lnTo>
                  <a:pt x="1275838" y="731777"/>
                </a:lnTo>
                <a:lnTo>
                  <a:pt x="1265998" y="740188"/>
                </a:lnTo>
                <a:lnTo>
                  <a:pt x="1253349" y="745798"/>
                </a:lnTo>
                <a:lnTo>
                  <a:pt x="1240690" y="747198"/>
                </a:lnTo>
                <a:lnTo>
                  <a:pt x="1226641" y="750008"/>
                </a:lnTo>
                <a:lnTo>
                  <a:pt x="1213982" y="747198"/>
                </a:lnTo>
                <a:lnTo>
                  <a:pt x="1201333" y="741588"/>
                </a:lnTo>
                <a:lnTo>
                  <a:pt x="1191494" y="735978"/>
                </a:lnTo>
                <a:lnTo>
                  <a:pt x="1180245" y="726167"/>
                </a:lnTo>
                <a:lnTo>
                  <a:pt x="1174625" y="716347"/>
                </a:lnTo>
                <a:lnTo>
                  <a:pt x="1168996" y="705136"/>
                </a:lnTo>
                <a:lnTo>
                  <a:pt x="1167595" y="691106"/>
                </a:lnTo>
                <a:lnTo>
                  <a:pt x="1164786" y="677085"/>
                </a:lnTo>
                <a:lnTo>
                  <a:pt x="1170405" y="594351"/>
                </a:lnTo>
                <a:lnTo>
                  <a:pt x="1173215" y="580330"/>
                </a:lnTo>
                <a:lnTo>
                  <a:pt x="1177435" y="569109"/>
                </a:lnTo>
                <a:lnTo>
                  <a:pt x="1184464" y="556489"/>
                </a:lnTo>
                <a:lnTo>
                  <a:pt x="1192894" y="546678"/>
                </a:lnTo>
                <a:lnTo>
                  <a:pt x="1202733" y="539668"/>
                </a:lnTo>
                <a:lnTo>
                  <a:pt x="1213982" y="535458"/>
                </a:lnTo>
                <a:close/>
              </a:path>
              <a:path w="1852282" h="2221602">
                <a:moveTo>
                  <a:pt x="791195" y="468754"/>
                </a:moveTo>
                <a:lnTo>
                  <a:pt x="805397" y="468754"/>
                </a:lnTo>
                <a:lnTo>
                  <a:pt x="819608" y="470183"/>
                </a:lnTo>
                <a:lnTo>
                  <a:pt x="830972" y="475898"/>
                </a:lnTo>
                <a:lnTo>
                  <a:pt x="843754" y="483051"/>
                </a:lnTo>
                <a:lnTo>
                  <a:pt x="850860" y="493052"/>
                </a:lnTo>
                <a:lnTo>
                  <a:pt x="859375" y="503063"/>
                </a:lnTo>
                <a:lnTo>
                  <a:pt x="863643" y="514503"/>
                </a:lnTo>
                <a:lnTo>
                  <a:pt x="866481" y="528800"/>
                </a:lnTo>
                <a:lnTo>
                  <a:pt x="866481" y="543097"/>
                </a:lnTo>
                <a:lnTo>
                  <a:pt x="860795" y="627440"/>
                </a:lnTo>
                <a:lnTo>
                  <a:pt x="859375" y="640309"/>
                </a:lnTo>
                <a:lnTo>
                  <a:pt x="853699" y="653177"/>
                </a:lnTo>
                <a:lnTo>
                  <a:pt x="846593" y="664607"/>
                </a:lnTo>
                <a:lnTo>
                  <a:pt x="839497" y="674618"/>
                </a:lnTo>
                <a:lnTo>
                  <a:pt x="826705" y="680333"/>
                </a:lnTo>
                <a:lnTo>
                  <a:pt x="815341" y="687486"/>
                </a:lnTo>
                <a:lnTo>
                  <a:pt x="803978" y="690344"/>
                </a:lnTo>
                <a:lnTo>
                  <a:pt x="789776" y="690344"/>
                </a:lnTo>
                <a:lnTo>
                  <a:pt x="775574" y="688915"/>
                </a:lnTo>
                <a:lnTo>
                  <a:pt x="764211" y="683200"/>
                </a:lnTo>
                <a:lnTo>
                  <a:pt x="754267" y="677475"/>
                </a:lnTo>
                <a:lnTo>
                  <a:pt x="744323" y="667465"/>
                </a:lnTo>
                <a:lnTo>
                  <a:pt x="737217" y="657463"/>
                </a:lnTo>
                <a:lnTo>
                  <a:pt x="731540" y="644595"/>
                </a:lnTo>
                <a:lnTo>
                  <a:pt x="730121" y="630298"/>
                </a:lnTo>
                <a:lnTo>
                  <a:pt x="730121" y="617430"/>
                </a:lnTo>
                <a:lnTo>
                  <a:pt x="735798" y="533086"/>
                </a:lnTo>
                <a:lnTo>
                  <a:pt x="737217" y="518789"/>
                </a:lnTo>
                <a:lnTo>
                  <a:pt x="741484" y="505920"/>
                </a:lnTo>
                <a:lnTo>
                  <a:pt x="750000" y="494481"/>
                </a:lnTo>
                <a:lnTo>
                  <a:pt x="757105" y="484480"/>
                </a:lnTo>
                <a:lnTo>
                  <a:pt x="767049" y="475898"/>
                </a:lnTo>
                <a:lnTo>
                  <a:pt x="779832" y="473040"/>
                </a:lnTo>
                <a:close/>
              </a:path>
              <a:path w="1852282" h="2221602">
                <a:moveTo>
                  <a:pt x="1222078" y="86649"/>
                </a:moveTo>
                <a:lnTo>
                  <a:pt x="1192275" y="88068"/>
                </a:lnTo>
                <a:lnTo>
                  <a:pt x="1162471" y="89487"/>
                </a:lnTo>
                <a:lnTo>
                  <a:pt x="1134077" y="93755"/>
                </a:lnTo>
                <a:lnTo>
                  <a:pt x="1104273" y="99431"/>
                </a:lnTo>
                <a:lnTo>
                  <a:pt x="1078727" y="107956"/>
                </a:lnTo>
                <a:lnTo>
                  <a:pt x="1050333" y="116481"/>
                </a:lnTo>
                <a:lnTo>
                  <a:pt x="1024787" y="126425"/>
                </a:lnTo>
                <a:lnTo>
                  <a:pt x="1000660" y="137789"/>
                </a:lnTo>
                <a:lnTo>
                  <a:pt x="975114" y="149152"/>
                </a:lnTo>
                <a:lnTo>
                  <a:pt x="950977" y="163354"/>
                </a:lnTo>
                <a:lnTo>
                  <a:pt x="929689" y="178975"/>
                </a:lnTo>
                <a:lnTo>
                  <a:pt x="906981" y="196025"/>
                </a:lnTo>
                <a:lnTo>
                  <a:pt x="885693" y="211646"/>
                </a:lnTo>
                <a:lnTo>
                  <a:pt x="865824" y="231534"/>
                </a:lnTo>
                <a:lnTo>
                  <a:pt x="847364" y="248584"/>
                </a:lnTo>
                <a:lnTo>
                  <a:pt x="827495" y="269891"/>
                </a:lnTo>
                <a:lnTo>
                  <a:pt x="811884" y="291198"/>
                </a:lnTo>
                <a:lnTo>
                  <a:pt x="796272" y="312506"/>
                </a:lnTo>
                <a:lnTo>
                  <a:pt x="780661" y="335232"/>
                </a:lnTo>
                <a:lnTo>
                  <a:pt x="766459" y="356540"/>
                </a:lnTo>
                <a:lnTo>
                  <a:pt x="740913" y="404832"/>
                </a:lnTo>
                <a:lnTo>
                  <a:pt x="718205" y="454552"/>
                </a:lnTo>
                <a:lnTo>
                  <a:pt x="701174" y="504263"/>
                </a:lnTo>
                <a:lnTo>
                  <a:pt x="688401" y="555403"/>
                </a:lnTo>
                <a:lnTo>
                  <a:pt x="684144" y="582387"/>
                </a:lnTo>
                <a:lnTo>
                  <a:pt x="682724" y="607962"/>
                </a:lnTo>
                <a:lnTo>
                  <a:pt x="681296" y="636365"/>
                </a:lnTo>
                <a:lnTo>
                  <a:pt x="678457" y="661931"/>
                </a:lnTo>
                <a:lnTo>
                  <a:pt x="681296" y="705974"/>
                </a:lnTo>
                <a:lnTo>
                  <a:pt x="686982" y="747160"/>
                </a:lnTo>
                <a:lnTo>
                  <a:pt x="694078" y="786937"/>
                </a:lnTo>
                <a:lnTo>
                  <a:pt x="708271" y="825284"/>
                </a:lnTo>
                <a:lnTo>
                  <a:pt x="723882" y="860803"/>
                </a:lnTo>
                <a:lnTo>
                  <a:pt x="742332" y="894893"/>
                </a:lnTo>
                <a:lnTo>
                  <a:pt x="766459" y="926145"/>
                </a:lnTo>
                <a:lnTo>
                  <a:pt x="792015" y="955967"/>
                </a:lnTo>
                <a:lnTo>
                  <a:pt x="820399" y="984380"/>
                </a:lnTo>
                <a:lnTo>
                  <a:pt x="851622" y="1008526"/>
                </a:lnTo>
                <a:lnTo>
                  <a:pt x="887112" y="1029834"/>
                </a:lnTo>
                <a:lnTo>
                  <a:pt x="925431" y="1049722"/>
                </a:lnTo>
                <a:lnTo>
                  <a:pt x="965179" y="1068191"/>
                </a:lnTo>
                <a:lnTo>
                  <a:pt x="1009175" y="1082393"/>
                </a:lnTo>
                <a:lnTo>
                  <a:pt x="1054600" y="1093756"/>
                </a:lnTo>
                <a:lnTo>
                  <a:pt x="1102854" y="1102281"/>
                </a:lnTo>
                <a:lnTo>
                  <a:pt x="1109950" y="1103700"/>
                </a:lnTo>
                <a:lnTo>
                  <a:pt x="1118465" y="1107958"/>
                </a:lnTo>
                <a:lnTo>
                  <a:pt x="1124142" y="1112225"/>
                </a:lnTo>
                <a:lnTo>
                  <a:pt x="1129819" y="1117902"/>
                </a:lnTo>
                <a:lnTo>
                  <a:pt x="1134077" y="1123588"/>
                </a:lnTo>
                <a:lnTo>
                  <a:pt x="1136915" y="1132104"/>
                </a:lnTo>
                <a:lnTo>
                  <a:pt x="1138335" y="1137790"/>
                </a:lnTo>
                <a:lnTo>
                  <a:pt x="1139763" y="1147734"/>
                </a:lnTo>
                <a:lnTo>
                  <a:pt x="1136915" y="1201712"/>
                </a:lnTo>
                <a:lnTo>
                  <a:pt x="1134077" y="1218753"/>
                </a:lnTo>
                <a:lnTo>
                  <a:pt x="1129819" y="1232964"/>
                </a:lnTo>
                <a:lnTo>
                  <a:pt x="1124142" y="1247166"/>
                </a:lnTo>
                <a:lnTo>
                  <a:pt x="1117046" y="1261367"/>
                </a:lnTo>
                <a:lnTo>
                  <a:pt x="1108531" y="1272731"/>
                </a:lnTo>
                <a:lnTo>
                  <a:pt x="1102854" y="1276998"/>
                </a:lnTo>
                <a:lnTo>
                  <a:pt x="1097177" y="1278417"/>
                </a:lnTo>
                <a:lnTo>
                  <a:pt x="1088662" y="1281256"/>
                </a:lnTo>
                <a:lnTo>
                  <a:pt x="1082985" y="1282675"/>
                </a:lnTo>
                <a:lnTo>
                  <a:pt x="1023368" y="1276998"/>
                </a:lnTo>
                <a:lnTo>
                  <a:pt x="990725" y="1272731"/>
                </a:lnTo>
                <a:lnTo>
                  <a:pt x="956654" y="1267054"/>
                </a:lnTo>
                <a:lnTo>
                  <a:pt x="924012" y="1258529"/>
                </a:lnTo>
                <a:lnTo>
                  <a:pt x="889951" y="1248585"/>
                </a:lnTo>
                <a:lnTo>
                  <a:pt x="854461" y="1237222"/>
                </a:lnTo>
                <a:lnTo>
                  <a:pt x="817561" y="1223020"/>
                </a:lnTo>
                <a:lnTo>
                  <a:pt x="782080" y="1205970"/>
                </a:lnTo>
                <a:lnTo>
                  <a:pt x="745170" y="1186082"/>
                </a:lnTo>
                <a:lnTo>
                  <a:pt x="708271" y="1161936"/>
                </a:lnTo>
                <a:lnTo>
                  <a:pt x="671361" y="1133532"/>
                </a:lnTo>
                <a:lnTo>
                  <a:pt x="634461" y="1102281"/>
                </a:lnTo>
                <a:lnTo>
                  <a:pt x="598981" y="1068191"/>
                </a:lnTo>
                <a:lnTo>
                  <a:pt x="563490" y="1028415"/>
                </a:lnTo>
                <a:lnTo>
                  <a:pt x="528010" y="984380"/>
                </a:lnTo>
                <a:lnTo>
                  <a:pt x="523752" y="975856"/>
                </a:lnTo>
                <a:lnTo>
                  <a:pt x="519494" y="968759"/>
                </a:lnTo>
                <a:lnTo>
                  <a:pt x="513817" y="940346"/>
                </a:lnTo>
                <a:lnTo>
                  <a:pt x="498196" y="875005"/>
                </a:lnTo>
                <a:lnTo>
                  <a:pt x="481166" y="789775"/>
                </a:lnTo>
                <a:lnTo>
                  <a:pt x="474070" y="742903"/>
                </a:lnTo>
                <a:lnTo>
                  <a:pt x="469812" y="698868"/>
                </a:lnTo>
                <a:lnTo>
                  <a:pt x="465554" y="671875"/>
                </a:lnTo>
                <a:lnTo>
                  <a:pt x="458458" y="585226"/>
                </a:lnTo>
                <a:lnTo>
                  <a:pt x="451362" y="544040"/>
                </a:lnTo>
                <a:lnTo>
                  <a:pt x="445685" y="504263"/>
                </a:lnTo>
                <a:lnTo>
                  <a:pt x="438589" y="468754"/>
                </a:lnTo>
                <a:lnTo>
                  <a:pt x="428654" y="440341"/>
                </a:lnTo>
                <a:lnTo>
                  <a:pt x="421558" y="430397"/>
                </a:lnTo>
                <a:lnTo>
                  <a:pt x="415881" y="421881"/>
                </a:lnTo>
                <a:lnTo>
                  <a:pt x="410204" y="419033"/>
                </a:lnTo>
                <a:lnTo>
                  <a:pt x="401679" y="416195"/>
                </a:lnTo>
                <a:lnTo>
                  <a:pt x="391745" y="416195"/>
                </a:lnTo>
                <a:lnTo>
                  <a:pt x="388906" y="421881"/>
                </a:lnTo>
                <a:lnTo>
                  <a:pt x="384649" y="430397"/>
                </a:lnTo>
                <a:lnTo>
                  <a:pt x="380391" y="446027"/>
                </a:lnTo>
                <a:lnTo>
                  <a:pt x="376133" y="465915"/>
                </a:lnTo>
                <a:lnTo>
                  <a:pt x="374714" y="495738"/>
                </a:lnTo>
                <a:lnTo>
                  <a:pt x="374714" y="535515"/>
                </a:lnTo>
                <a:lnTo>
                  <a:pt x="376133" y="588074"/>
                </a:lnTo>
                <a:lnTo>
                  <a:pt x="378972" y="598018"/>
                </a:lnTo>
                <a:lnTo>
                  <a:pt x="376133" y="607962"/>
                </a:lnTo>
                <a:lnTo>
                  <a:pt x="374714" y="616477"/>
                </a:lnTo>
                <a:lnTo>
                  <a:pt x="370456" y="623583"/>
                </a:lnTo>
                <a:lnTo>
                  <a:pt x="364779" y="632108"/>
                </a:lnTo>
                <a:lnTo>
                  <a:pt x="359103" y="637785"/>
                </a:lnTo>
                <a:lnTo>
                  <a:pt x="350587" y="642052"/>
                </a:lnTo>
                <a:lnTo>
                  <a:pt x="340653" y="643471"/>
                </a:lnTo>
                <a:lnTo>
                  <a:pt x="332137" y="643471"/>
                </a:lnTo>
                <a:lnTo>
                  <a:pt x="300905" y="643471"/>
                </a:lnTo>
                <a:lnTo>
                  <a:pt x="271101" y="647729"/>
                </a:lnTo>
                <a:lnTo>
                  <a:pt x="242716" y="653415"/>
                </a:lnTo>
                <a:lnTo>
                  <a:pt x="215742" y="661931"/>
                </a:lnTo>
                <a:lnTo>
                  <a:pt x="191615" y="673303"/>
                </a:lnTo>
                <a:lnTo>
                  <a:pt x="168907" y="688924"/>
                </a:lnTo>
                <a:lnTo>
                  <a:pt x="147619" y="705974"/>
                </a:lnTo>
                <a:lnTo>
                  <a:pt x="129159" y="725853"/>
                </a:lnTo>
                <a:lnTo>
                  <a:pt x="117805" y="745741"/>
                </a:lnTo>
                <a:lnTo>
                  <a:pt x="106452" y="762791"/>
                </a:lnTo>
                <a:lnTo>
                  <a:pt x="97936" y="785517"/>
                </a:lnTo>
                <a:lnTo>
                  <a:pt x="92259" y="805406"/>
                </a:lnTo>
                <a:lnTo>
                  <a:pt x="88002" y="826713"/>
                </a:lnTo>
                <a:lnTo>
                  <a:pt x="88002" y="849440"/>
                </a:lnTo>
                <a:lnTo>
                  <a:pt x="88002" y="870747"/>
                </a:lnTo>
                <a:lnTo>
                  <a:pt x="92259" y="892055"/>
                </a:lnTo>
                <a:lnTo>
                  <a:pt x="97936" y="914781"/>
                </a:lnTo>
                <a:lnTo>
                  <a:pt x="106452" y="934660"/>
                </a:lnTo>
                <a:lnTo>
                  <a:pt x="116386" y="951710"/>
                </a:lnTo>
                <a:lnTo>
                  <a:pt x="126321" y="970179"/>
                </a:lnTo>
                <a:lnTo>
                  <a:pt x="137675" y="985800"/>
                </a:lnTo>
                <a:lnTo>
                  <a:pt x="151876" y="1000001"/>
                </a:lnTo>
                <a:lnTo>
                  <a:pt x="166069" y="1012793"/>
                </a:lnTo>
                <a:lnTo>
                  <a:pt x="178842" y="1022738"/>
                </a:lnTo>
                <a:lnTo>
                  <a:pt x="195872" y="1032672"/>
                </a:lnTo>
                <a:lnTo>
                  <a:pt x="211484" y="1042616"/>
                </a:lnTo>
                <a:lnTo>
                  <a:pt x="228515" y="1048303"/>
                </a:lnTo>
                <a:lnTo>
                  <a:pt x="245555" y="1053980"/>
                </a:lnTo>
                <a:lnTo>
                  <a:pt x="262586" y="1058247"/>
                </a:lnTo>
                <a:lnTo>
                  <a:pt x="281036" y="1062504"/>
                </a:lnTo>
                <a:lnTo>
                  <a:pt x="298066" y="1063924"/>
                </a:lnTo>
                <a:lnTo>
                  <a:pt x="315097" y="1063924"/>
                </a:lnTo>
                <a:lnTo>
                  <a:pt x="344910" y="1062504"/>
                </a:lnTo>
                <a:lnTo>
                  <a:pt x="371876" y="1058247"/>
                </a:lnTo>
                <a:lnTo>
                  <a:pt x="386068" y="1055399"/>
                </a:lnTo>
                <a:lnTo>
                  <a:pt x="398841" y="1058247"/>
                </a:lnTo>
                <a:lnTo>
                  <a:pt x="410204" y="1065343"/>
                </a:lnTo>
                <a:lnTo>
                  <a:pt x="420139" y="1075287"/>
                </a:lnTo>
                <a:lnTo>
                  <a:pt x="441427" y="1107958"/>
                </a:lnTo>
                <a:lnTo>
                  <a:pt x="465554" y="1139209"/>
                </a:lnTo>
                <a:lnTo>
                  <a:pt x="491100" y="1169042"/>
                </a:lnTo>
                <a:lnTo>
                  <a:pt x="519494" y="1197445"/>
                </a:lnTo>
                <a:lnTo>
                  <a:pt x="549298" y="1223020"/>
                </a:lnTo>
                <a:lnTo>
                  <a:pt x="579102" y="1247166"/>
                </a:lnTo>
                <a:lnTo>
                  <a:pt x="611754" y="1271312"/>
                </a:lnTo>
                <a:lnTo>
                  <a:pt x="644396" y="1291200"/>
                </a:lnTo>
                <a:lnTo>
                  <a:pt x="678457" y="1311088"/>
                </a:lnTo>
                <a:lnTo>
                  <a:pt x="713947" y="1329557"/>
                </a:lnTo>
                <a:lnTo>
                  <a:pt x="752267" y="1342340"/>
                </a:lnTo>
                <a:lnTo>
                  <a:pt x="792015" y="1356541"/>
                </a:lnTo>
                <a:lnTo>
                  <a:pt x="831753" y="1370743"/>
                </a:lnTo>
                <a:lnTo>
                  <a:pt x="874339" y="1380687"/>
                </a:lnTo>
                <a:lnTo>
                  <a:pt x="916916" y="1389212"/>
                </a:lnTo>
                <a:lnTo>
                  <a:pt x="963760" y="1396318"/>
                </a:lnTo>
                <a:lnTo>
                  <a:pt x="970856" y="1399156"/>
                </a:lnTo>
                <a:lnTo>
                  <a:pt x="979372" y="1401995"/>
                </a:lnTo>
                <a:lnTo>
                  <a:pt x="985048" y="1409100"/>
                </a:lnTo>
                <a:lnTo>
                  <a:pt x="990725" y="1414777"/>
                </a:lnTo>
                <a:lnTo>
                  <a:pt x="997822" y="1421883"/>
                </a:lnTo>
                <a:lnTo>
                  <a:pt x="999241" y="1430408"/>
                </a:lnTo>
                <a:lnTo>
                  <a:pt x="999241" y="1440352"/>
                </a:lnTo>
                <a:lnTo>
                  <a:pt x="999241" y="1448867"/>
                </a:lnTo>
                <a:lnTo>
                  <a:pt x="973695" y="1607963"/>
                </a:lnTo>
                <a:lnTo>
                  <a:pt x="945301" y="1796882"/>
                </a:lnTo>
                <a:lnTo>
                  <a:pt x="904143" y="2099444"/>
                </a:lnTo>
                <a:lnTo>
                  <a:pt x="959493" y="2109388"/>
                </a:lnTo>
                <a:lnTo>
                  <a:pt x="1033302" y="2122171"/>
                </a:lnTo>
                <a:lnTo>
                  <a:pt x="1074469" y="2125009"/>
                </a:lnTo>
                <a:lnTo>
                  <a:pt x="1118465" y="2129276"/>
                </a:lnTo>
                <a:lnTo>
                  <a:pt x="1163890" y="2132115"/>
                </a:lnTo>
                <a:lnTo>
                  <a:pt x="1212144" y="2133534"/>
                </a:lnTo>
                <a:lnTo>
                  <a:pt x="1273180" y="2132115"/>
                </a:lnTo>
                <a:lnTo>
                  <a:pt x="1331378" y="2125009"/>
                </a:lnTo>
                <a:lnTo>
                  <a:pt x="1385309" y="2115065"/>
                </a:lnTo>
                <a:lnTo>
                  <a:pt x="1430733" y="2103702"/>
                </a:lnTo>
                <a:lnTo>
                  <a:pt x="1426476" y="2063935"/>
                </a:lnTo>
                <a:lnTo>
                  <a:pt x="1426476" y="2055410"/>
                </a:lnTo>
                <a:lnTo>
                  <a:pt x="1429314" y="2048304"/>
                </a:lnTo>
                <a:lnTo>
                  <a:pt x="1430733" y="2039779"/>
                </a:lnTo>
                <a:lnTo>
                  <a:pt x="1434991" y="2034102"/>
                </a:lnTo>
                <a:lnTo>
                  <a:pt x="1440668" y="2028416"/>
                </a:lnTo>
                <a:lnTo>
                  <a:pt x="1446345" y="2024158"/>
                </a:lnTo>
                <a:lnTo>
                  <a:pt x="1454860" y="2019901"/>
                </a:lnTo>
                <a:lnTo>
                  <a:pt x="1460537" y="2018472"/>
                </a:lnTo>
                <a:lnTo>
                  <a:pt x="1490341" y="2009956"/>
                </a:lnTo>
                <a:lnTo>
                  <a:pt x="1518735" y="2000012"/>
                </a:lnTo>
                <a:lnTo>
                  <a:pt x="1545700" y="1990068"/>
                </a:lnTo>
                <a:lnTo>
                  <a:pt x="1569827" y="1978705"/>
                </a:lnTo>
                <a:lnTo>
                  <a:pt x="1595373" y="1964503"/>
                </a:lnTo>
                <a:lnTo>
                  <a:pt x="1618090" y="1948873"/>
                </a:lnTo>
                <a:lnTo>
                  <a:pt x="1639379" y="1931832"/>
                </a:lnTo>
                <a:lnTo>
                  <a:pt x="1659248" y="1914783"/>
                </a:lnTo>
                <a:lnTo>
                  <a:pt x="1677698" y="1894894"/>
                </a:lnTo>
                <a:lnTo>
                  <a:pt x="1696158" y="1875006"/>
                </a:lnTo>
                <a:lnTo>
                  <a:pt x="1708931" y="1852280"/>
                </a:lnTo>
                <a:lnTo>
                  <a:pt x="1723123" y="1830972"/>
                </a:lnTo>
                <a:lnTo>
                  <a:pt x="1735896" y="1806826"/>
                </a:lnTo>
                <a:lnTo>
                  <a:pt x="1745830" y="1782680"/>
                </a:lnTo>
                <a:lnTo>
                  <a:pt x="1752927" y="1757115"/>
                </a:lnTo>
                <a:lnTo>
                  <a:pt x="1758604" y="1731541"/>
                </a:lnTo>
                <a:lnTo>
                  <a:pt x="1762861" y="1688926"/>
                </a:lnTo>
                <a:lnTo>
                  <a:pt x="1765700" y="1647740"/>
                </a:lnTo>
                <a:lnTo>
                  <a:pt x="1762861" y="1607963"/>
                </a:lnTo>
                <a:lnTo>
                  <a:pt x="1757184" y="1569606"/>
                </a:lnTo>
                <a:lnTo>
                  <a:pt x="1745830" y="1532678"/>
                </a:lnTo>
                <a:lnTo>
                  <a:pt x="1731638" y="1495749"/>
                </a:lnTo>
                <a:lnTo>
                  <a:pt x="1713188" y="1464498"/>
                </a:lnTo>
                <a:lnTo>
                  <a:pt x="1689061" y="1431827"/>
                </a:lnTo>
                <a:lnTo>
                  <a:pt x="1666344" y="1401995"/>
                </a:lnTo>
                <a:lnTo>
                  <a:pt x="1636540" y="1376430"/>
                </a:lnTo>
                <a:lnTo>
                  <a:pt x="1603898" y="1352284"/>
                </a:lnTo>
                <a:lnTo>
                  <a:pt x="1568408" y="1332395"/>
                </a:lnTo>
                <a:lnTo>
                  <a:pt x="1530089" y="1315346"/>
                </a:lnTo>
                <a:lnTo>
                  <a:pt x="1490341" y="1298305"/>
                </a:lnTo>
                <a:lnTo>
                  <a:pt x="1446345" y="1286942"/>
                </a:lnTo>
                <a:lnTo>
                  <a:pt x="1403759" y="1276998"/>
                </a:lnTo>
                <a:lnTo>
                  <a:pt x="1405178" y="1276998"/>
                </a:lnTo>
                <a:lnTo>
                  <a:pt x="1356924" y="1268473"/>
                </a:lnTo>
                <a:lnTo>
                  <a:pt x="1317176" y="1265635"/>
                </a:lnTo>
                <a:lnTo>
                  <a:pt x="1290211" y="1261367"/>
                </a:lnTo>
                <a:lnTo>
                  <a:pt x="1283115" y="1247166"/>
                </a:lnTo>
                <a:lnTo>
                  <a:pt x="1280276" y="1231545"/>
                </a:lnTo>
                <a:lnTo>
                  <a:pt x="1273180" y="1211656"/>
                </a:lnTo>
                <a:lnTo>
                  <a:pt x="1271761" y="1187511"/>
                </a:lnTo>
                <a:lnTo>
                  <a:pt x="1270342" y="1161936"/>
                </a:lnTo>
                <a:lnTo>
                  <a:pt x="1273180" y="1136371"/>
                </a:lnTo>
                <a:lnTo>
                  <a:pt x="1277438" y="1122169"/>
                </a:lnTo>
                <a:lnTo>
                  <a:pt x="1283115" y="1107958"/>
                </a:lnTo>
                <a:lnTo>
                  <a:pt x="1317176" y="1105119"/>
                </a:lnTo>
                <a:lnTo>
                  <a:pt x="1352666" y="1099433"/>
                </a:lnTo>
                <a:lnTo>
                  <a:pt x="1390986" y="1093756"/>
                </a:lnTo>
                <a:lnTo>
                  <a:pt x="1429314" y="1085231"/>
                </a:lnTo>
                <a:lnTo>
                  <a:pt x="1469053" y="1073868"/>
                </a:lnTo>
                <a:lnTo>
                  <a:pt x="1505962" y="1058247"/>
                </a:lnTo>
                <a:lnTo>
                  <a:pt x="1544281" y="1042616"/>
                </a:lnTo>
                <a:lnTo>
                  <a:pt x="1579762" y="1019890"/>
                </a:lnTo>
                <a:lnTo>
                  <a:pt x="1613833" y="994325"/>
                </a:lnTo>
                <a:lnTo>
                  <a:pt x="1629444" y="980123"/>
                </a:lnTo>
                <a:lnTo>
                  <a:pt x="1643637" y="964492"/>
                </a:lnTo>
                <a:lnTo>
                  <a:pt x="1659248" y="948871"/>
                </a:lnTo>
                <a:lnTo>
                  <a:pt x="1672021" y="930402"/>
                </a:lnTo>
                <a:lnTo>
                  <a:pt x="1686213" y="911933"/>
                </a:lnTo>
                <a:lnTo>
                  <a:pt x="1696158" y="892055"/>
                </a:lnTo>
                <a:lnTo>
                  <a:pt x="1707511" y="870747"/>
                </a:lnTo>
                <a:lnTo>
                  <a:pt x="1716027" y="849440"/>
                </a:lnTo>
                <a:lnTo>
                  <a:pt x="1723123" y="825284"/>
                </a:lnTo>
                <a:lnTo>
                  <a:pt x="1731638" y="799719"/>
                </a:lnTo>
                <a:lnTo>
                  <a:pt x="1737315" y="771316"/>
                </a:lnTo>
                <a:lnTo>
                  <a:pt x="1741573" y="742903"/>
                </a:lnTo>
                <a:lnTo>
                  <a:pt x="1742992" y="713070"/>
                </a:lnTo>
                <a:lnTo>
                  <a:pt x="1742992" y="681819"/>
                </a:lnTo>
                <a:lnTo>
                  <a:pt x="1742992" y="656254"/>
                </a:lnTo>
                <a:lnTo>
                  <a:pt x="1741573" y="627841"/>
                </a:lnTo>
                <a:lnTo>
                  <a:pt x="1733057" y="573872"/>
                </a:lnTo>
                <a:lnTo>
                  <a:pt x="1721704" y="519894"/>
                </a:lnTo>
                <a:lnTo>
                  <a:pt x="1706092" y="468754"/>
                </a:lnTo>
                <a:lnTo>
                  <a:pt x="1686213" y="416195"/>
                </a:lnTo>
                <a:lnTo>
                  <a:pt x="1662087" y="366474"/>
                </a:lnTo>
                <a:lnTo>
                  <a:pt x="1632283" y="321021"/>
                </a:lnTo>
                <a:lnTo>
                  <a:pt x="1615252" y="296875"/>
                </a:lnTo>
                <a:lnTo>
                  <a:pt x="1599641" y="276987"/>
                </a:lnTo>
                <a:lnTo>
                  <a:pt x="1582600" y="255680"/>
                </a:lnTo>
                <a:lnTo>
                  <a:pt x="1564150" y="235801"/>
                </a:lnTo>
                <a:lnTo>
                  <a:pt x="1544281" y="217332"/>
                </a:lnTo>
                <a:lnTo>
                  <a:pt x="1524412" y="198863"/>
                </a:lnTo>
                <a:lnTo>
                  <a:pt x="1503114" y="181823"/>
                </a:lnTo>
                <a:lnTo>
                  <a:pt x="1480406" y="166192"/>
                </a:lnTo>
                <a:lnTo>
                  <a:pt x="1459118" y="151990"/>
                </a:lnTo>
                <a:lnTo>
                  <a:pt x="1434991" y="139208"/>
                </a:lnTo>
                <a:lnTo>
                  <a:pt x="1410855" y="127845"/>
                </a:lnTo>
                <a:lnTo>
                  <a:pt x="1385309" y="116481"/>
                </a:lnTo>
                <a:lnTo>
                  <a:pt x="1361182" y="107956"/>
                </a:lnTo>
                <a:lnTo>
                  <a:pt x="1332797" y="99431"/>
                </a:lnTo>
                <a:lnTo>
                  <a:pt x="1307242" y="93755"/>
                </a:lnTo>
                <a:lnTo>
                  <a:pt x="1280276" y="89487"/>
                </a:lnTo>
                <a:lnTo>
                  <a:pt x="1251892" y="88068"/>
                </a:lnTo>
                <a:close/>
              </a:path>
              <a:path w="1852282" h="2221602">
                <a:moveTo>
                  <a:pt x="1190855" y="0"/>
                </a:moveTo>
                <a:lnTo>
                  <a:pt x="1222078" y="0"/>
                </a:lnTo>
                <a:lnTo>
                  <a:pt x="1253311" y="0"/>
                </a:lnTo>
                <a:lnTo>
                  <a:pt x="1285953" y="2838"/>
                </a:lnTo>
                <a:lnTo>
                  <a:pt x="1315757" y="8525"/>
                </a:lnTo>
                <a:lnTo>
                  <a:pt x="1345570" y="14202"/>
                </a:lnTo>
                <a:lnTo>
                  <a:pt x="1376793" y="22727"/>
                </a:lnTo>
                <a:lnTo>
                  <a:pt x="1405178" y="29832"/>
                </a:lnTo>
                <a:lnTo>
                  <a:pt x="1434991" y="42615"/>
                </a:lnTo>
                <a:lnTo>
                  <a:pt x="1463376" y="55397"/>
                </a:lnTo>
                <a:lnTo>
                  <a:pt x="1490341" y="69599"/>
                </a:lnTo>
                <a:lnTo>
                  <a:pt x="1518735" y="86649"/>
                </a:lnTo>
                <a:lnTo>
                  <a:pt x="1544281" y="103699"/>
                </a:lnTo>
                <a:lnTo>
                  <a:pt x="1569827" y="123577"/>
                </a:lnTo>
                <a:lnTo>
                  <a:pt x="1593954" y="143466"/>
                </a:lnTo>
                <a:lnTo>
                  <a:pt x="1618090" y="166192"/>
                </a:lnTo>
                <a:lnTo>
                  <a:pt x="1642217" y="188919"/>
                </a:lnTo>
                <a:lnTo>
                  <a:pt x="1663506" y="215913"/>
                </a:lnTo>
                <a:lnTo>
                  <a:pt x="1683375" y="238639"/>
                </a:lnTo>
                <a:lnTo>
                  <a:pt x="1701834" y="265624"/>
                </a:lnTo>
                <a:lnTo>
                  <a:pt x="1717446" y="291198"/>
                </a:lnTo>
                <a:lnTo>
                  <a:pt x="1735896" y="319602"/>
                </a:lnTo>
                <a:lnTo>
                  <a:pt x="1748669" y="346596"/>
                </a:lnTo>
                <a:lnTo>
                  <a:pt x="1762861" y="374999"/>
                </a:lnTo>
                <a:lnTo>
                  <a:pt x="1775634" y="404832"/>
                </a:lnTo>
                <a:lnTo>
                  <a:pt x="1786998" y="433245"/>
                </a:lnTo>
                <a:lnTo>
                  <a:pt x="1796932" y="464487"/>
                </a:lnTo>
                <a:lnTo>
                  <a:pt x="1805448" y="494319"/>
                </a:lnTo>
                <a:lnTo>
                  <a:pt x="1812544" y="524151"/>
                </a:lnTo>
                <a:lnTo>
                  <a:pt x="1818221" y="555403"/>
                </a:lnTo>
                <a:lnTo>
                  <a:pt x="1825317" y="588074"/>
                </a:lnTo>
                <a:lnTo>
                  <a:pt x="1826736" y="619325"/>
                </a:lnTo>
                <a:lnTo>
                  <a:pt x="1828155" y="649148"/>
                </a:lnTo>
                <a:lnTo>
                  <a:pt x="1830994" y="681819"/>
                </a:lnTo>
                <a:lnTo>
                  <a:pt x="1828155" y="732958"/>
                </a:lnTo>
                <a:lnTo>
                  <a:pt x="1822478" y="782679"/>
                </a:lnTo>
                <a:lnTo>
                  <a:pt x="1812544" y="829552"/>
                </a:lnTo>
                <a:lnTo>
                  <a:pt x="1798351" y="872166"/>
                </a:lnTo>
                <a:lnTo>
                  <a:pt x="1782740" y="914781"/>
                </a:lnTo>
                <a:lnTo>
                  <a:pt x="1762861" y="951710"/>
                </a:lnTo>
                <a:lnTo>
                  <a:pt x="1737315" y="988638"/>
                </a:lnTo>
                <a:lnTo>
                  <a:pt x="1711769" y="1022738"/>
                </a:lnTo>
                <a:lnTo>
                  <a:pt x="1679117" y="1052560"/>
                </a:lnTo>
                <a:lnTo>
                  <a:pt x="1646475" y="1079554"/>
                </a:lnTo>
                <a:lnTo>
                  <a:pt x="1608156" y="1105119"/>
                </a:lnTo>
                <a:lnTo>
                  <a:pt x="1565570" y="1127846"/>
                </a:lnTo>
                <a:lnTo>
                  <a:pt x="1522993" y="1147734"/>
                </a:lnTo>
                <a:lnTo>
                  <a:pt x="1474729" y="1163355"/>
                </a:lnTo>
                <a:lnTo>
                  <a:pt x="1425057" y="1176138"/>
                </a:lnTo>
                <a:lnTo>
                  <a:pt x="1371116" y="1186082"/>
                </a:lnTo>
                <a:lnTo>
                  <a:pt x="1400920" y="1188930"/>
                </a:lnTo>
                <a:lnTo>
                  <a:pt x="1430733" y="1193188"/>
                </a:lnTo>
                <a:lnTo>
                  <a:pt x="1460537" y="1198874"/>
                </a:lnTo>
                <a:lnTo>
                  <a:pt x="1488922" y="1207389"/>
                </a:lnTo>
                <a:lnTo>
                  <a:pt x="1515897" y="1215914"/>
                </a:lnTo>
                <a:lnTo>
                  <a:pt x="1542862" y="1225858"/>
                </a:lnTo>
                <a:lnTo>
                  <a:pt x="1568408" y="1235802"/>
                </a:lnTo>
                <a:lnTo>
                  <a:pt x="1593954" y="1247166"/>
                </a:lnTo>
                <a:lnTo>
                  <a:pt x="1618090" y="1258529"/>
                </a:lnTo>
                <a:lnTo>
                  <a:pt x="1639379" y="1272731"/>
                </a:lnTo>
                <a:lnTo>
                  <a:pt x="1663506" y="1286942"/>
                </a:lnTo>
                <a:lnTo>
                  <a:pt x="1683375" y="1302563"/>
                </a:lnTo>
                <a:lnTo>
                  <a:pt x="1703254" y="1321032"/>
                </a:lnTo>
                <a:lnTo>
                  <a:pt x="1723123" y="1339501"/>
                </a:lnTo>
                <a:lnTo>
                  <a:pt x="1741573" y="1359380"/>
                </a:lnTo>
                <a:lnTo>
                  <a:pt x="1758604" y="1379268"/>
                </a:lnTo>
                <a:lnTo>
                  <a:pt x="1772796" y="1396318"/>
                </a:lnTo>
                <a:lnTo>
                  <a:pt x="1786998" y="1416196"/>
                </a:lnTo>
                <a:lnTo>
                  <a:pt x="1798351" y="1438933"/>
                </a:lnTo>
                <a:lnTo>
                  <a:pt x="1808286" y="1458811"/>
                </a:lnTo>
                <a:lnTo>
                  <a:pt x="1818221" y="1480119"/>
                </a:lnTo>
                <a:lnTo>
                  <a:pt x="1826736" y="1502845"/>
                </a:lnTo>
                <a:lnTo>
                  <a:pt x="1835251" y="1524153"/>
                </a:lnTo>
                <a:lnTo>
                  <a:pt x="1840928" y="1548299"/>
                </a:lnTo>
                <a:lnTo>
                  <a:pt x="1845186" y="1572454"/>
                </a:lnTo>
                <a:lnTo>
                  <a:pt x="1849444" y="1595181"/>
                </a:lnTo>
                <a:lnTo>
                  <a:pt x="1850863" y="1619327"/>
                </a:lnTo>
                <a:lnTo>
                  <a:pt x="1852282" y="1643472"/>
                </a:lnTo>
                <a:lnTo>
                  <a:pt x="1852282" y="1669047"/>
                </a:lnTo>
                <a:lnTo>
                  <a:pt x="1850863" y="1696031"/>
                </a:lnTo>
                <a:lnTo>
                  <a:pt x="1849444" y="1721597"/>
                </a:lnTo>
                <a:lnTo>
                  <a:pt x="1845186" y="1747171"/>
                </a:lnTo>
                <a:lnTo>
                  <a:pt x="1836671" y="1776994"/>
                </a:lnTo>
                <a:lnTo>
                  <a:pt x="1828155" y="1806826"/>
                </a:lnTo>
                <a:lnTo>
                  <a:pt x="1816801" y="1836659"/>
                </a:lnTo>
                <a:lnTo>
                  <a:pt x="1805448" y="1862224"/>
                </a:lnTo>
                <a:lnTo>
                  <a:pt x="1791255" y="1890637"/>
                </a:lnTo>
                <a:lnTo>
                  <a:pt x="1772796" y="1916202"/>
                </a:lnTo>
                <a:lnTo>
                  <a:pt x="1755765" y="1940348"/>
                </a:lnTo>
                <a:lnTo>
                  <a:pt x="1735896" y="1961655"/>
                </a:lnTo>
                <a:lnTo>
                  <a:pt x="1713188" y="1984382"/>
                </a:lnTo>
                <a:lnTo>
                  <a:pt x="1689061" y="2004270"/>
                </a:lnTo>
                <a:lnTo>
                  <a:pt x="1663506" y="2024158"/>
                </a:lnTo>
                <a:lnTo>
                  <a:pt x="1637960" y="2042627"/>
                </a:lnTo>
                <a:lnTo>
                  <a:pt x="1609575" y="2055410"/>
                </a:lnTo>
                <a:lnTo>
                  <a:pt x="1579762" y="2069612"/>
                </a:lnTo>
                <a:lnTo>
                  <a:pt x="1549958" y="2083813"/>
                </a:lnTo>
                <a:lnTo>
                  <a:pt x="1518735" y="2093757"/>
                </a:lnTo>
                <a:lnTo>
                  <a:pt x="1522993" y="2129276"/>
                </a:lnTo>
                <a:lnTo>
                  <a:pt x="1522993" y="2134953"/>
                </a:lnTo>
                <a:lnTo>
                  <a:pt x="1520154" y="2143478"/>
                </a:lnTo>
                <a:lnTo>
                  <a:pt x="1514477" y="2157680"/>
                </a:lnTo>
                <a:lnTo>
                  <a:pt x="1505962" y="2167624"/>
                </a:lnTo>
                <a:lnTo>
                  <a:pt x="1500276" y="2171891"/>
                </a:lnTo>
                <a:lnTo>
                  <a:pt x="1493179" y="2174729"/>
                </a:lnTo>
                <a:lnTo>
                  <a:pt x="1464795" y="2184674"/>
                </a:lnTo>
                <a:lnTo>
                  <a:pt x="1434991" y="2193189"/>
                </a:lnTo>
                <a:lnTo>
                  <a:pt x="1400920" y="2201714"/>
                </a:lnTo>
                <a:lnTo>
                  <a:pt x="1366859" y="2208819"/>
                </a:lnTo>
                <a:lnTo>
                  <a:pt x="1331378" y="2213077"/>
                </a:lnTo>
                <a:lnTo>
                  <a:pt x="1293049" y="2217344"/>
                </a:lnTo>
                <a:lnTo>
                  <a:pt x="1253311" y="2218764"/>
                </a:lnTo>
                <a:lnTo>
                  <a:pt x="1212144" y="2221602"/>
                </a:lnTo>
                <a:lnTo>
                  <a:pt x="1142592" y="2218764"/>
                </a:lnTo>
                <a:lnTo>
                  <a:pt x="1077308" y="2213077"/>
                </a:lnTo>
                <a:lnTo>
                  <a:pt x="1017691" y="2207400"/>
                </a:lnTo>
                <a:lnTo>
                  <a:pt x="960922" y="2198875"/>
                </a:lnTo>
                <a:lnTo>
                  <a:pt x="880016" y="2184674"/>
                </a:lnTo>
                <a:lnTo>
                  <a:pt x="845945" y="2177568"/>
                </a:lnTo>
                <a:lnTo>
                  <a:pt x="837430" y="2174729"/>
                </a:lnTo>
                <a:lnTo>
                  <a:pt x="831753" y="2169043"/>
                </a:lnTo>
                <a:lnTo>
                  <a:pt x="826076" y="2164785"/>
                </a:lnTo>
                <a:lnTo>
                  <a:pt x="820399" y="2157680"/>
                </a:lnTo>
                <a:lnTo>
                  <a:pt x="816141" y="2152003"/>
                </a:lnTo>
                <a:lnTo>
                  <a:pt x="814722" y="2143478"/>
                </a:lnTo>
                <a:lnTo>
                  <a:pt x="811884" y="2133534"/>
                </a:lnTo>
                <a:lnTo>
                  <a:pt x="811884" y="2125009"/>
                </a:lnTo>
                <a:lnTo>
                  <a:pt x="845945" y="1884950"/>
                </a:lnTo>
                <a:lnTo>
                  <a:pt x="875758" y="1673305"/>
                </a:lnTo>
                <a:lnTo>
                  <a:pt x="905562" y="1474442"/>
                </a:lnTo>
                <a:lnTo>
                  <a:pt x="864395" y="1465917"/>
                </a:lnTo>
                <a:lnTo>
                  <a:pt x="821818" y="1455973"/>
                </a:lnTo>
                <a:lnTo>
                  <a:pt x="780661" y="1444609"/>
                </a:lnTo>
                <a:lnTo>
                  <a:pt x="740913" y="1430408"/>
                </a:lnTo>
                <a:lnTo>
                  <a:pt x="702594" y="1416196"/>
                </a:lnTo>
                <a:lnTo>
                  <a:pt x="664265" y="1399156"/>
                </a:lnTo>
                <a:lnTo>
                  <a:pt x="628784" y="1380687"/>
                </a:lnTo>
                <a:lnTo>
                  <a:pt x="593304" y="1360799"/>
                </a:lnTo>
                <a:lnTo>
                  <a:pt x="559233" y="1339501"/>
                </a:lnTo>
                <a:lnTo>
                  <a:pt x="528010" y="1316765"/>
                </a:lnTo>
                <a:lnTo>
                  <a:pt x="498196" y="1292619"/>
                </a:lnTo>
                <a:lnTo>
                  <a:pt x="468393" y="1265635"/>
                </a:lnTo>
                <a:lnTo>
                  <a:pt x="440008" y="1238641"/>
                </a:lnTo>
                <a:lnTo>
                  <a:pt x="411614" y="1208818"/>
                </a:lnTo>
                <a:lnTo>
                  <a:pt x="388906" y="1178986"/>
                </a:lnTo>
                <a:lnTo>
                  <a:pt x="364779" y="1147734"/>
                </a:lnTo>
                <a:lnTo>
                  <a:pt x="340653" y="1149153"/>
                </a:lnTo>
                <a:lnTo>
                  <a:pt x="315097" y="1151992"/>
                </a:lnTo>
                <a:lnTo>
                  <a:pt x="292389" y="1149153"/>
                </a:lnTo>
                <a:lnTo>
                  <a:pt x="268263" y="1147734"/>
                </a:lnTo>
                <a:lnTo>
                  <a:pt x="245555" y="1143477"/>
                </a:lnTo>
                <a:lnTo>
                  <a:pt x="221418" y="1137790"/>
                </a:lnTo>
                <a:lnTo>
                  <a:pt x="197292" y="1129265"/>
                </a:lnTo>
                <a:lnTo>
                  <a:pt x="176003" y="1119321"/>
                </a:lnTo>
                <a:lnTo>
                  <a:pt x="151876" y="1107958"/>
                </a:lnTo>
                <a:lnTo>
                  <a:pt x="129159" y="1093756"/>
                </a:lnTo>
                <a:lnTo>
                  <a:pt x="109290" y="1078135"/>
                </a:lnTo>
                <a:lnTo>
                  <a:pt x="89421" y="1059666"/>
                </a:lnTo>
                <a:lnTo>
                  <a:pt x="72390" y="1039778"/>
                </a:lnTo>
                <a:lnTo>
                  <a:pt x="53940" y="1019890"/>
                </a:lnTo>
                <a:lnTo>
                  <a:pt x="39738" y="995744"/>
                </a:lnTo>
                <a:lnTo>
                  <a:pt x="25546" y="970179"/>
                </a:lnTo>
                <a:lnTo>
                  <a:pt x="15611" y="941766"/>
                </a:lnTo>
                <a:lnTo>
                  <a:pt x="8515" y="911933"/>
                </a:lnTo>
                <a:lnTo>
                  <a:pt x="2838" y="880682"/>
                </a:lnTo>
                <a:lnTo>
                  <a:pt x="0" y="849440"/>
                </a:lnTo>
                <a:lnTo>
                  <a:pt x="2838" y="816769"/>
                </a:lnTo>
                <a:lnTo>
                  <a:pt x="8515" y="786937"/>
                </a:lnTo>
                <a:lnTo>
                  <a:pt x="15611" y="755685"/>
                </a:lnTo>
                <a:lnTo>
                  <a:pt x="28385" y="727282"/>
                </a:lnTo>
                <a:lnTo>
                  <a:pt x="44006" y="697449"/>
                </a:lnTo>
                <a:lnTo>
                  <a:pt x="62456" y="671875"/>
                </a:lnTo>
                <a:lnTo>
                  <a:pt x="83744" y="647729"/>
                </a:lnTo>
                <a:lnTo>
                  <a:pt x="107871" y="626421"/>
                </a:lnTo>
                <a:lnTo>
                  <a:pt x="133417" y="607962"/>
                </a:lnTo>
                <a:lnTo>
                  <a:pt x="158972" y="592331"/>
                </a:lnTo>
                <a:lnTo>
                  <a:pt x="188776" y="579549"/>
                </a:lnTo>
                <a:lnTo>
                  <a:pt x="221418" y="569605"/>
                </a:lnTo>
                <a:lnTo>
                  <a:pt x="252651" y="562499"/>
                </a:lnTo>
                <a:lnTo>
                  <a:pt x="288132" y="558241"/>
                </a:lnTo>
                <a:lnTo>
                  <a:pt x="286712" y="525571"/>
                </a:lnTo>
                <a:lnTo>
                  <a:pt x="286712" y="492900"/>
                </a:lnTo>
                <a:lnTo>
                  <a:pt x="290970" y="455971"/>
                </a:lnTo>
                <a:lnTo>
                  <a:pt x="296647" y="421881"/>
                </a:lnTo>
                <a:lnTo>
                  <a:pt x="300905" y="406251"/>
                </a:lnTo>
                <a:lnTo>
                  <a:pt x="306582" y="392049"/>
                </a:lnTo>
                <a:lnTo>
                  <a:pt x="315097" y="379267"/>
                </a:lnTo>
                <a:lnTo>
                  <a:pt x="322203" y="365055"/>
                </a:lnTo>
                <a:lnTo>
                  <a:pt x="332137" y="355121"/>
                </a:lnTo>
                <a:lnTo>
                  <a:pt x="344910" y="345177"/>
                </a:lnTo>
                <a:lnTo>
                  <a:pt x="359103" y="339490"/>
                </a:lnTo>
                <a:lnTo>
                  <a:pt x="371876" y="332384"/>
                </a:lnTo>
                <a:lnTo>
                  <a:pt x="388906" y="330965"/>
                </a:lnTo>
                <a:lnTo>
                  <a:pt x="401679" y="329546"/>
                </a:lnTo>
                <a:lnTo>
                  <a:pt x="424397" y="330965"/>
                </a:lnTo>
                <a:lnTo>
                  <a:pt x="444266" y="336652"/>
                </a:lnTo>
                <a:lnTo>
                  <a:pt x="459877" y="345177"/>
                </a:lnTo>
                <a:lnTo>
                  <a:pt x="474070" y="356540"/>
                </a:lnTo>
                <a:lnTo>
                  <a:pt x="488262" y="370742"/>
                </a:lnTo>
                <a:lnTo>
                  <a:pt x="498196" y="389211"/>
                </a:lnTo>
                <a:lnTo>
                  <a:pt x="508140" y="406251"/>
                </a:lnTo>
                <a:lnTo>
                  <a:pt x="515237" y="428978"/>
                </a:lnTo>
                <a:lnTo>
                  <a:pt x="523752" y="453123"/>
                </a:lnTo>
                <a:lnTo>
                  <a:pt x="529429" y="478698"/>
                </a:lnTo>
                <a:lnTo>
                  <a:pt x="539363" y="535515"/>
                </a:lnTo>
                <a:lnTo>
                  <a:pt x="547879" y="598018"/>
                </a:lnTo>
                <a:lnTo>
                  <a:pt x="553556" y="663359"/>
                </a:lnTo>
                <a:lnTo>
                  <a:pt x="554975" y="691763"/>
                </a:lnTo>
                <a:lnTo>
                  <a:pt x="559233" y="727282"/>
                </a:lnTo>
                <a:lnTo>
                  <a:pt x="564910" y="762791"/>
                </a:lnTo>
                <a:lnTo>
                  <a:pt x="579102" y="836648"/>
                </a:lnTo>
                <a:lnTo>
                  <a:pt x="593304" y="899151"/>
                </a:lnTo>
                <a:lnTo>
                  <a:pt x="601819" y="938927"/>
                </a:lnTo>
                <a:lnTo>
                  <a:pt x="631623" y="974436"/>
                </a:lnTo>
                <a:lnTo>
                  <a:pt x="661427" y="1008526"/>
                </a:lnTo>
                <a:lnTo>
                  <a:pt x="691240" y="1035520"/>
                </a:lnTo>
                <a:lnTo>
                  <a:pt x="722463" y="1063924"/>
                </a:lnTo>
                <a:lnTo>
                  <a:pt x="752267" y="1085231"/>
                </a:lnTo>
                <a:lnTo>
                  <a:pt x="782080" y="1107958"/>
                </a:lnTo>
                <a:lnTo>
                  <a:pt x="811884" y="1125008"/>
                </a:lnTo>
                <a:lnTo>
                  <a:pt x="841687" y="1142048"/>
                </a:lnTo>
                <a:lnTo>
                  <a:pt x="871501" y="1153411"/>
                </a:lnTo>
                <a:lnTo>
                  <a:pt x="899885" y="1166203"/>
                </a:lnTo>
                <a:lnTo>
                  <a:pt x="926851" y="1176138"/>
                </a:lnTo>
                <a:lnTo>
                  <a:pt x="953816" y="1181824"/>
                </a:lnTo>
                <a:lnTo>
                  <a:pt x="979372" y="1187511"/>
                </a:lnTo>
                <a:lnTo>
                  <a:pt x="1000660" y="1191768"/>
                </a:lnTo>
                <a:lnTo>
                  <a:pt x="1044656" y="1197445"/>
                </a:lnTo>
                <a:lnTo>
                  <a:pt x="1047494" y="1193188"/>
                </a:lnTo>
                <a:lnTo>
                  <a:pt x="1047494" y="1191768"/>
                </a:lnTo>
                <a:lnTo>
                  <a:pt x="1048923" y="1178986"/>
                </a:lnTo>
                <a:lnTo>
                  <a:pt x="994983" y="1167622"/>
                </a:lnTo>
                <a:lnTo>
                  <a:pt x="945301" y="1153411"/>
                </a:lnTo>
                <a:lnTo>
                  <a:pt x="899885" y="1136371"/>
                </a:lnTo>
                <a:lnTo>
                  <a:pt x="855880" y="1113644"/>
                </a:lnTo>
                <a:lnTo>
                  <a:pt x="816141" y="1089498"/>
                </a:lnTo>
                <a:lnTo>
                  <a:pt x="777822" y="1063924"/>
                </a:lnTo>
                <a:lnTo>
                  <a:pt x="745170" y="1034101"/>
                </a:lnTo>
                <a:lnTo>
                  <a:pt x="712528" y="1002849"/>
                </a:lnTo>
                <a:lnTo>
                  <a:pt x="684144" y="965911"/>
                </a:lnTo>
                <a:lnTo>
                  <a:pt x="661427" y="930402"/>
                </a:lnTo>
                <a:lnTo>
                  <a:pt x="641557" y="890626"/>
                </a:lnTo>
                <a:lnTo>
                  <a:pt x="623107" y="849440"/>
                </a:lnTo>
                <a:lnTo>
                  <a:pt x="608915" y="805406"/>
                </a:lnTo>
                <a:lnTo>
                  <a:pt x="601819" y="758524"/>
                </a:lnTo>
                <a:lnTo>
                  <a:pt x="594713" y="711651"/>
                </a:lnTo>
                <a:lnTo>
                  <a:pt x="593304" y="661931"/>
                </a:lnTo>
                <a:lnTo>
                  <a:pt x="593304" y="627841"/>
                </a:lnTo>
                <a:lnTo>
                  <a:pt x="594713" y="593751"/>
                </a:lnTo>
                <a:lnTo>
                  <a:pt x="598981" y="562499"/>
                </a:lnTo>
                <a:lnTo>
                  <a:pt x="604657" y="529828"/>
                </a:lnTo>
                <a:lnTo>
                  <a:pt x="613173" y="498586"/>
                </a:lnTo>
                <a:lnTo>
                  <a:pt x="621688" y="465915"/>
                </a:lnTo>
                <a:lnTo>
                  <a:pt x="631623" y="436083"/>
                </a:lnTo>
                <a:lnTo>
                  <a:pt x="642977" y="406251"/>
                </a:lnTo>
                <a:lnTo>
                  <a:pt x="654330" y="376419"/>
                </a:lnTo>
                <a:lnTo>
                  <a:pt x="671361" y="349434"/>
                </a:lnTo>
                <a:lnTo>
                  <a:pt x="684144" y="321021"/>
                </a:lnTo>
                <a:lnTo>
                  <a:pt x="702594" y="295456"/>
                </a:lnTo>
                <a:lnTo>
                  <a:pt x="718205" y="267043"/>
                </a:lnTo>
                <a:lnTo>
                  <a:pt x="738074" y="242897"/>
                </a:lnTo>
                <a:lnTo>
                  <a:pt x="757944" y="218751"/>
                </a:lnTo>
                <a:lnTo>
                  <a:pt x="780661" y="196025"/>
                </a:lnTo>
                <a:lnTo>
                  <a:pt x="801949" y="173298"/>
                </a:lnTo>
                <a:lnTo>
                  <a:pt x="824657" y="153410"/>
                </a:lnTo>
                <a:lnTo>
                  <a:pt x="847364" y="133521"/>
                </a:lnTo>
                <a:lnTo>
                  <a:pt x="874339" y="113633"/>
                </a:lnTo>
                <a:lnTo>
                  <a:pt x="897047" y="96593"/>
                </a:lnTo>
                <a:lnTo>
                  <a:pt x="925431" y="79543"/>
                </a:lnTo>
                <a:lnTo>
                  <a:pt x="950977" y="65342"/>
                </a:lnTo>
                <a:lnTo>
                  <a:pt x="979372" y="52559"/>
                </a:lnTo>
                <a:lnTo>
                  <a:pt x="1009175" y="39776"/>
                </a:lnTo>
                <a:lnTo>
                  <a:pt x="1037560" y="29832"/>
                </a:lnTo>
                <a:lnTo>
                  <a:pt x="1067373" y="19888"/>
                </a:lnTo>
                <a:lnTo>
                  <a:pt x="1097177" y="14202"/>
                </a:lnTo>
                <a:lnTo>
                  <a:pt x="1128400" y="8525"/>
                </a:lnTo>
                <a:lnTo>
                  <a:pt x="1158213" y="2838"/>
                </a:lnTo>
                <a:close/>
              </a:path>
            </a:pathLst>
          </a:custGeom>
          <a:solidFill>
            <a:srgbClr val="015890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1143848" y="3933579"/>
            <a:ext cx="1948870" cy="2213078"/>
          </a:xfrm>
          <a:custGeom>
            <a:avLst/>
            <a:gdLst>
              <a:gd name="connsiteX0" fmla="*/ 387381 w 1948870"/>
              <a:gd name="connsiteY0" fmla="*/ 1565959 h 2213078"/>
              <a:gd name="connsiteX1" fmla="*/ 371932 w 1948870"/>
              <a:gd name="connsiteY1" fmla="*/ 1577246 h 2213078"/>
              <a:gd name="connsiteX2" fmla="*/ 356473 w 1948870"/>
              <a:gd name="connsiteY2" fmla="*/ 1591352 h 2213078"/>
              <a:gd name="connsiteX3" fmla="*/ 342423 w 1948870"/>
              <a:gd name="connsiteY3" fmla="*/ 1605468 h 2213078"/>
              <a:gd name="connsiteX4" fmla="*/ 329774 w 1948870"/>
              <a:gd name="connsiteY4" fmla="*/ 1620985 h 2213078"/>
              <a:gd name="connsiteX5" fmla="*/ 319944 w 1948870"/>
              <a:gd name="connsiteY5" fmla="*/ 1636501 h 2213078"/>
              <a:gd name="connsiteX6" fmla="*/ 314325 w 1948870"/>
              <a:gd name="connsiteY6" fmla="*/ 1654846 h 2213078"/>
              <a:gd name="connsiteX7" fmla="*/ 308705 w 1948870"/>
              <a:gd name="connsiteY7" fmla="*/ 1676011 h 2213078"/>
              <a:gd name="connsiteX8" fmla="*/ 308705 w 1948870"/>
              <a:gd name="connsiteY8" fmla="*/ 1695765 h 2213078"/>
              <a:gd name="connsiteX9" fmla="*/ 308705 w 1948870"/>
              <a:gd name="connsiteY9" fmla="*/ 1709872 h 2213078"/>
              <a:gd name="connsiteX10" fmla="*/ 312915 w 1948870"/>
              <a:gd name="connsiteY10" fmla="*/ 1719749 h 2213078"/>
              <a:gd name="connsiteX11" fmla="*/ 318535 w 1948870"/>
              <a:gd name="connsiteY11" fmla="*/ 1729627 h 2213078"/>
              <a:gd name="connsiteX12" fmla="*/ 324154 w 1948870"/>
              <a:gd name="connsiteY12" fmla="*/ 1739504 h 2213078"/>
              <a:gd name="connsiteX13" fmla="*/ 333994 w 1948870"/>
              <a:gd name="connsiteY13" fmla="*/ 1747972 h 2213078"/>
              <a:gd name="connsiteX14" fmla="*/ 343833 w 1948870"/>
              <a:gd name="connsiteY14" fmla="*/ 1755021 h 2213078"/>
              <a:gd name="connsiteX15" fmla="*/ 366312 w 1948870"/>
              <a:gd name="connsiteY15" fmla="*/ 1767717 h 2213078"/>
              <a:gd name="connsiteX0" fmla="*/ 432349 w 1948870"/>
              <a:gd name="connsiteY0" fmla="*/ 1446029 h 2213078"/>
              <a:gd name="connsiteX1" fmla="*/ 444988 w 1948870"/>
              <a:gd name="connsiteY1" fmla="*/ 1446029 h 2213078"/>
              <a:gd name="connsiteX2" fmla="*/ 454828 w 1948870"/>
              <a:gd name="connsiteY2" fmla="*/ 1450258 h 2213078"/>
              <a:gd name="connsiteX3" fmla="*/ 464658 w 1948870"/>
              <a:gd name="connsiteY3" fmla="*/ 1454497 h 2213078"/>
              <a:gd name="connsiteX4" fmla="*/ 471687 w 1948870"/>
              <a:gd name="connsiteY4" fmla="*/ 1462965 h 2213078"/>
              <a:gd name="connsiteX5" fmla="*/ 478707 w 1948870"/>
              <a:gd name="connsiteY5" fmla="*/ 1472842 h 2213078"/>
              <a:gd name="connsiteX6" fmla="*/ 480117 w 1948870"/>
              <a:gd name="connsiteY6" fmla="*/ 1484129 h 2213078"/>
              <a:gd name="connsiteX7" fmla="*/ 480117 w 1948870"/>
              <a:gd name="connsiteY7" fmla="*/ 1493997 h 2213078"/>
              <a:gd name="connsiteX8" fmla="*/ 444988 w 1948870"/>
              <a:gd name="connsiteY8" fmla="*/ 1828392 h 2213078"/>
              <a:gd name="connsiteX9" fmla="*/ 442179 w 1948870"/>
              <a:gd name="connsiteY9" fmla="*/ 1836859 h 2213078"/>
              <a:gd name="connsiteX10" fmla="*/ 440778 w 1948870"/>
              <a:gd name="connsiteY10" fmla="*/ 1846737 h 2213078"/>
              <a:gd name="connsiteX11" fmla="*/ 435159 w 1948870"/>
              <a:gd name="connsiteY11" fmla="*/ 1852376 h 2213078"/>
              <a:gd name="connsiteX12" fmla="*/ 426729 w 1948870"/>
              <a:gd name="connsiteY12" fmla="*/ 1858024 h 2213078"/>
              <a:gd name="connsiteX13" fmla="*/ 415480 w 1948870"/>
              <a:gd name="connsiteY13" fmla="*/ 1863663 h 2213078"/>
              <a:gd name="connsiteX14" fmla="*/ 402840 w 1948870"/>
              <a:gd name="connsiteY14" fmla="*/ 1866482 h 2213078"/>
              <a:gd name="connsiteX15" fmla="*/ 393001 w 1948870"/>
              <a:gd name="connsiteY15" fmla="*/ 1866482 h 2213078"/>
              <a:gd name="connsiteX16" fmla="*/ 356473 w 1948870"/>
              <a:gd name="connsiteY16" fmla="*/ 1853785 h 2213078"/>
              <a:gd name="connsiteX17" fmla="*/ 319944 w 1948870"/>
              <a:gd name="connsiteY17" fmla="*/ 1841088 h 2213078"/>
              <a:gd name="connsiteX18" fmla="*/ 307295 w 1948870"/>
              <a:gd name="connsiteY18" fmla="*/ 1832621 h 2213078"/>
              <a:gd name="connsiteX19" fmla="*/ 293246 w 1948870"/>
              <a:gd name="connsiteY19" fmla="*/ 1824163 h 2213078"/>
              <a:gd name="connsiteX20" fmla="*/ 279196 w 1948870"/>
              <a:gd name="connsiteY20" fmla="*/ 1814285 h 2213078"/>
              <a:gd name="connsiteX21" fmla="*/ 267957 w 1948870"/>
              <a:gd name="connsiteY21" fmla="*/ 1804408 h 2213078"/>
              <a:gd name="connsiteX22" fmla="*/ 256718 w 1948870"/>
              <a:gd name="connsiteY22" fmla="*/ 1793121 h 2213078"/>
              <a:gd name="connsiteX23" fmla="*/ 246878 w 1948870"/>
              <a:gd name="connsiteY23" fmla="*/ 1780424 h 2213078"/>
              <a:gd name="connsiteX24" fmla="*/ 241258 w 1948870"/>
              <a:gd name="connsiteY24" fmla="*/ 1769137 h 2213078"/>
              <a:gd name="connsiteX25" fmla="*/ 234239 w 1948870"/>
              <a:gd name="connsiteY25" fmla="*/ 1755021 h 2213078"/>
              <a:gd name="connsiteX26" fmla="*/ 230019 w 1948870"/>
              <a:gd name="connsiteY26" fmla="*/ 1740914 h 2213078"/>
              <a:gd name="connsiteX27" fmla="*/ 225809 w 1948870"/>
              <a:gd name="connsiteY27" fmla="*/ 1728217 h 2213078"/>
              <a:gd name="connsiteX28" fmla="*/ 224399 w 1948870"/>
              <a:gd name="connsiteY28" fmla="*/ 1714111 h 2213078"/>
              <a:gd name="connsiteX29" fmla="*/ 221589 w 1948870"/>
              <a:gd name="connsiteY29" fmla="*/ 1698585 h 2213078"/>
              <a:gd name="connsiteX30" fmla="*/ 221589 w 1948870"/>
              <a:gd name="connsiteY30" fmla="*/ 1678830 h 2213078"/>
              <a:gd name="connsiteX31" fmla="*/ 224399 w 1948870"/>
              <a:gd name="connsiteY31" fmla="*/ 1659085 h 2213078"/>
              <a:gd name="connsiteX32" fmla="*/ 227209 w 1948870"/>
              <a:gd name="connsiteY32" fmla="*/ 1640739 h 2213078"/>
              <a:gd name="connsiteX33" fmla="*/ 234239 w 1948870"/>
              <a:gd name="connsiteY33" fmla="*/ 1622394 h 2213078"/>
              <a:gd name="connsiteX34" fmla="*/ 241258 w 1948870"/>
              <a:gd name="connsiteY34" fmla="*/ 1605468 h 2213078"/>
              <a:gd name="connsiteX35" fmla="*/ 249688 w 1948870"/>
              <a:gd name="connsiteY35" fmla="*/ 1587123 h 2213078"/>
              <a:gd name="connsiteX36" fmla="*/ 259527 w 1948870"/>
              <a:gd name="connsiteY36" fmla="*/ 1571607 h 2213078"/>
              <a:gd name="connsiteX37" fmla="*/ 273577 w 1948870"/>
              <a:gd name="connsiteY37" fmla="*/ 1553262 h 2213078"/>
              <a:gd name="connsiteX38" fmla="*/ 284816 w 1948870"/>
              <a:gd name="connsiteY38" fmla="*/ 1539155 h 2213078"/>
              <a:gd name="connsiteX39" fmla="*/ 300275 w 1948870"/>
              <a:gd name="connsiteY39" fmla="*/ 1523630 h 2213078"/>
              <a:gd name="connsiteX40" fmla="*/ 317135 w 1948870"/>
              <a:gd name="connsiteY40" fmla="*/ 1509523 h 2213078"/>
              <a:gd name="connsiteX41" fmla="*/ 336804 w 1948870"/>
              <a:gd name="connsiteY41" fmla="*/ 1496826 h 2213078"/>
              <a:gd name="connsiteX42" fmla="*/ 353663 w 1948870"/>
              <a:gd name="connsiteY42" fmla="*/ 1484129 h 2213078"/>
              <a:gd name="connsiteX43" fmla="*/ 376142 w 1948870"/>
              <a:gd name="connsiteY43" fmla="*/ 1472842 h 2213078"/>
              <a:gd name="connsiteX44" fmla="*/ 397221 w 1948870"/>
              <a:gd name="connsiteY44" fmla="*/ 1460136 h 2213078"/>
              <a:gd name="connsiteX45" fmla="*/ 422509 w 1948870"/>
              <a:gd name="connsiteY45" fmla="*/ 1450258 h 2213078"/>
              <a:gd name="connsiteX0" fmla="*/ 610152 w 1948870"/>
              <a:gd name="connsiteY0" fmla="*/ 528409 h 2213078"/>
              <a:gd name="connsiteX1" fmla="*/ 622801 w 1948870"/>
              <a:gd name="connsiteY1" fmla="*/ 528409 h 2213078"/>
              <a:gd name="connsiteX2" fmla="*/ 636860 w 1948870"/>
              <a:gd name="connsiteY2" fmla="*/ 531248 h 2213078"/>
              <a:gd name="connsiteX3" fmla="*/ 649519 w 1948870"/>
              <a:gd name="connsiteY3" fmla="*/ 536934 h 2213078"/>
              <a:gd name="connsiteX4" fmla="*/ 659358 w 1948870"/>
              <a:gd name="connsiteY4" fmla="*/ 545459 h 2213078"/>
              <a:gd name="connsiteX5" fmla="*/ 666387 w 1948870"/>
              <a:gd name="connsiteY5" fmla="*/ 555403 h 2213078"/>
              <a:gd name="connsiteX6" fmla="*/ 672007 w 1948870"/>
              <a:gd name="connsiteY6" fmla="*/ 566766 h 2213078"/>
              <a:gd name="connsiteX7" fmla="*/ 679036 w 1948870"/>
              <a:gd name="connsiteY7" fmla="*/ 579549 h 2213078"/>
              <a:gd name="connsiteX8" fmla="*/ 680446 w 1948870"/>
              <a:gd name="connsiteY8" fmla="*/ 592332 h 2213078"/>
              <a:gd name="connsiteX9" fmla="*/ 684666 w 1948870"/>
              <a:gd name="connsiteY9" fmla="*/ 676142 h 2213078"/>
              <a:gd name="connsiteX10" fmla="*/ 684666 w 1948870"/>
              <a:gd name="connsiteY10" fmla="*/ 690344 h 2213078"/>
              <a:gd name="connsiteX11" fmla="*/ 680446 w 1948870"/>
              <a:gd name="connsiteY11" fmla="*/ 704546 h 2213078"/>
              <a:gd name="connsiteX12" fmla="*/ 676227 w 1948870"/>
              <a:gd name="connsiteY12" fmla="*/ 715909 h 2213078"/>
              <a:gd name="connsiteX13" fmla="*/ 669197 w 1948870"/>
              <a:gd name="connsiteY13" fmla="*/ 725853 h 2213078"/>
              <a:gd name="connsiteX14" fmla="*/ 660758 w 1948870"/>
              <a:gd name="connsiteY14" fmla="*/ 735797 h 2213078"/>
              <a:gd name="connsiteX15" fmla="*/ 649519 w 1948870"/>
              <a:gd name="connsiteY15" fmla="*/ 741484 h 2213078"/>
              <a:gd name="connsiteX16" fmla="*/ 636860 w 1948870"/>
              <a:gd name="connsiteY16" fmla="*/ 745741 h 2213078"/>
              <a:gd name="connsiteX17" fmla="*/ 622801 w 1948870"/>
              <a:gd name="connsiteY17" fmla="*/ 749999 h 2213078"/>
              <a:gd name="connsiteX18" fmla="*/ 610152 w 1948870"/>
              <a:gd name="connsiteY18" fmla="*/ 748580 h 2213078"/>
              <a:gd name="connsiteX19" fmla="*/ 597503 w 1948870"/>
              <a:gd name="connsiteY19" fmla="*/ 745741 h 2213078"/>
              <a:gd name="connsiteX20" fmla="*/ 586254 w 1948870"/>
              <a:gd name="connsiteY20" fmla="*/ 740064 h 2213078"/>
              <a:gd name="connsiteX21" fmla="*/ 576414 w 1948870"/>
              <a:gd name="connsiteY21" fmla="*/ 731540 h 2213078"/>
              <a:gd name="connsiteX22" fmla="*/ 567975 w 1948870"/>
              <a:gd name="connsiteY22" fmla="*/ 721595 h 2213078"/>
              <a:gd name="connsiteX23" fmla="*/ 560946 w 1948870"/>
              <a:gd name="connsiteY23" fmla="*/ 710232 h 2213078"/>
              <a:gd name="connsiteX24" fmla="*/ 556736 w 1948870"/>
              <a:gd name="connsiteY24" fmla="*/ 698869 h 2213078"/>
              <a:gd name="connsiteX25" fmla="*/ 553916 w 1948870"/>
              <a:gd name="connsiteY25" fmla="*/ 684667 h 2213078"/>
              <a:gd name="connsiteX26" fmla="*/ 548296 w 1948870"/>
              <a:gd name="connsiteY26" fmla="*/ 600856 h 2213078"/>
              <a:gd name="connsiteX27" fmla="*/ 551106 w 1948870"/>
              <a:gd name="connsiteY27" fmla="*/ 586655 h 2213078"/>
              <a:gd name="connsiteX28" fmla="*/ 552516 w 1948870"/>
              <a:gd name="connsiteY28" fmla="*/ 572443 h 2213078"/>
              <a:gd name="connsiteX29" fmla="*/ 558136 w 1948870"/>
              <a:gd name="connsiteY29" fmla="*/ 561080 h 2213078"/>
              <a:gd name="connsiteX30" fmla="*/ 563765 w 1948870"/>
              <a:gd name="connsiteY30" fmla="*/ 551136 h 2213078"/>
              <a:gd name="connsiteX31" fmla="*/ 573604 w 1948870"/>
              <a:gd name="connsiteY31" fmla="*/ 542621 h 2213078"/>
              <a:gd name="connsiteX32" fmla="*/ 583444 w 1948870"/>
              <a:gd name="connsiteY32" fmla="*/ 535515 h 2213078"/>
              <a:gd name="connsiteX33" fmla="*/ 597503 w 1948870"/>
              <a:gd name="connsiteY33" fmla="*/ 531248 h 2213078"/>
              <a:gd name="connsiteX0" fmla="*/ 1042005 w 1948870"/>
              <a:gd name="connsiteY0" fmla="*/ 465916 h 2213078"/>
              <a:gd name="connsiteX1" fmla="*/ 1056055 w 1948870"/>
              <a:gd name="connsiteY1" fmla="*/ 465916 h 2213078"/>
              <a:gd name="connsiteX2" fmla="*/ 1070114 w 1948870"/>
              <a:gd name="connsiteY2" fmla="*/ 470173 h 2213078"/>
              <a:gd name="connsiteX3" fmla="*/ 1079962 w 1948870"/>
              <a:gd name="connsiteY3" fmla="*/ 474431 h 2213078"/>
              <a:gd name="connsiteX4" fmla="*/ 1091202 w 1948870"/>
              <a:gd name="connsiteY4" fmla="*/ 481537 h 2213078"/>
              <a:gd name="connsiteX5" fmla="*/ 1099641 w 1948870"/>
              <a:gd name="connsiteY5" fmla="*/ 491481 h 2213078"/>
              <a:gd name="connsiteX6" fmla="*/ 1105261 w 1948870"/>
              <a:gd name="connsiteY6" fmla="*/ 501425 h 2213078"/>
              <a:gd name="connsiteX7" fmla="*/ 1110890 w 1948870"/>
              <a:gd name="connsiteY7" fmla="*/ 515627 h 2213078"/>
              <a:gd name="connsiteX8" fmla="*/ 1113700 w 1948870"/>
              <a:gd name="connsiteY8" fmla="*/ 529828 h 2213078"/>
              <a:gd name="connsiteX9" fmla="*/ 1119320 w 1948870"/>
              <a:gd name="connsiteY9" fmla="*/ 613639 h 2213078"/>
              <a:gd name="connsiteX10" fmla="*/ 1119320 w 1948870"/>
              <a:gd name="connsiteY10" fmla="*/ 627841 h 2213078"/>
              <a:gd name="connsiteX11" fmla="*/ 1116510 w 1948870"/>
              <a:gd name="connsiteY11" fmla="*/ 639204 h 2213078"/>
              <a:gd name="connsiteX12" fmla="*/ 1110890 w 1948870"/>
              <a:gd name="connsiteY12" fmla="*/ 653415 h 2213078"/>
              <a:gd name="connsiteX13" fmla="*/ 1103861 w 1948870"/>
              <a:gd name="connsiteY13" fmla="*/ 663360 h 2213078"/>
              <a:gd name="connsiteX14" fmla="*/ 1095421 w 1948870"/>
              <a:gd name="connsiteY14" fmla="*/ 670456 h 2213078"/>
              <a:gd name="connsiteX15" fmla="*/ 1085582 w 1948870"/>
              <a:gd name="connsiteY15" fmla="*/ 678981 h 2213078"/>
              <a:gd name="connsiteX16" fmla="*/ 1071523 w 1948870"/>
              <a:gd name="connsiteY16" fmla="*/ 684667 h 2213078"/>
              <a:gd name="connsiteX17" fmla="*/ 1057464 w 1948870"/>
              <a:gd name="connsiteY17" fmla="*/ 687505 h 2213078"/>
              <a:gd name="connsiteX18" fmla="*/ 1046215 w 1948870"/>
              <a:gd name="connsiteY18" fmla="*/ 687505 h 2213078"/>
              <a:gd name="connsiteX19" fmla="*/ 1032156 w 1948870"/>
              <a:gd name="connsiteY19" fmla="*/ 683238 h 2213078"/>
              <a:gd name="connsiteX20" fmla="*/ 1020917 w 1948870"/>
              <a:gd name="connsiteY20" fmla="*/ 677561 h 2213078"/>
              <a:gd name="connsiteX21" fmla="*/ 1011078 w 1948870"/>
              <a:gd name="connsiteY21" fmla="*/ 669036 h 2213078"/>
              <a:gd name="connsiteX22" fmla="*/ 1002638 w 1948870"/>
              <a:gd name="connsiteY22" fmla="*/ 660512 h 2213078"/>
              <a:gd name="connsiteX23" fmla="*/ 995609 w 1948870"/>
              <a:gd name="connsiteY23" fmla="*/ 649148 h 2213078"/>
              <a:gd name="connsiteX24" fmla="*/ 991389 w 1948870"/>
              <a:gd name="connsiteY24" fmla="*/ 637785 h 2213078"/>
              <a:gd name="connsiteX25" fmla="*/ 988580 w 1948870"/>
              <a:gd name="connsiteY25" fmla="*/ 623583 h 2213078"/>
              <a:gd name="connsiteX26" fmla="*/ 982960 w 1948870"/>
              <a:gd name="connsiteY26" fmla="*/ 539773 h 2213078"/>
              <a:gd name="connsiteX27" fmla="*/ 982960 w 1948870"/>
              <a:gd name="connsiteY27" fmla="*/ 525571 h 2213078"/>
              <a:gd name="connsiteX28" fmla="*/ 985770 w 1948870"/>
              <a:gd name="connsiteY28" fmla="*/ 511369 h 2213078"/>
              <a:gd name="connsiteX29" fmla="*/ 991389 w 1948870"/>
              <a:gd name="connsiteY29" fmla="*/ 500006 h 2213078"/>
              <a:gd name="connsiteX30" fmla="*/ 997019 w 1948870"/>
              <a:gd name="connsiteY30" fmla="*/ 490062 h 2213078"/>
              <a:gd name="connsiteX31" fmla="*/ 1006858 w 1948870"/>
              <a:gd name="connsiteY31" fmla="*/ 480117 h 2213078"/>
              <a:gd name="connsiteX32" fmla="*/ 1016697 w 1948870"/>
              <a:gd name="connsiteY32" fmla="*/ 471593 h 2213078"/>
              <a:gd name="connsiteX33" fmla="*/ 1027946 w 1948870"/>
              <a:gd name="connsiteY33" fmla="*/ 467335 h 2213078"/>
              <a:gd name="connsiteX0" fmla="*/ 629259 w 1948870"/>
              <a:gd name="connsiteY0" fmla="*/ 86649 h 2213078"/>
              <a:gd name="connsiteX1" fmla="*/ 599436 w 1948870"/>
              <a:gd name="connsiteY1" fmla="*/ 88068 h 2213078"/>
              <a:gd name="connsiteX2" fmla="*/ 571023 w 1948870"/>
              <a:gd name="connsiteY2" fmla="*/ 90907 h 2213078"/>
              <a:gd name="connsiteX3" fmla="*/ 542620 w 1948870"/>
              <a:gd name="connsiteY3" fmla="*/ 93755 h 2213078"/>
              <a:gd name="connsiteX4" fmla="*/ 515626 w 1948870"/>
              <a:gd name="connsiteY4" fmla="*/ 100851 h 2213078"/>
              <a:gd name="connsiteX5" fmla="*/ 490061 w 1948870"/>
              <a:gd name="connsiteY5" fmla="*/ 107956 h 2213078"/>
              <a:gd name="connsiteX6" fmla="*/ 463067 w 1948870"/>
              <a:gd name="connsiteY6" fmla="*/ 116481 h 2213078"/>
              <a:gd name="connsiteX7" fmla="*/ 438921 w 1948870"/>
              <a:gd name="connsiteY7" fmla="*/ 127845 h 2213078"/>
              <a:gd name="connsiteX8" fmla="*/ 416194 w 1948870"/>
              <a:gd name="connsiteY8" fmla="*/ 140627 h 2213078"/>
              <a:gd name="connsiteX9" fmla="*/ 392049 w 1948870"/>
              <a:gd name="connsiteY9" fmla="*/ 151991 h 2213078"/>
              <a:gd name="connsiteX10" fmla="*/ 367903 w 1948870"/>
              <a:gd name="connsiteY10" fmla="*/ 166192 h 2213078"/>
              <a:gd name="connsiteX11" fmla="*/ 346595 w 1948870"/>
              <a:gd name="connsiteY11" fmla="*/ 181823 h 2213078"/>
              <a:gd name="connsiteX12" fmla="*/ 326707 w 1948870"/>
              <a:gd name="connsiteY12" fmla="*/ 200282 h 2213078"/>
              <a:gd name="connsiteX13" fmla="*/ 306819 w 1948870"/>
              <a:gd name="connsiteY13" fmla="*/ 217332 h 2213078"/>
              <a:gd name="connsiteX14" fmla="*/ 286931 w 1948870"/>
              <a:gd name="connsiteY14" fmla="*/ 235801 h 2213078"/>
              <a:gd name="connsiteX15" fmla="*/ 268471 w 1948870"/>
              <a:gd name="connsiteY15" fmla="*/ 255680 h 2213078"/>
              <a:gd name="connsiteX16" fmla="*/ 250002 w 1948870"/>
              <a:gd name="connsiteY16" fmla="*/ 276987 h 2213078"/>
              <a:gd name="connsiteX17" fmla="*/ 232953 w 1948870"/>
              <a:gd name="connsiteY17" fmla="*/ 296875 h 2213078"/>
              <a:gd name="connsiteX18" fmla="*/ 215912 w 1948870"/>
              <a:gd name="connsiteY18" fmla="*/ 321021 h 2213078"/>
              <a:gd name="connsiteX19" fmla="*/ 188919 w 1948870"/>
              <a:gd name="connsiteY19" fmla="*/ 366475 h 2213078"/>
              <a:gd name="connsiteX20" fmla="*/ 164773 w 1948870"/>
              <a:gd name="connsiteY20" fmla="*/ 417614 h 2213078"/>
              <a:gd name="connsiteX21" fmla="*/ 143465 w 1948870"/>
              <a:gd name="connsiteY21" fmla="*/ 468754 h 2213078"/>
              <a:gd name="connsiteX22" fmla="*/ 126425 w 1948870"/>
              <a:gd name="connsiteY22" fmla="*/ 519894 h 2213078"/>
              <a:gd name="connsiteX23" fmla="*/ 115052 w 1948870"/>
              <a:gd name="connsiteY23" fmla="*/ 573863 h 2213078"/>
              <a:gd name="connsiteX24" fmla="*/ 109375 w 1948870"/>
              <a:gd name="connsiteY24" fmla="*/ 627841 h 2213078"/>
              <a:gd name="connsiteX25" fmla="*/ 106537 w 1948870"/>
              <a:gd name="connsiteY25" fmla="*/ 656254 h 2213078"/>
              <a:gd name="connsiteX26" fmla="*/ 105118 w 1948870"/>
              <a:gd name="connsiteY26" fmla="*/ 681819 h 2213078"/>
              <a:gd name="connsiteX27" fmla="*/ 106537 w 1948870"/>
              <a:gd name="connsiteY27" fmla="*/ 713071 h 2213078"/>
              <a:gd name="connsiteX28" fmla="*/ 109375 w 1948870"/>
              <a:gd name="connsiteY28" fmla="*/ 742903 h 2213078"/>
              <a:gd name="connsiteX29" fmla="*/ 113633 w 1948870"/>
              <a:gd name="connsiteY29" fmla="*/ 774154 h 2213078"/>
              <a:gd name="connsiteX30" fmla="*/ 119320 w 1948870"/>
              <a:gd name="connsiteY30" fmla="*/ 801139 h 2213078"/>
              <a:gd name="connsiteX31" fmla="*/ 124996 w 1948870"/>
              <a:gd name="connsiteY31" fmla="*/ 825285 h 2213078"/>
              <a:gd name="connsiteX32" fmla="*/ 134941 w 1948870"/>
              <a:gd name="connsiteY32" fmla="*/ 850859 h 2213078"/>
              <a:gd name="connsiteX33" fmla="*/ 144885 w 1948870"/>
              <a:gd name="connsiteY33" fmla="*/ 873586 h 2213078"/>
              <a:gd name="connsiteX34" fmla="*/ 154829 w 1948870"/>
              <a:gd name="connsiteY34" fmla="*/ 894893 h 2213078"/>
              <a:gd name="connsiteX35" fmla="*/ 166192 w 1948870"/>
              <a:gd name="connsiteY35" fmla="*/ 914782 h 2213078"/>
              <a:gd name="connsiteX36" fmla="*/ 178975 w 1948870"/>
              <a:gd name="connsiteY36" fmla="*/ 934660 h 2213078"/>
              <a:gd name="connsiteX37" fmla="*/ 193186 w 1948870"/>
              <a:gd name="connsiteY37" fmla="*/ 950291 h 2213078"/>
              <a:gd name="connsiteX38" fmla="*/ 208807 w 1948870"/>
              <a:gd name="connsiteY38" fmla="*/ 968760 h 2213078"/>
              <a:gd name="connsiteX39" fmla="*/ 224437 w 1948870"/>
              <a:gd name="connsiteY39" fmla="*/ 982962 h 2213078"/>
              <a:gd name="connsiteX40" fmla="*/ 240058 w 1948870"/>
              <a:gd name="connsiteY40" fmla="*/ 998583 h 2213078"/>
              <a:gd name="connsiteX41" fmla="*/ 255679 w 1948870"/>
              <a:gd name="connsiteY41" fmla="*/ 1009946 h 2213078"/>
              <a:gd name="connsiteX42" fmla="*/ 274148 w 1948870"/>
              <a:gd name="connsiteY42" fmla="*/ 1022728 h 2213078"/>
              <a:gd name="connsiteX43" fmla="*/ 312505 w 1948870"/>
              <a:gd name="connsiteY43" fmla="*/ 1044036 h 2213078"/>
              <a:gd name="connsiteX44" fmla="*/ 349434 w 1948870"/>
              <a:gd name="connsiteY44" fmla="*/ 1062505 h 2213078"/>
              <a:gd name="connsiteX45" fmla="*/ 387781 w 1948870"/>
              <a:gd name="connsiteY45" fmla="*/ 1076707 h 2213078"/>
              <a:gd name="connsiteX46" fmla="*/ 427558 w 1948870"/>
              <a:gd name="connsiteY46" fmla="*/ 1086651 h 2213078"/>
              <a:gd name="connsiteX47" fmla="*/ 467334 w 1948870"/>
              <a:gd name="connsiteY47" fmla="*/ 1096595 h 2213078"/>
              <a:gd name="connsiteX48" fmla="*/ 505682 w 1948870"/>
              <a:gd name="connsiteY48" fmla="*/ 1102281 h 2213078"/>
              <a:gd name="connsiteX49" fmla="*/ 541191 w 1948870"/>
              <a:gd name="connsiteY49" fmla="*/ 1106539 h 2213078"/>
              <a:gd name="connsiteX50" fmla="*/ 575281 w 1948870"/>
              <a:gd name="connsiteY50" fmla="*/ 1107958 h 2213078"/>
              <a:gd name="connsiteX51" fmla="*/ 576710 w 1948870"/>
              <a:gd name="connsiteY51" fmla="*/ 1117902 h 2213078"/>
              <a:gd name="connsiteX52" fmla="*/ 579548 w 1948870"/>
              <a:gd name="connsiteY52" fmla="*/ 1147735 h 2213078"/>
              <a:gd name="connsiteX53" fmla="*/ 576710 w 1948870"/>
              <a:gd name="connsiteY53" fmla="*/ 1167623 h 2213078"/>
              <a:gd name="connsiteX54" fmla="*/ 572442 w 1948870"/>
              <a:gd name="connsiteY54" fmla="*/ 1190350 h 2213078"/>
              <a:gd name="connsiteX55" fmla="*/ 566765 w 1948870"/>
              <a:gd name="connsiteY55" fmla="*/ 1217334 h 2213078"/>
              <a:gd name="connsiteX56" fmla="*/ 556821 w 1948870"/>
              <a:gd name="connsiteY56" fmla="*/ 1245747 h 2213078"/>
              <a:gd name="connsiteX57" fmla="*/ 555402 w 1948870"/>
              <a:gd name="connsiteY57" fmla="*/ 1247166 h 2213078"/>
              <a:gd name="connsiteX58" fmla="*/ 551135 w 1948870"/>
              <a:gd name="connsiteY58" fmla="*/ 1250005 h 2213078"/>
              <a:gd name="connsiteX59" fmla="*/ 541191 w 1948870"/>
              <a:gd name="connsiteY59" fmla="*/ 1250005 h 2213078"/>
              <a:gd name="connsiteX60" fmla="*/ 515626 w 1948870"/>
              <a:gd name="connsiteY60" fmla="*/ 1251424 h 2213078"/>
              <a:gd name="connsiteX61" fmla="*/ 490061 w 1948870"/>
              <a:gd name="connsiteY61" fmla="*/ 1255691 h 2213078"/>
              <a:gd name="connsiteX62" fmla="*/ 465915 w 1948870"/>
              <a:gd name="connsiteY62" fmla="*/ 1259949 h 2213078"/>
              <a:gd name="connsiteX63" fmla="*/ 438921 w 1948870"/>
              <a:gd name="connsiteY63" fmla="*/ 1265635 h 2213078"/>
              <a:gd name="connsiteX64" fmla="*/ 416194 w 1948870"/>
              <a:gd name="connsiteY64" fmla="*/ 1272731 h 2213078"/>
              <a:gd name="connsiteX65" fmla="*/ 392049 w 1948870"/>
              <a:gd name="connsiteY65" fmla="*/ 1281256 h 2213078"/>
              <a:gd name="connsiteX66" fmla="*/ 367903 w 1948870"/>
              <a:gd name="connsiteY66" fmla="*/ 1291200 h 2213078"/>
              <a:gd name="connsiteX67" fmla="*/ 346595 w 1948870"/>
              <a:gd name="connsiteY67" fmla="*/ 1303983 h 2213078"/>
              <a:gd name="connsiteX68" fmla="*/ 322440 w 1948870"/>
              <a:gd name="connsiteY68" fmla="*/ 1315346 h 2213078"/>
              <a:gd name="connsiteX69" fmla="*/ 302561 w 1948870"/>
              <a:gd name="connsiteY69" fmla="*/ 1326710 h 2213078"/>
              <a:gd name="connsiteX70" fmla="*/ 279835 w 1948870"/>
              <a:gd name="connsiteY70" fmla="*/ 1343759 h 2213078"/>
              <a:gd name="connsiteX71" fmla="*/ 259946 w 1948870"/>
              <a:gd name="connsiteY71" fmla="*/ 1359380 h 2213078"/>
              <a:gd name="connsiteX72" fmla="*/ 240058 w 1948870"/>
              <a:gd name="connsiteY72" fmla="*/ 1375011 h 2213078"/>
              <a:gd name="connsiteX73" fmla="*/ 223009 w 1948870"/>
              <a:gd name="connsiteY73" fmla="*/ 1393470 h 2213078"/>
              <a:gd name="connsiteX74" fmla="*/ 204549 w 1948870"/>
              <a:gd name="connsiteY74" fmla="*/ 1413359 h 2213078"/>
              <a:gd name="connsiteX75" fmla="*/ 186080 w 1948870"/>
              <a:gd name="connsiteY75" fmla="*/ 1433247 h 2213078"/>
              <a:gd name="connsiteX76" fmla="*/ 173298 w 1948870"/>
              <a:gd name="connsiteY76" fmla="*/ 1453135 h 2213078"/>
              <a:gd name="connsiteX77" fmla="*/ 159086 w 1948870"/>
              <a:gd name="connsiteY77" fmla="*/ 1473023 h 2213078"/>
              <a:gd name="connsiteX78" fmla="*/ 146304 w 1948870"/>
              <a:gd name="connsiteY78" fmla="*/ 1492902 h 2213078"/>
              <a:gd name="connsiteX79" fmla="*/ 134941 w 1948870"/>
              <a:gd name="connsiteY79" fmla="*/ 1514209 h 2213078"/>
              <a:gd name="connsiteX80" fmla="*/ 124996 w 1948870"/>
              <a:gd name="connsiteY80" fmla="*/ 1536936 h 2213078"/>
              <a:gd name="connsiteX81" fmla="*/ 115052 w 1948870"/>
              <a:gd name="connsiteY81" fmla="*/ 1558243 h 2213078"/>
              <a:gd name="connsiteX82" fmla="*/ 106537 w 1948870"/>
              <a:gd name="connsiteY82" fmla="*/ 1579551 h 2213078"/>
              <a:gd name="connsiteX83" fmla="*/ 100851 w 1948870"/>
              <a:gd name="connsiteY83" fmla="*/ 1602278 h 2213078"/>
              <a:gd name="connsiteX84" fmla="*/ 95174 w 1948870"/>
              <a:gd name="connsiteY84" fmla="*/ 1626433 h 2213078"/>
              <a:gd name="connsiteX85" fmla="*/ 90906 w 1948870"/>
              <a:gd name="connsiteY85" fmla="*/ 1647740 h 2213078"/>
              <a:gd name="connsiteX86" fmla="*/ 89487 w 1948870"/>
              <a:gd name="connsiteY86" fmla="*/ 1671886 h 2213078"/>
              <a:gd name="connsiteX87" fmla="*/ 86649 w 1948870"/>
              <a:gd name="connsiteY87" fmla="*/ 1693194 h 2213078"/>
              <a:gd name="connsiteX88" fmla="*/ 86649 w 1948870"/>
              <a:gd name="connsiteY88" fmla="*/ 1717340 h 2213078"/>
              <a:gd name="connsiteX89" fmla="*/ 86649 w 1948870"/>
              <a:gd name="connsiteY89" fmla="*/ 1741485 h 2213078"/>
              <a:gd name="connsiteX90" fmla="*/ 89487 w 1948870"/>
              <a:gd name="connsiteY90" fmla="*/ 1762793 h 2213078"/>
              <a:gd name="connsiteX91" fmla="*/ 93754 w 1948870"/>
              <a:gd name="connsiteY91" fmla="*/ 1786939 h 2213078"/>
              <a:gd name="connsiteX92" fmla="*/ 100851 w 1948870"/>
              <a:gd name="connsiteY92" fmla="*/ 1819610 h 2213078"/>
              <a:gd name="connsiteX93" fmla="*/ 110795 w 1948870"/>
              <a:gd name="connsiteY93" fmla="*/ 1846603 h 2213078"/>
              <a:gd name="connsiteX94" fmla="*/ 123577 w 1948870"/>
              <a:gd name="connsiteY94" fmla="*/ 1875007 h 2213078"/>
              <a:gd name="connsiteX95" fmla="*/ 139208 w 1948870"/>
              <a:gd name="connsiteY95" fmla="*/ 1899153 h 2213078"/>
              <a:gd name="connsiteX96" fmla="*/ 154829 w 1948870"/>
              <a:gd name="connsiteY96" fmla="*/ 1919041 h 2213078"/>
              <a:gd name="connsiteX97" fmla="*/ 173298 w 1948870"/>
              <a:gd name="connsiteY97" fmla="*/ 1938929 h 2213078"/>
              <a:gd name="connsiteX98" fmla="*/ 193186 w 1948870"/>
              <a:gd name="connsiteY98" fmla="*/ 1954560 h 2213078"/>
              <a:gd name="connsiteX99" fmla="*/ 214493 w 1948870"/>
              <a:gd name="connsiteY99" fmla="*/ 1968762 h 2213078"/>
              <a:gd name="connsiteX100" fmla="*/ 235791 w 1948870"/>
              <a:gd name="connsiteY100" fmla="*/ 1982963 h 2213078"/>
              <a:gd name="connsiteX101" fmla="*/ 258527 w 1948870"/>
              <a:gd name="connsiteY101" fmla="*/ 1992908 h 2213078"/>
              <a:gd name="connsiteX102" fmla="*/ 279835 w 1948870"/>
              <a:gd name="connsiteY102" fmla="*/ 2002852 h 2213078"/>
              <a:gd name="connsiteX103" fmla="*/ 302561 w 1948870"/>
              <a:gd name="connsiteY103" fmla="*/ 2009957 h 2213078"/>
              <a:gd name="connsiteX104" fmla="*/ 346595 w 1948870"/>
              <a:gd name="connsiteY104" fmla="*/ 2022740 h 2213078"/>
              <a:gd name="connsiteX105" fmla="*/ 383524 w 1948870"/>
              <a:gd name="connsiteY105" fmla="*/ 2028417 h 2213078"/>
              <a:gd name="connsiteX106" fmla="*/ 392049 w 1948870"/>
              <a:gd name="connsiteY106" fmla="*/ 2029836 h 2213078"/>
              <a:gd name="connsiteX107" fmla="*/ 399145 w 1948870"/>
              <a:gd name="connsiteY107" fmla="*/ 2034103 h 2213078"/>
              <a:gd name="connsiteX108" fmla="*/ 406250 w 1948870"/>
              <a:gd name="connsiteY108" fmla="*/ 2038361 h 2213078"/>
              <a:gd name="connsiteX109" fmla="*/ 411937 w 1948870"/>
              <a:gd name="connsiteY109" fmla="*/ 2044047 h 2213078"/>
              <a:gd name="connsiteX110" fmla="*/ 416194 w 1948870"/>
              <a:gd name="connsiteY110" fmla="*/ 2052563 h 2213078"/>
              <a:gd name="connsiteX111" fmla="*/ 419033 w 1948870"/>
              <a:gd name="connsiteY111" fmla="*/ 2059668 h 2213078"/>
              <a:gd name="connsiteX112" fmla="*/ 421881 w 1948870"/>
              <a:gd name="connsiteY112" fmla="*/ 2068193 h 2213078"/>
              <a:gd name="connsiteX113" fmla="*/ 421881 w 1948870"/>
              <a:gd name="connsiteY113" fmla="*/ 2076718 h 2213078"/>
              <a:gd name="connsiteX114" fmla="*/ 417614 w 1948870"/>
              <a:gd name="connsiteY114" fmla="*/ 2102283 h 2213078"/>
              <a:gd name="connsiteX115" fmla="*/ 465915 w 1948870"/>
              <a:gd name="connsiteY115" fmla="*/ 2112227 h 2213078"/>
              <a:gd name="connsiteX116" fmla="*/ 517045 w 1948870"/>
              <a:gd name="connsiteY116" fmla="*/ 2119333 h 2213078"/>
              <a:gd name="connsiteX117" fmla="*/ 575281 w 1948870"/>
              <a:gd name="connsiteY117" fmla="*/ 2126429 h 2213078"/>
              <a:gd name="connsiteX118" fmla="*/ 639203 w 1948870"/>
              <a:gd name="connsiteY118" fmla="*/ 2127848 h 2213078"/>
              <a:gd name="connsiteX119" fmla="*/ 684656 w 1948870"/>
              <a:gd name="connsiteY119" fmla="*/ 2126429 h 2213078"/>
              <a:gd name="connsiteX120" fmla="*/ 730119 w 1948870"/>
              <a:gd name="connsiteY120" fmla="*/ 2123591 h 2213078"/>
              <a:gd name="connsiteX121" fmla="*/ 818187 w 1948870"/>
              <a:gd name="connsiteY121" fmla="*/ 2116485 h 2213078"/>
              <a:gd name="connsiteX122" fmla="*/ 889205 w 1948870"/>
              <a:gd name="connsiteY122" fmla="*/ 2106541 h 2213078"/>
              <a:gd name="connsiteX123" fmla="*/ 946022 w 1948870"/>
              <a:gd name="connsiteY123" fmla="*/ 2098026 h 2213078"/>
              <a:gd name="connsiteX124" fmla="*/ 916199 w 1948870"/>
              <a:gd name="connsiteY124" fmla="*/ 1876426 h 2213078"/>
              <a:gd name="connsiteX125" fmla="*/ 894892 w 1948870"/>
              <a:gd name="connsiteY125" fmla="*/ 1732961 h 2213078"/>
              <a:gd name="connsiteX126" fmla="*/ 873584 w 1948870"/>
              <a:gd name="connsiteY126" fmla="*/ 1589495 h 2213078"/>
              <a:gd name="connsiteX127" fmla="*/ 873584 w 1948870"/>
              <a:gd name="connsiteY127" fmla="*/ 1578132 h 2213078"/>
              <a:gd name="connsiteX128" fmla="*/ 877842 w 1948870"/>
              <a:gd name="connsiteY128" fmla="*/ 1568188 h 2213078"/>
              <a:gd name="connsiteX129" fmla="*/ 882100 w 1948870"/>
              <a:gd name="connsiteY129" fmla="*/ 1558243 h 2213078"/>
              <a:gd name="connsiteX130" fmla="*/ 889205 w 1948870"/>
              <a:gd name="connsiteY130" fmla="*/ 1549728 h 2213078"/>
              <a:gd name="connsiteX131" fmla="*/ 899149 w 1948870"/>
              <a:gd name="connsiteY131" fmla="*/ 1544042 h 2213078"/>
              <a:gd name="connsiteX132" fmla="*/ 909094 w 1948870"/>
              <a:gd name="connsiteY132" fmla="*/ 1539784 h 2213078"/>
              <a:gd name="connsiteX133" fmla="*/ 919038 w 1948870"/>
              <a:gd name="connsiteY133" fmla="*/ 1539784 h 2213078"/>
              <a:gd name="connsiteX134" fmla="*/ 931820 w 1948870"/>
              <a:gd name="connsiteY134" fmla="*/ 1542622 h 2213078"/>
              <a:gd name="connsiteX135" fmla="*/ 991475 w 1948870"/>
              <a:gd name="connsiteY135" fmla="*/ 1559663 h 2213078"/>
              <a:gd name="connsiteX136" fmla="*/ 1046882 w 1948870"/>
              <a:gd name="connsiteY136" fmla="*/ 1573874 h 2213078"/>
              <a:gd name="connsiteX137" fmla="*/ 1096593 w 1948870"/>
              <a:gd name="connsiteY137" fmla="*/ 1582399 h 2213078"/>
              <a:gd name="connsiteX138" fmla="*/ 1120739 w 1948870"/>
              <a:gd name="connsiteY138" fmla="*/ 1583818 h 2213078"/>
              <a:gd name="connsiteX139" fmla="*/ 1142046 w 1948870"/>
              <a:gd name="connsiteY139" fmla="*/ 1583818 h 2213078"/>
              <a:gd name="connsiteX140" fmla="*/ 1154829 w 1948870"/>
              <a:gd name="connsiteY140" fmla="*/ 1583818 h 2213078"/>
              <a:gd name="connsiteX141" fmla="*/ 1196024 w 1948870"/>
              <a:gd name="connsiteY141" fmla="*/ 1579551 h 2213078"/>
              <a:gd name="connsiteX142" fmla="*/ 1234381 w 1948870"/>
              <a:gd name="connsiteY142" fmla="*/ 1573874 h 2213078"/>
              <a:gd name="connsiteX143" fmla="*/ 1269891 w 1948870"/>
              <a:gd name="connsiteY143" fmla="*/ 1563930 h 2213078"/>
              <a:gd name="connsiteX144" fmla="*/ 1303981 w 1948870"/>
              <a:gd name="connsiteY144" fmla="*/ 1552566 h 2213078"/>
              <a:gd name="connsiteX145" fmla="*/ 1335232 w 1948870"/>
              <a:gd name="connsiteY145" fmla="*/ 1538365 h 2213078"/>
              <a:gd name="connsiteX146" fmla="*/ 1363636 w 1948870"/>
              <a:gd name="connsiteY146" fmla="*/ 1522734 h 2213078"/>
              <a:gd name="connsiteX147" fmla="*/ 1392049 w 1948870"/>
              <a:gd name="connsiteY147" fmla="*/ 1504265 h 2213078"/>
              <a:gd name="connsiteX148" fmla="*/ 1414775 w 1948870"/>
              <a:gd name="connsiteY148" fmla="*/ 1484387 h 2213078"/>
              <a:gd name="connsiteX149" fmla="*/ 1437502 w 1948870"/>
              <a:gd name="connsiteY149" fmla="*/ 1464498 h 2213078"/>
              <a:gd name="connsiteX150" fmla="*/ 1458809 w 1948870"/>
              <a:gd name="connsiteY150" fmla="*/ 1444610 h 2213078"/>
              <a:gd name="connsiteX151" fmla="*/ 1477278 w 1948870"/>
              <a:gd name="connsiteY151" fmla="*/ 1423303 h 2213078"/>
              <a:gd name="connsiteX152" fmla="*/ 1492899 w 1948870"/>
              <a:gd name="connsiteY152" fmla="*/ 1403414 h 2213078"/>
              <a:gd name="connsiteX153" fmla="*/ 1508530 w 1948870"/>
              <a:gd name="connsiteY153" fmla="*/ 1380688 h 2213078"/>
              <a:gd name="connsiteX154" fmla="*/ 1521312 w 1948870"/>
              <a:gd name="connsiteY154" fmla="*/ 1360800 h 2213078"/>
              <a:gd name="connsiteX155" fmla="*/ 1542620 w 1948870"/>
              <a:gd name="connsiteY155" fmla="*/ 1323871 h 2213078"/>
              <a:gd name="connsiteX156" fmla="*/ 1546877 w 1948870"/>
              <a:gd name="connsiteY156" fmla="*/ 1316765 h 2213078"/>
              <a:gd name="connsiteX157" fmla="*/ 1551145 w 1948870"/>
              <a:gd name="connsiteY157" fmla="*/ 1311089 h 2213078"/>
              <a:gd name="connsiteX158" fmla="*/ 1562508 w 1948870"/>
              <a:gd name="connsiteY158" fmla="*/ 1303983 h 2213078"/>
              <a:gd name="connsiteX159" fmla="*/ 1576710 w 1948870"/>
              <a:gd name="connsiteY159" fmla="*/ 1301144 h 2213078"/>
              <a:gd name="connsiteX160" fmla="*/ 1582386 w 1948870"/>
              <a:gd name="connsiteY160" fmla="*/ 1299725 h 2213078"/>
              <a:gd name="connsiteX161" fmla="*/ 1590911 w 1948870"/>
              <a:gd name="connsiteY161" fmla="*/ 1301144 h 2213078"/>
              <a:gd name="connsiteX162" fmla="*/ 1620744 w 1948870"/>
              <a:gd name="connsiteY162" fmla="*/ 1305402 h 2213078"/>
              <a:gd name="connsiteX163" fmla="*/ 1651995 w 1948870"/>
              <a:gd name="connsiteY163" fmla="*/ 1306821 h 2213078"/>
              <a:gd name="connsiteX164" fmla="*/ 1674722 w 1948870"/>
              <a:gd name="connsiteY164" fmla="*/ 1306821 h 2213078"/>
              <a:gd name="connsiteX165" fmla="*/ 1694610 w 1948870"/>
              <a:gd name="connsiteY165" fmla="*/ 1305402 h 2213078"/>
              <a:gd name="connsiteX166" fmla="*/ 1714489 w 1948870"/>
              <a:gd name="connsiteY166" fmla="*/ 1301144 h 2213078"/>
              <a:gd name="connsiteX167" fmla="*/ 1734377 w 1948870"/>
              <a:gd name="connsiteY167" fmla="*/ 1296877 h 2213078"/>
              <a:gd name="connsiteX168" fmla="*/ 1751426 w 1948870"/>
              <a:gd name="connsiteY168" fmla="*/ 1291200 h 2213078"/>
              <a:gd name="connsiteX169" fmla="*/ 1769886 w 1948870"/>
              <a:gd name="connsiteY169" fmla="*/ 1284095 h 2213078"/>
              <a:gd name="connsiteX170" fmla="*/ 1785516 w 1948870"/>
              <a:gd name="connsiteY170" fmla="*/ 1275579 h 2213078"/>
              <a:gd name="connsiteX171" fmla="*/ 1799718 w 1948870"/>
              <a:gd name="connsiteY171" fmla="*/ 1265635 h 2213078"/>
              <a:gd name="connsiteX172" fmla="*/ 1813929 w 1948870"/>
              <a:gd name="connsiteY172" fmla="*/ 1255691 h 2213078"/>
              <a:gd name="connsiteX173" fmla="*/ 1825283 w 1948870"/>
              <a:gd name="connsiteY173" fmla="*/ 1245747 h 2213078"/>
              <a:gd name="connsiteX174" fmla="*/ 1835227 w 1948870"/>
              <a:gd name="connsiteY174" fmla="*/ 1232964 h 2213078"/>
              <a:gd name="connsiteX175" fmla="*/ 1845171 w 1948870"/>
              <a:gd name="connsiteY175" fmla="*/ 1221601 h 2213078"/>
              <a:gd name="connsiteX176" fmla="*/ 1853696 w 1948870"/>
              <a:gd name="connsiteY176" fmla="*/ 1210238 h 2213078"/>
              <a:gd name="connsiteX177" fmla="*/ 1857963 w 1948870"/>
              <a:gd name="connsiteY177" fmla="*/ 1196026 h 2213078"/>
              <a:gd name="connsiteX178" fmla="*/ 1860802 w 1948870"/>
              <a:gd name="connsiteY178" fmla="*/ 1181825 h 2213078"/>
              <a:gd name="connsiteX179" fmla="*/ 1860802 w 1948870"/>
              <a:gd name="connsiteY179" fmla="*/ 1167623 h 2213078"/>
              <a:gd name="connsiteX180" fmla="*/ 1860802 w 1948870"/>
              <a:gd name="connsiteY180" fmla="*/ 1153412 h 2213078"/>
              <a:gd name="connsiteX181" fmla="*/ 1857963 w 1948870"/>
              <a:gd name="connsiteY181" fmla="*/ 1140629 h 2213078"/>
              <a:gd name="connsiteX182" fmla="*/ 1853696 w 1948870"/>
              <a:gd name="connsiteY182" fmla="*/ 1127846 h 2213078"/>
              <a:gd name="connsiteX183" fmla="*/ 1845171 w 1948870"/>
              <a:gd name="connsiteY183" fmla="*/ 1113645 h 2213078"/>
              <a:gd name="connsiteX184" fmla="*/ 1835227 w 1948870"/>
              <a:gd name="connsiteY184" fmla="*/ 1102281 h 2213078"/>
              <a:gd name="connsiteX185" fmla="*/ 1825283 w 1948870"/>
              <a:gd name="connsiteY185" fmla="*/ 1089499 h 2213078"/>
              <a:gd name="connsiteX186" fmla="*/ 1813929 w 1948870"/>
              <a:gd name="connsiteY186" fmla="*/ 1079555 h 2213078"/>
              <a:gd name="connsiteX187" fmla="*/ 1799718 w 1948870"/>
              <a:gd name="connsiteY187" fmla="*/ 1069611 h 2213078"/>
              <a:gd name="connsiteX188" fmla="*/ 1785516 w 1948870"/>
              <a:gd name="connsiteY188" fmla="*/ 1059666 h 2213078"/>
              <a:gd name="connsiteX189" fmla="*/ 1769886 w 1948870"/>
              <a:gd name="connsiteY189" fmla="*/ 1052561 h 2213078"/>
              <a:gd name="connsiteX190" fmla="*/ 1751426 w 1948870"/>
              <a:gd name="connsiteY190" fmla="*/ 1046884 h 2213078"/>
              <a:gd name="connsiteX191" fmla="*/ 1734377 w 1948870"/>
              <a:gd name="connsiteY191" fmla="*/ 1039778 h 2213078"/>
              <a:gd name="connsiteX192" fmla="*/ 1714489 w 1948870"/>
              <a:gd name="connsiteY192" fmla="*/ 1034101 h 2213078"/>
              <a:gd name="connsiteX193" fmla="*/ 1694610 w 1948870"/>
              <a:gd name="connsiteY193" fmla="*/ 1032673 h 2213078"/>
              <a:gd name="connsiteX194" fmla="*/ 1674722 w 1948870"/>
              <a:gd name="connsiteY194" fmla="*/ 1028415 h 2213078"/>
              <a:gd name="connsiteX195" fmla="*/ 1651995 w 1948870"/>
              <a:gd name="connsiteY195" fmla="*/ 1028415 h 2213078"/>
              <a:gd name="connsiteX196" fmla="*/ 1620744 w 1948870"/>
              <a:gd name="connsiteY196" fmla="*/ 1029834 h 2213078"/>
              <a:gd name="connsiteX197" fmla="*/ 1588073 w 1948870"/>
              <a:gd name="connsiteY197" fmla="*/ 1036940 h 2213078"/>
              <a:gd name="connsiteX198" fmla="*/ 1558241 w 1948870"/>
              <a:gd name="connsiteY198" fmla="*/ 1044036 h 2213078"/>
              <a:gd name="connsiteX199" fmla="*/ 1531256 w 1948870"/>
              <a:gd name="connsiteY199" fmla="*/ 1053980 h 2213078"/>
              <a:gd name="connsiteX200" fmla="*/ 1507101 w 1948870"/>
              <a:gd name="connsiteY200" fmla="*/ 1068191 h 2213078"/>
              <a:gd name="connsiteX201" fmla="*/ 1484374 w 1948870"/>
              <a:gd name="connsiteY201" fmla="*/ 1086651 h 2213078"/>
              <a:gd name="connsiteX202" fmla="*/ 1467334 w 1948870"/>
              <a:gd name="connsiteY202" fmla="*/ 1103701 h 2213078"/>
              <a:gd name="connsiteX203" fmla="*/ 1461648 w 1948870"/>
              <a:gd name="connsiteY203" fmla="*/ 1113645 h 2213078"/>
              <a:gd name="connsiteX204" fmla="*/ 1454552 w 1948870"/>
              <a:gd name="connsiteY204" fmla="*/ 1123589 h 2213078"/>
              <a:gd name="connsiteX205" fmla="*/ 1451704 w 1948870"/>
              <a:gd name="connsiteY205" fmla="*/ 1132104 h 2213078"/>
              <a:gd name="connsiteX206" fmla="*/ 1448865 w 1948870"/>
              <a:gd name="connsiteY206" fmla="*/ 1137791 h 2213078"/>
              <a:gd name="connsiteX207" fmla="*/ 1448865 w 1948870"/>
              <a:gd name="connsiteY207" fmla="*/ 1140629 h 2213078"/>
              <a:gd name="connsiteX208" fmla="*/ 1444608 w 1948870"/>
              <a:gd name="connsiteY208" fmla="*/ 1147735 h 2213078"/>
              <a:gd name="connsiteX209" fmla="*/ 1444608 w 1948870"/>
              <a:gd name="connsiteY209" fmla="*/ 1150573 h 2213078"/>
              <a:gd name="connsiteX210" fmla="*/ 1434663 w 1948870"/>
              <a:gd name="connsiteY210" fmla="*/ 1186082 h 2213078"/>
              <a:gd name="connsiteX211" fmla="*/ 1419033 w 1948870"/>
              <a:gd name="connsiteY211" fmla="*/ 1225859 h 2213078"/>
              <a:gd name="connsiteX212" fmla="*/ 1409098 w 1948870"/>
              <a:gd name="connsiteY212" fmla="*/ 1247166 h 2213078"/>
              <a:gd name="connsiteX213" fmla="*/ 1397735 w 1948870"/>
              <a:gd name="connsiteY213" fmla="*/ 1269893 h 2213078"/>
              <a:gd name="connsiteX214" fmla="*/ 1383524 w 1948870"/>
              <a:gd name="connsiteY214" fmla="*/ 1291200 h 2213078"/>
              <a:gd name="connsiteX215" fmla="*/ 1367903 w 1948870"/>
              <a:gd name="connsiteY215" fmla="*/ 1313927 h 2213078"/>
              <a:gd name="connsiteX216" fmla="*/ 1350853 w 1948870"/>
              <a:gd name="connsiteY216" fmla="*/ 1335234 h 2213078"/>
              <a:gd name="connsiteX217" fmla="*/ 1330965 w 1948870"/>
              <a:gd name="connsiteY217" fmla="*/ 1355123 h 2213078"/>
              <a:gd name="connsiteX218" fmla="*/ 1311086 w 1948870"/>
              <a:gd name="connsiteY218" fmla="*/ 1373592 h 2213078"/>
              <a:gd name="connsiteX219" fmla="*/ 1289779 w 1948870"/>
              <a:gd name="connsiteY219" fmla="*/ 1386374 h 2213078"/>
              <a:gd name="connsiteX220" fmla="*/ 1264204 w 1948870"/>
              <a:gd name="connsiteY220" fmla="*/ 1400576 h 2213078"/>
              <a:gd name="connsiteX221" fmla="*/ 1235801 w 1948870"/>
              <a:gd name="connsiteY221" fmla="*/ 1410520 h 2213078"/>
              <a:gd name="connsiteX222" fmla="*/ 1208807 w 1948870"/>
              <a:gd name="connsiteY222" fmla="*/ 1419045 h 2213078"/>
              <a:gd name="connsiteX223" fmla="*/ 1174717 w 1948870"/>
              <a:gd name="connsiteY223" fmla="*/ 1420464 h 2213078"/>
              <a:gd name="connsiteX224" fmla="*/ 1151990 w 1948870"/>
              <a:gd name="connsiteY224" fmla="*/ 1420464 h 2213078"/>
              <a:gd name="connsiteX225" fmla="*/ 1130683 w 1948870"/>
              <a:gd name="connsiteY225" fmla="*/ 1419045 h 2213078"/>
              <a:gd name="connsiteX226" fmla="*/ 1107956 w 1948870"/>
              <a:gd name="connsiteY226" fmla="*/ 1416197 h 2213078"/>
              <a:gd name="connsiteX227" fmla="*/ 1086649 w 1948870"/>
              <a:gd name="connsiteY227" fmla="*/ 1413359 h 2213078"/>
              <a:gd name="connsiteX228" fmla="*/ 1042615 w 1948870"/>
              <a:gd name="connsiteY228" fmla="*/ 1400576 h 2213078"/>
              <a:gd name="connsiteX229" fmla="*/ 1001419 w 1948870"/>
              <a:gd name="connsiteY229" fmla="*/ 1384955 h 2213078"/>
              <a:gd name="connsiteX230" fmla="*/ 961652 w 1948870"/>
              <a:gd name="connsiteY230" fmla="*/ 1366486 h 2213078"/>
              <a:gd name="connsiteX231" fmla="*/ 921876 w 1948870"/>
              <a:gd name="connsiteY231" fmla="*/ 1346598 h 2213078"/>
              <a:gd name="connsiteX232" fmla="*/ 848010 w 1948870"/>
              <a:gd name="connsiteY232" fmla="*/ 1303983 h 2213078"/>
              <a:gd name="connsiteX233" fmla="*/ 798299 w 1948870"/>
              <a:gd name="connsiteY233" fmla="*/ 1272731 h 2213078"/>
              <a:gd name="connsiteX234" fmla="*/ 752846 w 1948870"/>
              <a:gd name="connsiteY234" fmla="*/ 1250005 h 2213078"/>
              <a:gd name="connsiteX235" fmla="*/ 742902 w 1948870"/>
              <a:gd name="connsiteY235" fmla="*/ 1242909 h 2213078"/>
              <a:gd name="connsiteX236" fmla="*/ 728700 w 1948870"/>
              <a:gd name="connsiteY236" fmla="*/ 1231545 h 2213078"/>
              <a:gd name="connsiteX237" fmla="*/ 723013 w 1948870"/>
              <a:gd name="connsiteY237" fmla="*/ 1225859 h 2213078"/>
              <a:gd name="connsiteX238" fmla="*/ 718756 w 1948870"/>
              <a:gd name="connsiteY238" fmla="*/ 1217334 h 2213078"/>
              <a:gd name="connsiteX239" fmla="*/ 714489 w 1948870"/>
              <a:gd name="connsiteY239" fmla="*/ 1210238 h 2213078"/>
              <a:gd name="connsiteX240" fmla="*/ 714489 w 1948870"/>
              <a:gd name="connsiteY240" fmla="*/ 1201713 h 2213078"/>
              <a:gd name="connsiteX241" fmla="*/ 710231 w 1948870"/>
              <a:gd name="connsiteY241" fmla="*/ 1147735 h 2213078"/>
              <a:gd name="connsiteX242" fmla="*/ 710231 w 1948870"/>
              <a:gd name="connsiteY242" fmla="*/ 1137791 h 2213078"/>
              <a:gd name="connsiteX243" fmla="*/ 713069 w 1948870"/>
              <a:gd name="connsiteY243" fmla="*/ 1130685 h 2213078"/>
              <a:gd name="connsiteX244" fmla="*/ 715908 w 1948870"/>
              <a:gd name="connsiteY244" fmla="*/ 1123589 h 2213078"/>
              <a:gd name="connsiteX245" fmla="*/ 720175 w 1948870"/>
              <a:gd name="connsiteY245" fmla="*/ 1117902 h 2213078"/>
              <a:gd name="connsiteX246" fmla="*/ 725852 w 1948870"/>
              <a:gd name="connsiteY246" fmla="*/ 1112225 h 2213078"/>
              <a:gd name="connsiteX247" fmla="*/ 732957 w 1948870"/>
              <a:gd name="connsiteY247" fmla="*/ 1106539 h 2213078"/>
              <a:gd name="connsiteX248" fmla="*/ 740054 w 1948870"/>
              <a:gd name="connsiteY248" fmla="*/ 1103701 h 2213078"/>
              <a:gd name="connsiteX249" fmla="*/ 748578 w 1948870"/>
              <a:gd name="connsiteY249" fmla="*/ 1102281 h 2213078"/>
              <a:gd name="connsiteX250" fmla="*/ 795460 w 1948870"/>
              <a:gd name="connsiteY250" fmla="*/ 1092337 h 2213078"/>
              <a:gd name="connsiteX251" fmla="*/ 842333 w 1948870"/>
              <a:gd name="connsiteY251" fmla="*/ 1082393 h 2213078"/>
              <a:gd name="connsiteX252" fmla="*/ 884948 w 1948870"/>
              <a:gd name="connsiteY252" fmla="*/ 1068191 h 2213078"/>
              <a:gd name="connsiteX253" fmla="*/ 926143 w 1948870"/>
              <a:gd name="connsiteY253" fmla="*/ 1049722 h 2213078"/>
              <a:gd name="connsiteX254" fmla="*/ 963072 w 1948870"/>
              <a:gd name="connsiteY254" fmla="*/ 1029834 h 2213078"/>
              <a:gd name="connsiteX255" fmla="*/ 998581 w 1948870"/>
              <a:gd name="connsiteY255" fmla="*/ 1008527 h 2213078"/>
              <a:gd name="connsiteX256" fmla="*/ 1031252 w 1948870"/>
              <a:gd name="connsiteY256" fmla="*/ 982962 h 2213078"/>
              <a:gd name="connsiteX257" fmla="*/ 1058245 w 1948870"/>
              <a:gd name="connsiteY257" fmla="*/ 957387 h 2213078"/>
              <a:gd name="connsiteX258" fmla="*/ 1085230 w 1948870"/>
              <a:gd name="connsiteY258" fmla="*/ 927564 h 2213078"/>
              <a:gd name="connsiteX259" fmla="*/ 1106537 w 1948870"/>
              <a:gd name="connsiteY259" fmla="*/ 894893 h 2213078"/>
              <a:gd name="connsiteX260" fmla="*/ 1126425 w 1948870"/>
              <a:gd name="connsiteY260" fmla="*/ 860803 h 2213078"/>
              <a:gd name="connsiteX261" fmla="*/ 1142046 w 1948870"/>
              <a:gd name="connsiteY261" fmla="*/ 825285 h 2213078"/>
              <a:gd name="connsiteX262" fmla="*/ 1154829 w 1948870"/>
              <a:gd name="connsiteY262" fmla="*/ 786937 h 2213078"/>
              <a:gd name="connsiteX263" fmla="*/ 1164773 w 1948870"/>
              <a:gd name="connsiteY263" fmla="*/ 747161 h 2213078"/>
              <a:gd name="connsiteX264" fmla="*/ 1169040 w 1948870"/>
              <a:gd name="connsiteY264" fmla="*/ 705965 h 2213078"/>
              <a:gd name="connsiteX265" fmla="*/ 1170459 w 1948870"/>
              <a:gd name="connsiteY265" fmla="*/ 661931 h 2213078"/>
              <a:gd name="connsiteX266" fmla="*/ 1170459 w 1948870"/>
              <a:gd name="connsiteY266" fmla="*/ 636366 h 2213078"/>
              <a:gd name="connsiteX267" fmla="*/ 1169040 w 1948870"/>
              <a:gd name="connsiteY267" fmla="*/ 607962 h 2213078"/>
              <a:gd name="connsiteX268" fmla="*/ 1166192 w 1948870"/>
              <a:gd name="connsiteY268" fmla="*/ 582387 h 2213078"/>
              <a:gd name="connsiteX269" fmla="*/ 1160515 w 1948870"/>
              <a:gd name="connsiteY269" fmla="*/ 556822 h 2213078"/>
              <a:gd name="connsiteX270" fmla="*/ 1149152 w 1948870"/>
              <a:gd name="connsiteY270" fmla="*/ 504263 h 2213078"/>
              <a:gd name="connsiteX271" fmla="*/ 1132102 w 1948870"/>
              <a:gd name="connsiteY271" fmla="*/ 454552 h 2213078"/>
              <a:gd name="connsiteX272" fmla="*/ 1110795 w 1948870"/>
              <a:gd name="connsiteY272" fmla="*/ 404832 h 2213078"/>
              <a:gd name="connsiteX273" fmla="*/ 1085230 w 1948870"/>
              <a:gd name="connsiteY273" fmla="*/ 356540 h 2213078"/>
              <a:gd name="connsiteX274" fmla="*/ 1071028 w 1948870"/>
              <a:gd name="connsiteY274" fmla="*/ 335233 h 2213078"/>
              <a:gd name="connsiteX275" fmla="*/ 1055397 w 1948870"/>
              <a:gd name="connsiteY275" fmla="*/ 311077 h 2213078"/>
              <a:gd name="connsiteX276" fmla="*/ 1038357 w 1948870"/>
              <a:gd name="connsiteY276" fmla="*/ 291198 h 2213078"/>
              <a:gd name="connsiteX277" fmla="*/ 1021307 w 1948870"/>
              <a:gd name="connsiteY277" fmla="*/ 269891 h 2213078"/>
              <a:gd name="connsiteX278" fmla="*/ 1002839 w 1948870"/>
              <a:gd name="connsiteY278" fmla="*/ 250003 h 2213078"/>
              <a:gd name="connsiteX279" fmla="*/ 982960 w 1948870"/>
              <a:gd name="connsiteY279" fmla="*/ 230115 h 2213078"/>
              <a:gd name="connsiteX280" fmla="*/ 963072 w 1948870"/>
              <a:gd name="connsiteY280" fmla="*/ 211646 h 2213078"/>
              <a:gd name="connsiteX281" fmla="*/ 943183 w 1948870"/>
              <a:gd name="connsiteY281" fmla="*/ 196025 h 2213078"/>
              <a:gd name="connsiteX282" fmla="*/ 921876 w 1948870"/>
              <a:gd name="connsiteY282" fmla="*/ 180404 h 2213078"/>
              <a:gd name="connsiteX283" fmla="*/ 897730 w 1948870"/>
              <a:gd name="connsiteY283" fmla="*/ 163354 h 2213078"/>
              <a:gd name="connsiteX284" fmla="*/ 873584 w 1948870"/>
              <a:gd name="connsiteY284" fmla="*/ 150571 h 2213078"/>
              <a:gd name="connsiteX285" fmla="*/ 849439 w 1948870"/>
              <a:gd name="connsiteY285" fmla="*/ 137789 h 2213078"/>
              <a:gd name="connsiteX286" fmla="*/ 823864 w 1948870"/>
              <a:gd name="connsiteY286" fmla="*/ 126425 h 2213078"/>
              <a:gd name="connsiteX287" fmla="*/ 798299 w 1948870"/>
              <a:gd name="connsiteY287" fmla="*/ 116481 h 2213078"/>
              <a:gd name="connsiteX288" fmla="*/ 772734 w 1948870"/>
              <a:gd name="connsiteY288" fmla="*/ 106537 h 2213078"/>
              <a:gd name="connsiteX289" fmla="*/ 744321 w 1948870"/>
              <a:gd name="connsiteY289" fmla="*/ 100851 h 2213078"/>
              <a:gd name="connsiteX290" fmla="*/ 715908 w 1948870"/>
              <a:gd name="connsiteY290" fmla="*/ 93755 h 2213078"/>
              <a:gd name="connsiteX291" fmla="*/ 688923 w 1948870"/>
              <a:gd name="connsiteY291" fmla="*/ 90907 h 2213078"/>
              <a:gd name="connsiteX292" fmla="*/ 659091 w 1948870"/>
              <a:gd name="connsiteY292" fmla="*/ 88068 h 2213078"/>
              <a:gd name="connsiteX0" fmla="*/ 596588 w 1948870"/>
              <a:gd name="connsiteY0" fmla="*/ 0 h 2213078"/>
              <a:gd name="connsiteX1" fmla="*/ 629259 w 1948870"/>
              <a:gd name="connsiteY1" fmla="*/ 0 h 2213078"/>
              <a:gd name="connsiteX2" fmla="*/ 660510 w 1948870"/>
              <a:gd name="connsiteY2" fmla="*/ 0 h 2213078"/>
              <a:gd name="connsiteX3" fmla="*/ 690343 w 1948870"/>
              <a:gd name="connsiteY3" fmla="*/ 2838 h 2213078"/>
              <a:gd name="connsiteX4" fmla="*/ 723013 w 1948870"/>
              <a:gd name="connsiteY4" fmla="*/ 7106 h 2213078"/>
              <a:gd name="connsiteX5" fmla="*/ 752846 w 1948870"/>
              <a:gd name="connsiteY5" fmla="*/ 12783 h 2213078"/>
              <a:gd name="connsiteX6" fmla="*/ 784097 w 1948870"/>
              <a:gd name="connsiteY6" fmla="*/ 19888 h 2213078"/>
              <a:gd name="connsiteX7" fmla="*/ 813920 w 1948870"/>
              <a:gd name="connsiteY7" fmla="*/ 29832 h 2213078"/>
              <a:gd name="connsiteX8" fmla="*/ 842333 w 1948870"/>
              <a:gd name="connsiteY8" fmla="*/ 41196 h 2213078"/>
              <a:gd name="connsiteX9" fmla="*/ 869317 w 1948870"/>
              <a:gd name="connsiteY9" fmla="*/ 52559 h 2213078"/>
              <a:gd name="connsiteX10" fmla="*/ 897730 w 1948870"/>
              <a:gd name="connsiteY10" fmla="*/ 66761 h 2213078"/>
              <a:gd name="connsiteX11" fmla="*/ 926143 w 1948870"/>
              <a:gd name="connsiteY11" fmla="*/ 80963 h 2213078"/>
              <a:gd name="connsiteX12" fmla="*/ 951708 w 1948870"/>
              <a:gd name="connsiteY12" fmla="*/ 96593 h 2213078"/>
              <a:gd name="connsiteX13" fmla="*/ 977273 w 1948870"/>
              <a:gd name="connsiteY13" fmla="*/ 113633 h 2213078"/>
              <a:gd name="connsiteX14" fmla="*/ 1002839 w 1948870"/>
              <a:gd name="connsiteY14" fmla="*/ 133522 h 2213078"/>
              <a:gd name="connsiteX15" fmla="*/ 1026994 w 1948870"/>
              <a:gd name="connsiteY15" fmla="*/ 151991 h 2213078"/>
              <a:gd name="connsiteX16" fmla="*/ 1048301 w 1948870"/>
              <a:gd name="connsiteY16" fmla="*/ 173298 h 2213078"/>
              <a:gd name="connsiteX17" fmla="*/ 1071028 w 1948870"/>
              <a:gd name="connsiteY17" fmla="*/ 196025 h 2213078"/>
              <a:gd name="connsiteX18" fmla="*/ 1092335 w 1948870"/>
              <a:gd name="connsiteY18" fmla="*/ 220171 h 2213078"/>
              <a:gd name="connsiteX19" fmla="*/ 1112223 w 1948870"/>
              <a:gd name="connsiteY19" fmla="*/ 244316 h 2213078"/>
              <a:gd name="connsiteX20" fmla="*/ 1130683 w 1948870"/>
              <a:gd name="connsiteY20" fmla="*/ 267043 h 2213078"/>
              <a:gd name="connsiteX21" fmla="*/ 1149152 w 1948870"/>
              <a:gd name="connsiteY21" fmla="*/ 294037 h 2213078"/>
              <a:gd name="connsiteX22" fmla="*/ 1164773 w 1948870"/>
              <a:gd name="connsiteY22" fmla="*/ 321021 h 2213078"/>
              <a:gd name="connsiteX23" fmla="*/ 1180403 w 1948870"/>
              <a:gd name="connsiteY23" fmla="*/ 349434 h 2213078"/>
              <a:gd name="connsiteX24" fmla="*/ 1194605 w 1948870"/>
              <a:gd name="connsiteY24" fmla="*/ 376419 h 2213078"/>
              <a:gd name="connsiteX25" fmla="*/ 1208807 w 1948870"/>
              <a:gd name="connsiteY25" fmla="*/ 407670 h 2213078"/>
              <a:gd name="connsiteX26" fmla="*/ 1218751 w 1948870"/>
              <a:gd name="connsiteY26" fmla="*/ 437503 h 2213078"/>
              <a:gd name="connsiteX27" fmla="*/ 1228695 w 1948870"/>
              <a:gd name="connsiteY27" fmla="*/ 467335 h 2213078"/>
              <a:gd name="connsiteX28" fmla="*/ 1238639 w 1948870"/>
              <a:gd name="connsiteY28" fmla="*/ 498586 h 2213078"/>
              <a:gd name="connsiteX29" fmla="*/ 1244316 w 1948870"/>
              <a:gd name="connsiteY29" fmla="*/ 529828 h 2213078"/>
              <a:gd name="connsiteX30" fmla="*/ 1250002 w 1948870"/>
              <a:gd name="connsiteY30" fmla="*/ 562499 h 2213078"/>
              <a:gd name="connsiteX31" fmla="*/ 1254260 w 1948870"/>
              <a:gd name="connsiteY31" fmla="*/ 593751 h 2213078"/>
              <a:gd name="connsiteX32" fmla="*/ 1258527 w 1948870"/>
              <a:gd name="connsiteY32" fmla="*/ 627841 h 2213078"/>
              <a:gd name="connsiteX33" fmla="*/ 1258527 w 1948870"/>
              <a:gd name="connsiteY33" fmla="*/ 661931 h 2213078"/>
              <a:gd name="connsiteX34" fmla="*/ 1255689 w 1948870"/>
              <a:gd name="connsiteY34" fmla="*/ 711651 h 2213078"/>
              <a:gd name="connsiteX35" fmla="*/ 1250002 w 1948870"/>
              <a:gd name="connsiteY35" fmla="*/ 759943 h 2213078"/>
              <a:gd name="connsiteX36" fmla="*/ 1240058 w 1948870"/>
              <a:gd name="connsiteY36" fmla="*/ 805406 h 2213078"/>
              <a:gd name="connsiteX37" fmla="*/ 1228695 w 1948870"/>
              <a:gd name="connsiteY37" fmla="*/ 849440 h 2213078"/>
              <a:gd name="connsiteX38" fmla="*/ 1210226 w 1948870"/>
              <a:gd name="connsiteY38" fmla="*/ 889207 h 2213078"/>
              <a:gd name="connsiteX39" fmla="*/ 1190347 w 1948870"/>
              <a:gd name="connsiteY39" fmla="*/ 928983 h 2213078"/>
              <a:gd name="connsiteX40" fmla="*/ 1166192 w 1948870"/>
              <a:gd name="connsiteY40" fmla="*/ 967331 h 2213078"/>
              <a:gd name="connsiteX41" fmla="*/ 1139208 w 1948870"/>
              <a:gd name="connsiteY41" fmla="*/ 1000002 h 2213078"/>
              <a:gd name="connsiteX42" fmla="*/ 1107956 w 1948870"/>
              <a:gd name="connsiteY42" fmla="*/ 1032673 h 2213078"/>
              <a:gd name="connsiteX43" fmla="*/ 1075286 w 1948870"/>
              <a:gd name="connsiteY43" fmla="*/ 1062505 h 2213078"/>
              <a:gd name="connsiteX44" fmla="*/ 1036938 w 1948870"/>
              <a:gd name="connsiteY44" fmla="*/ 1088070 h 2213078"/>
              <a:gd name="connsiteX45" fmla="*/ 997162 w 1948870"/>
              <a:gd name="connsiteY45" fmla="*/ 1112225 h 2213078"/>
              <a:gd name="connsiteX46" fmla="*/ 953128 w 1948870"/>
              <a:gd name="connsiteY46" fmla="*/ 1133533 h 2213078"/>
              <a:gd name="connsiteX47" fmla="*/ 907674 w 1948870"/>
              <a:gd name="connsiteY47" fmla="*/ 1151992 h 2213078"/>
              <a:gd name="connsiteX48" fmla="*/ 857954 w 1948870"/>
              <a:gd name="connsiteY48" fmla="*/ 1167623 h 2213078"/>
              <a:gd name="connsiteX49" fmla="*/ 805405 w 1948870"/>
              <a:gd name="connsiteY49" fmla="*/ 1180405 h 2213078"/>
              <a:gd name="connsiteX50" fmla="*/ 848010 w 1948870"/>
              <a:gd name="connsiteY50" fmla="*/ 1201713 h 2213078"/>
              <a:gd name="connsiteX51" fmla="*/ 892044 w 1948870"/>
              <a:gd name="connsiteY51" fmla="*/ 1227278 h 2213078"/>
              <a:gd name="connsiteX52" fmla="*/ 958804 w 1948870"/>
              <a:gd name="connsiteY52" fmla="*/ 1267054 h 2213078"/>
              <a:gd name="connsiteX53" fmla="*/ 992904 w 1948870"/>
              <a:gd name="connsiteY53" fmla="*/ 1285514 h 2213078"/>
              <a:gd name="connsiteX54" fmla="*/ 1026994 w 1948870"/>
              <a:gd name="connsiteY54" fmla="*/ 1301144 h 2213078"/>
              <a:gd name="connsiteX55" fmla="*/ 1062503 w 1948870"/>
              <a:gd name="connsiteY55" fmla="*/ 1315346 h 2213078"/>
              <a:gd name="connsiteX56" fmla="*/ 1098012 w 1948870"/>
              <a:gd name="connsiteY56" fmla="*/ 1326710 h 2213078"/>
              <a:gd name="connsiteX57" fmla="*/ 1136369 w 1948870"/>
              <a:gd name="connsiteY57" fmla="*/ 1333815 h 2213078"/>
              <a:gd name="connsiteX58" fmla="*/ 1154829 w 1948870"/>
              <a:gd name="connsiteY58" fmla="*/ 1335234 h 2213078"/>
              <a:gd name="connsiteX59" fmla="*/ 1171878 w 1948870"/>
              <a:gd name="connsiteY59" fmla="*/ 1335234 h 2213078"/>
              <a:gd name="connsiteX60" fmla="*/ 1194605 w 1948870"/>
              <a:gd name="connsiteY60" fmla="*/ 1333815 h 2213078"/>
              <a:gd name="connsiteX61" fmla="*/ 1214493 w 1948870"/>
              <a:gd name="connsiteY61" fmla="*/ 1326710 h 2213078"/>
              <a:gd name="connsiteX62" fmla="*/ 1231533 w 1948870"/>
              <a:gd name="connsiteY62" fmla="*/ 1319613 h 2213078"/>
              <a:gd name="connsiteX63" fmla="*/ 1250002 w 1948870"/>
              <a:gd name="connsiteY63" fmla="*/ 1309669 h 2213078"/>
              <a:gd name="connsiteX64" fmla="*/ 1265623 w 1948870"/>
              <a:gd name="connsiteY64" fmla="*/ 1296877 h 2213078"/>
              <a:gd name="connsiteX65" fmla="*/ 1279835 w 1948870"/>
              <a:gd name="connsiteY65" fmla="*/ 1284095 h 2213078"/>
              <a:gd name="connsiteX66" fmla="*/ 1294036 w 1948870"/>
              <a:gd name="connsiteY66" fmla="*/ 1269893 h 2213078"/>
              <a:gd name="connsiteX67" fmla="*/ 1305400 w 1948870"/>
              <a:gd name="connsiteY67" fmla="*/ 1252843 h 2213078"/>
              <a:gd name="connsiteX68" fmla="*/ 1315344 w 1948870"/>
              <a:gd name="connsiteY68" fmla="*/ 1237222 h 2213078"/>
              <a:gd name="connsiteX69" fmla="*/ 1325288 w 1948870"/>
              <a:gd name="connsiteY69" fmla="*/ 1220172 h 2213078"/>
              <a:gd name="connsiteX70" fmla="*/ 1340909 w 1948870"/>
              <a:gd name="connsiteY70" fmla="*/ 1186082 h 2213078"/>
              <a:gd name="connsiteX71" fmla="*/ 1353701 w 1948870"/>
              <a:gd name="connsiteY71" fmla="*/ 1153412 h 2213078"/>
              <a:gd name="connsiteX72" fmla="*/ 1362216 w 1948870"/>
              <a:gd name="connsiteY72" fmla="*/ 1127846 h 2213078"/>
              <a:gd name="connsiteX73" fmla="*/ 1365055 w 1948870"/>
              <a:gd name="connsiteY73" fmla="*/ 1113645 h 2213078"/>
              <a:gd name="connsiteX74" fmla="*/ 1369322 w 1948870"/>
              <a:gd name="connsiteY74" fmla="*/ 1096595 h 2213078"/>
              <a:gd name="connsiteX75" fmla="*/ 1372160 w 1948870"/>
              <a:gd name="connsiteY75" fmla="*/ 1088070 h 2213078"/>
              <a:gd name="connsiteX76" fmla="*/ 1374999 w 1948870"/>
              <a:gd name="connsiteY76" fmla="*/ 1079555 h 2213078"/>
              <a:gd name="connsiteX77" fmla="*/ 1379266 w 1948870"/>
              <a:gd name="connsiteY77" fmla="*/ 1073868 h 2213078"/>
              <a:gd name="connsiteX78" fmla="*/ 1384943 w 1948870"/>
              <a:gd name="connsiteY78" fmla="*/ 1068191 h 2213078"/>
              <a:gd name="connsiteX79" fmla="*/ 1394887 w 1948870"/>
              <a:gd name="connsiteY79" fmla="*/ 1053980 h 2213078"/>
              <a:gd name="connsiteX80" fmla="*/ 1407670 w 1948870"/>
              <a:gd name="connsiteY80" fmla="*/ 1039778 h 2213078"/>
              <a:gd name="connsiteX81" fmla="*/ 1419033 w 1948870"/>
              <a:gd name="connsiteY81" fmla="*/ 1028415 h 2213078"/>
              <a:gd name="connsiteX82" fmla="*/ 1433244 w 1948870"/>
              <a:gd name="connsiteY82" fmla="*/ 1017052 h 2213078"/>
              <a:gd name="connsiteX83" fmla="*/ 1447446 w 1948870"/>
              <a:gd name="connsiteY83" fmla="*/ 1004269 h 2213078"/>
              <a:gd name="connsiteX84" fmla="*/ 1461648 w 1948870"/>
              <a:gd name="connsiteY84" fmla="*/ 994325 h 2213078"/>
              <a:gd name="connsiteX85" fmla="*/ 1494318 w 1948870"/>
              <a:gd name="connsiteY85" fmla="*/ 977275 h 2213078"/>
              <a:gd name="connsiteX86" fmla="*/ 1531256 w 1948870"/>
              <a:gd name="connsiteY86" fmla="*/ 960235 h 2213078"/>
              <a:gd name="connsiteX87" fmla="*/ 1568185 w 1948870"/>
              <a:gd name="connsiteY87" fmla="*/ 950291 h 2213078"/>
              <a:gd name="connsiteX88" fmla="*/ 1610800 w 1948870"/>
              <a:gd name="connsiteY88" fmla="*/ 944604 h 2213078"/>
              <a:gd name="connsiteX89" fmla="*/ 1651995 w 1948870"/>
              <a:gd name="connsiteY89" fmla="*/ 943185 h 2213078"/>
              <a:gd name="connsiteX90" fmla="*/ 1681818 w 1948870"/>
              <a:gd name="connsiteY90" fmla="*/ 943185 h 2213078"/>
              <a:gd name="connsiteX91" fmla="*/ 1711650 w 1948870"/>
              <a:gd name="connsiteY91" fmla="*/ 947452 h 2213078"/>
              <a:gd name="connsiteX92" fmla="*/ 1740063 w 1948870"/>
              <a:gd name="connsiteY92" fmla="*/ 953129 h 2213078"/>
              <a:gd name="connsiteX93" fmla="*/ 1767047 w 1948870"/>
              <a:gd name="connsiteY93" fmla="*/ 958816 h 2213078"/>
              <a:gd name="connsiteX94" fmla="*/ 1794041 w 1948870"/>
              <a:gd name="connsiteY94" fmla="*/ 968760 h 2213078"/>
              <a:gd name="connsiteX95" fmla="*/ 1818187 w 1948870"/>
              <a:gd name="connsiteY95" fmla="*/ 980123 h 2213078"/>
              <a:gd name="connsiteX96" fmla="*/ 1840914 w 1948870"/>
              <a:gd name="connsiteY96" fmla="*/ 992906 h 2213078"/>
              <a:gd name="connsiteX97" fmla="*/ 1860802 w 1948870"/>
              <a:gd name="connsiteY97" fmla="*/ 1008527 h 2213078"/>
              <a:gd name="connsiteX98" fmla="*/ 1880690 w 1948870"/>
              <a:gd name="connsiteY98" fmla="*/ 1024157 h 2213078"/>
              <a:gd name="connsiteX99" fmla="*/ 1899150 w 1948870"/>
              <a:gd name="connsiteY99" fmla="*/ 1042617 h 2213078"/>
              <a:gd name="connsiteX100" fmla="*/ 1913361 w 1948870"/>
              <a:gd name="connsiteY100" fmla="*/ 1059666 h 2213078"/>
              <a:gd name="connsiteX101" fmla="*/ 1924724 w 1948870"/>
              <a:gd name="connsiteY101" fmla="*/ 1079555 h 2213078"/>
              <a:gd name="connsiteX102" fmla="*/ 1934668 w 1948870"/>
              <a:gd name="connsiteY102" fmla="*/ 1100862 h 2213078"/>
              <a:gd name="connsiteX103" fmla="*/ 1943184 w 1948870"/>
              <a:gd name="connsiteY103" fmla="*/ 1122160 h 2213078"/>
              <a:gd name="connsiteX104" fmla="*/ 1947451 w 1948870"/>
              <a:gd name="connsiteY104" fmla="*/ 1146315 h 2213078"/>
              <a:gd name="connsiteX105" fmla="*/ 1948870 w 1948870"/>
              <a:gd name="connsiteY105" fmla="*/ 1167623 h 2213078"/>
              <a:gd name="connsiteX106" fmla="*/ 1947451 w 1948870"/>
              <a:gd name="connsiteY106" fmla="*/ 1191769 h 2213078"/>
              <a:gd name="connsiteX107" fmla="*/ 1943184 w 1948870"/>
              <a:gd name="connsiteY107" fmla="*/ 1213076 h 2213078"/>
              <a:gd name="connsiteX108" fmla="*/ 1934668 w 1948870"/>
              <a:gd name="connsiteY108" fmla="*/ 1235803 h 2213078"/>
              <a:gd name="connsiteX109" fmla="*/ 1924724 w 1948870"/>
              <a:gd name="connsiteY109" fmla="*/ 1255691 h 2213078"/>
              <a:gd name="connsiteX110" fmla="*/ 1913361 w 1948870"/>
              <a:gd name="connsiteY110" fmla="*/ 1275579 h 2213078"/>
              <a:gd name="connsiteX111" fmla="*/ 1899150 w 1948870"/>
              <a:gd name="connsiteY111" fmla="*/ 1295458 h 2213078"/>
              <a:gd name="connsiteX112" fmla="*/ 1880690 w 1948870"/>
              <a:gd name="connsiteY112" fmla="*/ 1311089 h 2213078"/>
              <a:gd name="connsiteX113" fmla="*/ 1860802 w 1948870"/>
              <a:gd name="connsiteY113" fmla="*/ 1329558 h 2213078"/>
              <a:gd name="connsiteX114" fmla="*/ 1840914 w 1948870"/>
              <a:gd name="connsiteY114" fmla="*/ 1343759 h 2213078"/>
              <a:gd name="connsiteX115" fmla="*/ 1818187 w 1948870"/>
              <a:gd name="connsiteY115" fmla="*/ 1355123 h 2213078"/>
              <a:gd name="connsiteX116" fmla="*/ 1794041 w 1948870"/>
              <a:gd name="connsiteY116" fmla="*/ 1366486 h 2213078"/>
              <a:gd name="connsiteX117" fmla="*/ 1767047 w 1948870"/>
              <a:gd name="connsiteY117" fmla="*/ 1376430 h 2213078"/>
              <a:gd name="connsiteX118" fmla="*/ 1740063 w 1948870"/>
              <a:gd name="connsiteY118" fmla="*/ 1384955 h 2213078"/>
              <a:gd name="connsiteX119" fmla="*/ 1711650 w 1948870"/>
              <a:gd name="connsiteY119" fmla="*/ 1390632 h 2213078"/>
              <a:gd name="connsiteX120" fmla="*/ 1681818 w 1948870"/>
              <a:gd name="connsiteY120" fmla="*/ 1393470 h 2213078"/>
              <a:gd name="connsiteX121" fmla="*/ 1651995 w 1948870"/>
              <a:gd name="connsiteY121" fmla="*/ 1394890 h 2213078"/>
              <a:gd name="connsiteX122" fmla="*/ 1627840 w 1948870"/>
              <a:gd name="connsiteY122" fmla="*/ 1393470 h 2213078"/>
              <a:gd name="connsiteX123" fmla="*/ 1605113 w 1948870"/>
              <a:gd name="connsiteY123" fmla="*/ 1390632 h 2213078"/>
              <a:gd name="connsiteX124" fmla="*/ 1576710 w 1948870"/>
              <a:gd name="connsiteY124" fmla="*/ 1434666 h 2213078"/>
              <a:gd name="connsiteX125" fmla="*/ 1561079 w 1948870"/>
              <a:gd name="connsiteY125" fmla="*/ 1457393 h 2213078"/>
              <a:gd name="connsiteX126" fmla="*/ 1542620 w 1948870"/>
              <a:gd name="connsiteY126" fmla="*/ 1480119 h 2213078"/>
              <a:gd name="connsiteX127" fmla="*/ 1522731 w 1948870"/>
              <a:gd name="connsiteY127" fmla="*/ 1502846 h 2213078"/>
              <a:gd name="connsiteX128" fmla="*/ 1501424 w 1948870"/>
              <a:gd name="connsiteY128" fmla="*/ 1527001 h 2213078"/>
              <a:gd name="connsiteX129" fmla="*/ 1477278 w 1948870"/>
              <a:gd name="connsiteY129" fmla="*/ 1548299 h 2213078"/>
              <a:gd name="connsiteX130" fmla="*/ 1451704 w 1948870"/>
              <a:gd name="connsiteY130" fmla="*/ 1568188 h 2213078"/>
              <a:gd name="connsiteX131" fmla="*/ 1421881 w 1948870"/>
              <a:gd name="connsiteY131" fmla="*/ 1588076 h 2213078"/>
              <a:gd name="connsiteX132" fmla="*/ 1392049 w 1948870"/>
              <a:gd name="connsiteY132" fmla="*/ 1606545 h 2213078"/>
              <a:gd name="connsiteX133" fmla="*/ 1359378 w 1948870"/>
              <a:gd name="connsiteY133" fmla="*/ 1623585 h 2213078"/>
              <a:gd name="connsiteX134" fmla="*/ 1323869 w 1948870"/>
              <a:gd name="connsiteY134" fmla="*/ 1637796 h 2213078"/>
              <a:gd name="connsiteX135" fmla="*/ 1285512 w 1948870"/>
              <a:gd name="connsiteY135" fmla="*/ 1650579 h 2213078"/>
              <a:gd name="connsiteX136" fmla="*/ 1245745 w 1948870"/>
              <a:gd name="connsiteY136" fmla="*/ 1660523 h 2213078"/>
              <a:gd name="connsiteX137" fmla="*/ 1204549 w 1948870"/>
              <a:gd name="connsiteY137" fmla="*/ 1667619 h 2213078"/>
              <a:gd name="connsiteX138" fmla="*/ 1159096 w 1948870"/>
              <a:gd name="connsiteY138" fmla="*/ 1671886 h 2213078"/>
              <a:gd name="connsiteX139" fmla="*/ 1134950 w 1948870"/>
              <a:gd name="connsiteY139" fmla="*/ 1671886 h 2213078"/>
              <a:gd name="connsiteX140" fmla="*/ 1112223 w 1948870"/>
              <a:gd name="connsiteY140" fmla="*/ 1670467 h 2213078"/>
              <a:gd name="connsiteX141" fmla="*/ 1065341 w 1948870"/>
              <a:gd name="connsiteY141" fmla="*/ 1666200 h 2213078"/>
              <a:gd name="connsiteX142" fmla="*/ 1017050 w 1948870"/>
              <a:gd name="connsiteY142" fmla="*/ 1656256 h 2213078"/>
              <a:gd name="connsiteX143" fmla="*/ 971597 w 1948870"/>
              <a:gd name="connsiteY143" fmla="*/ 1646312 h 2213078"/>
              <a:gd name="connsiteX144" fmla="*/ 995742 w 1948870"/>
              <a:gd name="connsiteY144" fmla="*/ 1813933 h 2213078"/>
              <a:gd name="connsiteX145" fmla="*/ 1017050 w 1948870"/>
              <a:gd name="connsiteY145" fmla="*/ 1965923 h 2213078"/>
              <a:gd name="connsiteX146" fmla="*/ 1036938 w 1948870"/>
              <a:gd name="connsiteY146" fmla="*/ 2126429 h 2213078"/>
              <a:gd name="connsiteX147" fmla="*/ 1036938 w 1948870"/>
              <a:gd name="connsiteY147" fmla="*/ 2133535 h 2213078"/>
              <a:gd name="connsiteX148" fmla="*/ 1036938 w 1948870"/>
              <a:gd name="connsiteY148" fmla="*/ 2142060 h 2213078"/>
              <a:gd name="connsiteX149" fmla="*/ 1035509 w 1948870"/>
              <a:gd name="connsiteY149" fmla="*/ 2149156 h 2213078"/>
              <a:gd name="connsiteX150" fmla="*/ 1031252 w 1948870"/>
              <a:gd name="connsiteY150" fmla="*/ 2156261 h 2213078"/>
              <a:gd name="connsiteX151" fmla="*/ 1025575 w 1948870"/>
              <a:gd name="connsiteY151" fmla="*/ 2161948 h 2213078"/>
              <a:gd name="connsiteX152" fmla="*/ 1018469 w 1948870"/>
              <a:gd name="connsiteY152" fmla="*/ 2167625 h 2213078"/>
              <a:gd name="connsiteX153" fmla="*/ 1011363 w 1948870"/>
              <a:gd name="connsiteY153" fmla="*/ 2171882 h 2213078"/>
              <a:gd name="connsiteX154" fmla="*/ 1002839 w 1948870"/>
              <a:gd name="connsiteY154" fmla="*/ 2173311 h 2213078"/>
              <a:gd name="connsiteX155" fmla="*/ 968749 w 1948870"/>
              <a:gd name="connsiteY155" fmla="*/ 2181827 h 2213078"/>
              <a:gd name="connsiteX156" fmla="*/ 887786 w 1948870"/>
              <a:gd name="connsiteY156" fmla="*/ 2193190 h 2213078"/>
              <a:gd name="connsiteX157" fmla="*/ 833808 w 1948870"/>
              <a:gd name="connsiteY157" fmla="*/ 2201715 h 2213078"/>
              <a:gd name="connsiteX158" fmla="*/ 772734 w 1948870"/>
              <a:gd name="connsiteY158" fmla="*/ 2207401 h 2213078"/>
              <a:gd name="connsiteX159" fmla="*/ 705964 w 1948870"/>
              <a:gd name="connsiteY159" fmla="*/ 2211659 h 2213078"/>
              <a:gd name="connsiteX160" fmla="*/ 639203 w 1948870"/>
              <a:gd name="connsiteY160" fmla="*/ 2213078 h 2213078"/>
              <a:gd name="connsiteX161" fmla="*/ 596588 w 1948870"/>
              <a:gd name="connsiteY161" fmla="*/ 2213078 h 2213078"/>
              <a:gd name="connsiteX162" fmla="*/ 556821 w 1948870"/>
              <a:gd name="connsiteY162" fmla="*/ 2211659 h 2213078"/>
              <a:gd name="connsiteX163" fmla="*/ 519883 w 1948870"/>
              <a:gd name="connsiteY163" fmla="*/ 2207401 h 2213078"/>
              <a:gd name="connsiteX164" fmla="*/ 482955 w 1948870"/>
              <a:gd name="connsiteY164" fmla="*/ 2203134 h 2213078"/>
              <a:gd name="connsiteX165" fmla="*/ 447446 w 1948870"/>
              <a:gd name="connsiteY165" fmla="*/ 2197457 h 2213078"/>
              <a:gd name="connsiteX166" fmla="*/ 416194 w 1948870"/>
              <a:gd name="connsiteY166" fmla="*/ 2190351 h 2213078"/>
              <a:gd name="connsiteX167" fmla="*/ 386362 w 1948870"/>
              <a:gd name="connsiteY167" fmla="*/ 2181827 h 2213078"/>
              <a:gd name="connsiteX168" fmla="*/ 356530 w 1948870"/>
              <a:gd name="connsiteY168" fmla="*/ 2171882 h 2213078"/>
              <a:gd name="connsiteX169" fmla="*/ 349434 w 1948870"/>
              <a:gd name="connsiteY169" fmla="*/ 2170463 h 2213078"/>
              <a:gd name="connsiteX170" fmla="*/ 343747 w 1948870"/>
              <a:gd name="connsiteY170" fmla="*/ 2166205 h 2213078"/>
              <a:gd name="connsiteX171" fmla="*/ 333803 w 1948870"/>
              <a:gd name="connsiteY171" fmla="*/ 2153423 h 2213078"/>
              <a:gd name="connsiteX172" fmla="*/ 329546 w 1948870"/>
              <a:gd name="connsiteY172" fmla="*/ 2142060 h 2213078"/>
              <a:gd name="connsiteX173" fmla="*/ 328126 w 1948870"/>
              <a:gd name="connsiteY173" fmla="*/ 2133535 h 2213078"/>
              <a:gd name="connsiteX174" fmla="*/ 328126 w 1948870"/>
              <a:gd name="connsiteY174" fmla="*/ 2127848 h 2213078"/>
              <a:gd name="connsiteX175" fmla="*/ 329546 w 1948870"/>
              <a:gd name="connsiteY175" fmla="*/ 2107970 h 2213078"/>
              <a:gd name="connsiteX176" fmla="*/ 298294 w 1948870"/>
              <a:gd name="connsiteY176" fmla="*/ 2099445 h 2213078"/>
              <a:gd name="connsiteX177" fmla="*/ 267043 w 1948870"/>
              <a:gd name="connsiteY177" fmla="*/ 2089501 h 2213078"/>
              <a:gd name="connsiteX178" fmla="*/ 235791 w 1948870"/>
              <a:gd name="connsiteY178" fmla="*/ 2078137 h 2213078"/>
              <a:gd name="connsiteX179" fmla="*/ 208807 w 1948870"/>
              <a:gd name="connsiteY179" fmla="*/ 2066774 h 2213078"/>
              <a:gd name="connsiteX180" fmla="*/ 183242 w 1948870"/>
              <a:gd name="connsiteY180" fmla="*/ 2052563 h 2213078"/>
              <a:gd name="connsiteX181" fmla="*/ 156248 w 1948870"/>
              <a:gd name="connsiteY181" fmla="*/ 2036942 h 2213078"/>
              <a:gd name="connsiteX182" fmla="*/ 134941 w 1948870"/>
              <a:gd name="connsiteY182" fmla="*/ 2018473 h 2213078"/>
              <a:gd name="connsiteX183" fmla="*/ 113633 w 1948870"/>
              <a:gd name="connsiteY183" fmla="*/ 2000013 h 2213078"/>
              <a:gd name="connsiteX184" fmla="*/ 93754 w 1948870"/>
              <a:gd name="connsiteY184" fmla="*/ 1980125 h 2213078"/>
              <a:gd name="connsiteX185" fmla="*/ 75286 w 1948870"/>
              <a:gd name="connsiteY185" fmla="*/ 1958818 h 2213078"/>
              <a:gd name="connsiteX186" fmla="*/ 59655 w 1948870"/>
              <a:gd name="connsiteY186" fmla="*/ 1934672 h 2213078"/>
              <a:gd name="connsiteX187" fmla="*/ 45453 w 1948870"/>
              <a:gd name="connsiteY187" fmla="*/ 1910526 h 2213078"/>
              <a:gd name="connsiteX188" fmla="*/ 31251 w 1948870"/>
              <a:gd name="connsiteY188" fmla="*/ 1884951 h 2213078"/>
              <a:gd name="connsiteX189" fmla="*/ 21307 w 1948870"/>
              <a:gd name="connsiteY189" fmla="*/ 1859386 h 2213078"/>
              <a:gd name="connsiteX190" fmla="*/ 12783 w 1948870"/>
              <a:gd name="connsiteY190" fmla="*/ 1830973 h 2213078"/>
              <a:gd name="connsiteX191" fmla="*/ 7106 w 1948870"/>
              <a:gd name="connsiteY191" fmla="*/ 1801150 h 2213078"/>
              <a:gd name="connsiteX192" fmla="*/ 2838 w 1948870"/>
              <a:gd name="connsiteY192" fmla="*/ 1775575 h 2213078"/>
              <a:gd name="connsiteX193" fmla="*/ 0 w 1948870"/>
              <a:gd name="connsiteY193" fmla="*/ 1747172 h 2213078"/>
              <a:gd name="connsiteX194" fmla="*/ 0 w 1948870"/>
              <a:gd name="connsiteY194" fmla="*/ 1720178 h 2213078"/>
              <a:gd name="connsiteX195" fmla="*/ 0 w 1948870"/>
              <a:gd name="connsiteY195" fmla="*/ 1691774 h 2213078"/>
              <a:gd name="connsiteX196" fmla="*/ 1419 w 1948870"/>
              <a:gd name="connsiteY196" fmla="*/ 1663361 h 2213078"/>
              <a:gd name="connsiteX197" fmla="*/ 5686 w 1948870"/>
              <a:gd name="connsiteY197" fmla="*/ 1636368 h 2213078"/>
              <a:gd name="connsiteX198" fmla="*/ 9944 w 1948870"/>
              <a:gd name="connsiteY198" fmla="*/ 1607964 h 2213078"/>
              <a:gd name="connsiteX199" fmla="*/ 17050 w 1948870"/>
              <a:gd name="connsiteY199" fmla="*/ 1579551 h 2213078"/>
              <a:gd name="connsiteX200" fmla="*/ 25565 w 1948870"/>
              <a:gd name="connsiteY200" fmla="*/ 1553986 h 2213078"/>
              <a:gd name="connsiteX201" fmla="*/ 32671 w 1948870"/>
              <a:gd name="connsiteY201" fmla="*/ 1527001 h 2213078"/>
              <a:gd name="connsiteX202" fmla="*/ 45453 w 1948870"/>
              <a:gd name="connsiteY202" fmla="*/ 1500008 h 2213078"/>
              <a:gd name="connsiteX203" fmla="*/ 56817 w 1948870"/>
              <a:gd name="connsiteY203" fmla="*/ 1474442 h 2213078"/>
              <a:gd name="connsiteX204" fmla="*/ 71018 w 1948870"/>
              <a:gd name="connsiteY204" fmla="*/ 1450297 h 2213078"/>
              <a:gd name="connsiteX205" fmla="*/ 85230 w 1948870"/>
              <a:gd name="connsiteY205" fmla="*/ 1424722 h 2213078"/>
              <a:gd name="connsiteX206" fmla="*/ 100851 w 1948870"/>
              <a:gd name="connsiteY206" fmla="*/ 1400576 h 2213078"/>
              <a:gd name="connsiteX207" fmla="*/ 119320 w 1948870"/>
              <a:gd name="connsiteY207" fmla="*/ 1379269 h 2213078"/>
              <a:gd name="connsiteX208" fmla="*/ 150571 w 1948870"/>
              <a:gd name="connsiteY208" fmla="*/ 1340911 h 2213078"/>
              <a:gd name="connsiteX209" fmla="*/ 184661 w 1948870"/>
              <a:gd name="connsiteY209" fmla="*/ 1309669 h 2213078"/>
              <a:gd name="connsiteX210" fmla="*/ 223009 w 1948870"/>
              <a:gd name="connsiteY210" fmla="*/ 1276999 h 2213078"/>
              <a:gd name="connsiteX211" fmla="*/ 259946 w 1948870"/>
              <a:gd name="connsiteY211" fmla="*/ 1251424 h 2213078"/>
              <a:gd name="connsiteX212" fmla="*/ 299713 w 1948870"/>
              <a:gd name="connsiteY212" fmla="*/ 1227278 h 2213078"/>
              <a:gd name="connsiteX213" fmla="*/ 343747 w 1948870"/>
              <a:gd name="connsiteY213" fmla="*/ 1207390 h 2213078"/>
              <a:gd name="connsiteX214" fmla="*/ 387781 w 1948870"/>
              <a:gd name="connsiteY214" fmla="*/ 1190350 h 2213078"/>
              <a:gd name="connsiteX215" fmla="*/ 431815 w 1948870"/>
              <a:gd name="connsiteY215" fmla="*/ 1177567 h 2213078"/>
              <a:gd name="connsiteX216" fmla="*/ 383524 w 1948870"/>
              <a:gd name="connsiteY216" fmla="*/ 1166204 h 2213078"/>
              <a:gd name="connsiteX217" fmla="*/ 338070 w 1948870"/>
              <a:gd name="connsiteY217" fmla="*/ 1151992 h 2213078"/>
              <a:gd name="connsiteX218" fmla="*/ 296875 w 1948870"/>
              <a:gd name="connsiteY218" fmla="*/ 1133533 h 2213078"/>
              <a:gd name="connsiteX219" fmla="*/ 255679 w 1948870"/>
              <a:gd name="connsiteY219" fmla="*/ 1113645 h 2213078"/>
              <a:gd name="connsiteX220" fmla="*/ 218751 w 1948870"/>
              <a:gd name="connsiteY220" fmla="*/ 1092337 h 2213078"/>
              <a:gd name="connsiteX221" fmla="*/ 184661 w 1948870"/>
              <a:gd name="connsiteY221" fmla="*/ 1066763 h 2213078"/>
              <a:gd name="connsiteX222" fmla="*/ 154829 w 1948870"/>
              <a:gd name="connsiteY222" fmla="*/ 1038359 h 2213078"/>
              <a:gd name="connsiteX223" fmla="*/ 126425 w 1948870"/>
              <a:gd name="connsiteY223" fmla="*/ 1008527 h 2213078"/>
              <a:gd name="connsiteX224" fmla="*/ 100851 w 1948870"/>
              <a:gd name="connsiteY224" fmla="*/ 974437 h 2213078"/>
              <a:gd name="connsiteX225" fmla="*/ 79543 w 1948870"/>
              <a:gd name="connsiteY225" fmla="*/ 940347 h 2213078"/>
              <a:gd name="connsiteX226" fmla="*/ 61084 w 1948870"/>
              <a:gd name="connsiteY226" fmla="*/ 903418 h 2213078"/>
              <a:gd name="connsiteX227" fmla="*/ 46872 w 1948870"/>
              <a:gd name="connsiteY227" fmla="*/ 863642 h 2213078"/>
              <a:gd name="connsiteX228" fmla="*/ 35509 w 1948870"/>
              <a:gd name="connsiteY228" fmla="*/ 821027 h 2213078"/>
              <a:gd name="connsiteX229" fmla="*/ 25565 w 1948870"/>
              <a:gd name="connsiteY229" fmla="*/ 776993 h 2213078"/>
              <a:gd name="connsiteX230" fmla="*/ 21307 w 1948870"/>
              <a:gd name="connsiteY230" fmla="*/ 731540 h 2213078"/>
              <a:gd name="connsiteX231" fmla="*/ 19888 w 1948870"/>
              <a:gd name="connsiteY231" fmla="*/ 681819 h 2213078"/>
              <a:gd name="connsiteX232" fmla="*/ 19888 w 1948870"/>
              <a:gd name="connsiteY232" fmla="*/ 650567 h 2213078"/>
              <a:gd name="connsiteX233" fmla="*/ 21307 w 1948870"/>
              <a:gd name="connsiteY233" fmla="*/ 617897 h 2213078"/>
              <a:gd name="connsiteX234" fmla="*/ 25565 w 1948870"/>
              <a:gd name="connsiteY234" fmla="*/ 588074 h 2213078"/>
              <a:gd name="connsiteX235" fmla="*/ 29832 w 1948870"/>
              <a:gd name="connsiteY235" fmla="*/ 556822 h 2213078"/>
              <a:gd name="connsiteX236" fmla="*/ 36928 w 1948870"/>
              <a:gd name="connsiteY236" fmla="*/ 524152 h 2213078"/>
              <a:gd name="connsiteX237" fmla="*/ 44034 w 1948870"/>
              <a:gd name="connsiteY237" fmla="*/ 494319 h 2213078"/>
              <a:gd name="connsiteX238" fmla="*/ 53978 w 1948870"/>
              <a:gd name="connsiteY238" fmla="*/ 463068 h 2213078"/>
              <a:gd name="connsiteX239" fmla="*/ 63922 w 1948870"/>
              <a:gd name="connsiteY239" fmla="*/ 433245 h 2213078"/>
              <a:gd name="connsiteX240" fmla="*/ 73866 w 1948870"/>
              <a:gd name="connsiteY240" fmla="*/ 404832 h 2213078"/>
              <a:gd name="connsiteX241" fmla="*/ 86649 w 1948870"/>
              <a:gd name="connsiteY241" fmla="*/ 374999 h 2213078"/>
              <a:gd name="connsiteX242" fmla="*/ 100851 w 1948870"/>
              <a:gd name="connsiteY242" fmla="*/ 346596 h 2213078"/>
              <a:gd name="connsiteX243" fmla="*/ 115052 w 1948870"/>
              <a:gd name="connsiteY243" fmla="*/ 319602 h 2213078"/>
              <a:gd name="connsiteX244" fmla="*/ 130683 w 1948870"/>
              <a:gd name="connsiteY244" fmla="*/ 291198 h 2213078"/>
              <a:gd name="connsiteX245" fmla="*/ 149152 w 1948870"/>
              <a:gd name="connsiteY245" fmla="*/ 265624 h 2213078"/>
              <a:gd name="connsiteX246" fmla="*/ 166192 w 1948870"/>
              <a:gd name="connsiteY246" fmla="*/ 240059 h 2213078"/>
              <a:gd name="connsiteX247" fmla="*/ 186080 w 1948870"/>
              <a:gd name="connsiteY247" fmla="*/ 215913 h 2213078"/>
              <a:gd name="connsiteX248" fmla="*/ 208807 w 1948870"/>
              <a:gd name="connsiteY248" fmla="*/ 190338 h 2213078"/>
              <a:gd name="connsiteX249" fmla="*/ 230114 w 1948870"/>
              <a:gd name="connsiteY249" fmla="*/ 166192 h 2213078"/>
              <a:gd name="connsiteX250" fmla="*/ 254260 w 1948870"/>
              <a:gd name="connsiteY250" fmla="*/ 143466 h 2213078"/>
              <a:gd name="connsiteX251" fmla="*/ 279835 w 1948870"/>
              <a:gd name="connsiteY251" fmla="*/ 122158 h 2213078"/>
              <a:gd name="connsiteX252" fmla="*/ 306819 w 1948870"/>
              <a:gd name="connsiteY252" fmla="*/ 103699 h 2213078"/>
              <a:gd name="connsiteX253" fmla="*/ 332384 w 1948870"/>
              <a:gd name="connsiteY253" fmla="*/ 86649 h 2213078"/>
              <a:gd name="connsiteX254" fmla="*/ 359378 w 1948870"/>
              <a:gd name="connsiteY254" fmla="*/ 71018 h 2213078"/>
              <a:gd name="connsiteX255" fmla="*/ 386362 w 1948870"/>
              <a:gd name="connsiteY255" fmla="*/ 56817 h 2213078"/>
              <a:gd name="connsiteX256" fmla="*/ 416194 w 1948870"/>
              <a:gd name="connsiteY256" fmla="*/ 42615 h 2213078"/>
              <a:gd name="connsiteX257" fmla="*/ 443179 w 1948870"/>
              <a:gd name="connsiteY257" fmla="*/ 29832 h 2213078"/>
              <a:gd name="connsiteX258" fmla="*/ 473011 w 1948870"/>
              <a:gd name="connsiteY258" fmla="*/ 22727 h 2213078"/>
              <a:gd name="connsiteX259" fmla="*/ 502843 w 1948870"/>
              <a:gd name="connsiteY259" fmla="*/ 14202 h 2213078"/>
              <a:gd name="connsiteX260" fmla="*/ 535514 w 1948870"/>
              <a:gd name="connsiteY260" fmla="*/ 8525 h 2213078"/>
              <a:gd name="connsiteX261" fmla="*/ 565346 w 1948870"/>
              <a:gd name="connsiteY261" fmla="*/ 2838 h 2213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</a:cxnLst>
            <a:rect l="l" t="t" r="r" b="b"/>
            <a:pathLst>
              <a:path w="1948870" h="2213078">
                <a:moveTo>
                  <a:pt x="387381" y="1565959"/>
                </a:moveTo>
                <a:lnTo>
                  <a:pt x="371932" y="1577246"/>
                </a:lnTo>
                <a:lnTo>
                  <a:pt x="356473" y="1591352"/>
                </a:lnTo>
                <a:lnTo>
                  <a:pt x="342423" y="1605468"/>
                </a:lnTo>
                <a:lnTo>
                  <a:pt x="329774" y="1620985"/>
                </a:lnTo>
                <a:lnTo>
                  <a:pt x="319944" y="1636501"/>
                </a:lnTo>
                <a:lnTo>
                  <a:pt x="314325" y="1654846"/>
                </a:lnTo>
                <a:lnTo>
                  <a:pt x="308705" y="1676011"/>
                </a:lnTo>
                <a:lnTo>
                  <a:pt x="308705" y="1695765"/>
                </a:lnTo>
                <a:lnTo>
                  <a:pt x="308705" y="1709872"/>
                </a:lnTo>
                <a:lnTo>
                  <a:pt x="312915" y="1719749"/>
                </a:lnTo>
                <a:lnTo>
                  <a:pt x="318535" y="1729627"/>
                </a:lnTo>
                <a:lnTo>
                  <a:pt x="324154" y="1739504"/>
                </a:lnTo>
                <a:lnTo>
                  <a:pt x="333994" y="1747972"/>
                </a:lnTo>
                <a:lnTo>
                  <a:pt x="343833" y="1755021"/>
                </a:lnTo>
                <a:lnTo>
                  <a:pt x="366312" y="1767717"/>
                </a:lnTo>
                <a:close/>
              </a:path>
              <a:path w="1948870" h="2213078">
                <a:moveTo>
                  <a:pt x="432349" y="1446029"/>
                </a:moveTo>
                <a:lnTo>
                  <a:pt x="444988" y="1446029"/>
                </a:lnTo>
                <a:lnTo>
                  <a:pt x="454828" y="1450258"/>
                </a:lnTo>
                <a:lnTo>
                  <a:pt x="464658" y="1454497"/>
                </a:lnTo>
                <a:lnTo>
                  <a:pt x="471687" y="1462965"/>
                </a:lnTo>
                <a:lnTo>
                  <a:pt x="478707" y="1472842"/>
                </a:lnTo>
                <a:lnTo>
                  <a:pt x="480117" y="1484129"/>
                </a:lnTo>
                <a:lnTo>
                  <a:pt x="480117" y="1493997"/>
                </a:lnTo>
                <a:lnTo>
                  <a:pt x="444988" y="1828392"/>
                </a:lnTo>
                <a:lnTo>
                  <a:pt x="442179" y="1836859"/>
                </a:lnTo>
                <a:lnTo>
                  <a:pt x="440778" y="1846737"/>
                </a:lnTo>
                <a:lnTo>
                  <a:pt x="435159" y="1852376"/>
                </a:lnTo>
                <a:lnTo>
                  <a:pt x="426729" y="1858024"/>
                </a:lnTo>
                <a:lnTo>
                  <a:pt x="415480" y="1863663"/>
                </a:lnTo>
                <a:lnTo>
                  <a:pt x="402840" y="1866482"/>
                </a:lnTo>
                <a:lnTo>
                  <a:pt x="393001" y="1866482"/>
                </a:lnTo>
                <a:lnTo>
                  <a:pt x="356473" y="1853785"/>
                </a:lnTo>
                <a:lnTo>
                  <a:pt x="319944" y="1841088"/>
                </a:lnTo>
                <a:lnTo>
                  <a:pt x="307295" y="1832621"/>
                </a:lnTo>
                <a:lnTo>
                  <a:pt x="293246" y="1824163"/>
                </a:lnTo>
                <a:lnTo>
                  <a:pt x="279196" y="1814285"/>
                </a:lnTo>
                <a:lnTo>
                  <a:pt x="267957" y="1804408"/>
                </a:lnTo>
                <a:lnTo>
                  <a:pt x="256718" y="1793121"/>
                </a:lnTo>
                <a:lnTo>
                  <a:pt x="246878" y="1780424"/>
                </a:lnTo>
                <a:lnTo>
                  <a:pt x="241258" y="1769137"/>
                </a:lnTo>
                <a:lnTo>
                  <a:pt x="234239" y="1755021"/>
                </a:lnTo>
                <a:lnTo>
                  <a:pt x="230019" y="1740914"/>
                </a:lnTo>
                <a:lnTo>
                  <a:pt x="225809" y="1728217"/>
                </a:lnTo>
                <a:lnTo>
                  <a:pt x="224399" y="1714111"/>
                </a:lnTo>
                <a:lnTo>
                  <a:pt x="221589" y="1698585"/>
                </a:lnTo>
                <a:lnTo>
                  <a:pt x="221589" y="1678830"/>
                </a:lnTo>
                <a:lnTo>
                  <a:pt x="224399" y="1659085"/>
                </a:lnTo>
                <a:lnTo>
                  <a:pt x="227209" y="1640739"/>
                </a:lnTo>
                <a:lnTo>
                  <a:pt x="234239" y="1622394"/>
                </a:lnTo>
                <a:lnTo>
                  <a:pt x="241258" y="1605468"/>
                </a:lnTo>
                <a:lnTo>
                  <a:pt x="249688" y="1587123"/>
                </a:lnTo>
                <a:lnTo>
                  <a:pt x="259527" y="1571607"/>
                </a:lnTo>
                <a:lnTo>
                  <a:pt x="273577" y="1553262"/>
                </a:lnTo>
                <a:lnTo>
                  <a:pt x="284816" y="1539155"/>
                </a:lnTo>
                <a:lnTo>
                  <a:pt x="300275" y="1523630"/>
                </a:lnTo>
                <a:lnTo>
                  <a:pt x="317135" y="1509523"/>
                </a:lnTo>
                <a:lnTo>
                  <a:pt x="336804" y="1496826"/>
                </a:lnTo>
                <a:lnTo>
                  <a:pt x="353663" y="1484129"/>
                </a:lnTo>
                <a:lnTo>
                  <a:pt x="376142" y="1472842"/>
                </a:lnTo>
                <a:lnTo>
                  <a:pt x="397221" y="1460136"/>
                </a:lnTo>
                <a:lnTo>
                  <a:pt x="422509" y="1450258"/>
                </a:lnTo>
                <a:close/>
              </a:path>
              <a:path w="1948870" h="2213078">
                <a:moveTo>
                  <a:pt x="610152" y="528409"/>
                </a:moveTo>
                <a:lnTo>
                  <a:pt x="622801" y="528409"/>
                </a:lnTo>
                <a:lnTo>
                  <a:pt x="636860" y="531248"/>
                </a:lnTo>
                <a:lnTo>
                  <a:pt x="649519" y="536934"/>
                </a:lnTo>
                <a:lnTo>
                  <a:pt x="659358" y="545459"/>
                </a:lnTo>
                <a:lnTo>
                  <a:pt x="666387" y="555403"/>
                </a:lnTo>
                <a:lnTo>
                  <a:pt x="672007" y="566766"/>
                </a:lnTo>
                <a:lnTo>
                  <a:pt x="679036" y="579549"/>
                </a:lnTo>
                <a:lnTo>
                  <a:pt x="680446" y="592332"/>
                </a:lnTo>
                <a:lnTo>
                  <a:pt x="684666" y="676142"/>
                </a:lnTo>
                <a:lnTo>
                  <a:pt x="684666" y="690344"/>
                </a:lnTo>
                <a:lnTo>
                  <a:pt x="680446" y="704546"/>
                </a:lnTo>
                <a:lnTo>
                  <a:pt x="676227" y="715909"/>
                </a:lnTo>
                <a:lnTo>
                  <a:pt x="669197" y="725853"/>
                </a:lnTo>
                <a:lnTo>
                  <a:pt x="660758" y="735797"/>
                </a:lnTo>
                <a:lnTo>
                  <a:pt x="649519" y="741484"/>
                </a:lnTo>
                <a:lnTo>
                  <a:pt x="636860" y="745741"/>
                </a:lnTo>
                <a:lnTo>
                  <a:pt x="622801" y="749999"/>
                </a:lnTo>
                <a:lnTo>
                  <a:pt x="610152" y="748580"/>
                </a:lnTo>
                <a:lnTo>
                  <a:pt x="597503" y="745741"/>
                </a:lnTo>
                <a:lnTo>
                  <a:pt x="586254" y="740064"/>
                </a:lnTo>
                <a:lnTo>
                  <a:pt x="576414" y="731540"/>
                </a:lnTo>
                <a:lnTo>
                  <a:pt x="567975" y="721595"/>
                </a:lnTo>
                <a:lnTo>
                  <a:pt x="560946" y="710232"/>
                </a:lnTo>
                <a:lnTo>
                  <a:pt x="556736" y="698869"/>
                </a:lnTo>
                <a:lnTo>
                  <a:pt x="553916" y="684667"/>
                </a:lnTo>
                <a:lnTo>
                  <a:pt x="548296" y="600856"/>
                </a:lnTo>
                <a:lnTo>
                  <a:pt x="551106" y="586655"/>
                </a:lnTo>
                <a:lnTo>
                  <a:pt x="552516" y="572443"/>
                </a:lnTo>
                <a:lnTo>
                  <a:pt x="558136" y="561080"/>
                </a:lnTo>
                <a:lnTo>
                  <a:pt x="563765" y="551136"/>
                </a:lnTo>
                <a:lnTo>
                  <a:pt x="573604" y="542621"/>
                </a:lnTo>
                <a:lnTo>
                  <a:pt x="583444" y="535515"/>
                </a:lnTo>
                <a:lnTo>
                  <a:pt x="597503" y="531248"/>
                </a:lnTo>
                <a:close/>
              </a:path>
              <a:path w="1948870" h="2213078">
                <a:moveTo>
                  <a:pt x="1042005" y="465916"/>
                </a:moveTo>
                <a:lnTo>
                  <a:pt x="1056055" y="465916"/>
                </a:lnTo>
                <a:lnTo>
                  <a:pt x="1070114" y="470173"/>
                </a:lnTo>
                <a:lnTo>
                  <a:pt x="1079962" y="474431"/>
                </a:lnTo>
                <a:lnTo>
                  <a:pt x="1091202" y="481537"/>
                </a:lnTo>
                <a:lnTo>
                  <a:pt x="1099641" y="491481"/>
                </a:lnTo>
                <a:lnTo>
                  <a:pt x="1105261" y="501425"/>
                </a:lnTo>
                <a:lnTo>
                  <a:pt x="1110890" y="515627"/>
                </a:lnTo>
                <a:lnTo>
                  <a:pt x="1113700" y="529828"/>
                </a:lnTo>
                <a:lnTo>
                  <a:pt x="1119320" y="613639"/>
                </a:lnTo>
                <a:lnTo>
                  <a:pt x="1119320" y="627841"/>
                </a:lnTo>
                <a:lnTo>
                  <a:pt x="1116510" y="639204"/>
                </a:lnTo>
                <a:lnTo>
                  <a:pt x="1110890" y="653415"/>
                </a:lnTo>
                <a:lnTo>
                  <a:pt x="1103861" y="663360"/>
                </a:lnTo>
                <a:lnTo>
                  <a:pt x="1095421" y="670456"/>
                </a:lnTo>
                <a:lnTo>
                  <a:pt x="1085582" y="678981"/>
                </a:lnTo>
                <a:lnTo>
                  <a:pt x="1071523" y="684667"/>
                </a:lnTo>
                <a:lnTo>
                  <a:pt x="1057464" y="687505"/>
                </a:lnTo>
                <a:lnTo>
                  <a:pt x="1046215" y="687505"/>
                </a:lnTo>
                <a:lnTo>
                  <a:pt x="1032156" y="683238"/>
                </a:lnTo>
                <a:lnTo>
                  <a:pt x="1020917" y="677561"/>
                </a:lnTo>
                <a:lnTo>
                  <a:pt x="1011078" y="669036"/>
                </a:lnTo>
                <a:lnTo>
                  <a:pt x="1002638" y="660512"/>
                </a:lnTo>
                <a:lnTo>
                  <a:pt x="995609" y="649148"/>
                </a:lnTo>
                <a:lnTo>
                  <a:pt x="991389" y="637785"/>
                </a:lnTo>
                <a:lnTo>
                  <a:pt x="988580" y="623583"/>
                </a:lnTo>
                <a:lnTo>
                  <a:pt x="982960" y="539773"/>
                </a:lnTo>
                <a:lnTo>
                  <a:pt x="982960" y="525571"/>
                </a:lnTo>
                <a:lnTo>
                  <a:pt x="985770" y="511369"/>
                </a:lnTo>
                <a:lnTo>
                  <a:pt x="991389" y="500006"/>
                </a:lnTo>
                <a:lnTo>
                  <a:pt x="997019" y="490062"/>
                </a:lnTo>
                <a:lnTo>
                  <a:pt x="1006858" y="480117"/>
                </a:lnTo>
                <a:lnTo>
                  <a:pt x="1016697" y="471593"/>
                </a:lnTo>
                <a:lnTo>
                  <a:pt x="1027946" y="467335"/>
                </a:lnTo>
                <a:close/>
              </a:path>
              <a:path w="1948870" h="2213078">
                <a:moveTo>
                  <a:pt x="629259" y="86649"/>
                </a:moveTo>
                <a:lnTo>
                  <a:pt x="599436" y="88068"/>
                </a:lnTo>
                <a:lnTo>
                  <a:pt x="571023" y="90907"/>
                </a:lnTo>
                <a:lnTo>
                  <a:pt x="542620" y="93755"/>
                </a:lnTo>
                <a:lnTo>
                  <a:pt x="515626" y="100851"/>
                </a:lnTo>
                <a:lnTo>
                  <a:pt x="490061" y="107956"/>
                </a:lnTo>
                <a:lnTo>
                  <a:pt x="463067" y="116481"/>
                </a:lnTo>
                <a:lnTo>
                  <a:pt x="438921" y="127845"/>
                </a:lnTo>
                <a:lnTo>
                  <a:pt x="416194" y="140627"/>
                </a:lnTo>
                <a:lnTo>
                  <a:pt x="392049" y="151991"/>
                </a:lnTo>
                <a:lnTo>
                  <a:pt x="367903" y="166192"/>
                </a:lnTo>
                <a:lnTo>
                  <a:pt x="346595" y="181823"/>
                </a:lnTo>
                <a:lnTo>
                  <a:pt x="326707" y="200282"/>
                </a:lnTo>
                <a:lnTo>
                  <a:pt x="306819" y="217332"/>
                </a:lnTo>
                <a:lnTo>
                  <a:pt x="286931" y="235801"/>
                </a:lnTo>
                <a:lnTo>
                  <a:pt x="268471" y="255680"/>
                </a:lnTo>
                <a:lnTo>
                  <a:pt x="250002" y="276987"/>
                </a:lnTo>
                <a:lnTo>
                  <a:pt x="232953" y="296875"/>
                </a:lnTo>
                <a:lnTo>
                  <a:pt x="215912" y="321021"/>
                </a:lnTo>
                <a:lnTo>
                  <a:pt x="188919" y="366475"/>
                </a:lnTo>
                <a:lnTo>
                  <a:pt x="164773" y="417614"/>
                </a:lnTo>
                <a:lnTo>
                  <a:pt x="143465" y="468754"/>
                </a:lnTo>
                <a:lnTo>
                  <a:pt x="126425" y="519894"/>
                </a:lnTo>
                <a:lnTo>
                  <a:pt x="115052" y="573863"/>
                </a:lnTo>
                <a:lnTo>
                  <a:pt x="109375" y="627841"/>
                </a:lnTo>
                <a:lnTo>
                  <a:pt x="106537" y="656254"/>
                </a:lnTo>
                <a:lnTo>
                  <a:pt x="105118" y="681819"/>
                </a:lnTo>
                <a:lnTo>
                  <a:pt x="106537" y="713071"/>
                </a:lnTo>
                <a:lnTo>
                  <a:pt x="109375" y="742903"/>
                </a:lnTo>
                <a:lnTo>
                  <a:pt x="113633" y="774154"/>
                </a:lnTo>
                <a:lnTo>
                  <a:pt x="119320" y="801139"/>
                </a:lnTo>
                <a:lnTo>
                  <a:pt x="124996" y="825285"/>
                </a:lnTo>
                <a:lnTo>
                  <a:pt x="134941" y="850859"/>
                </a:lnTo>
                <a:lnTo>
                  <a:pt x="144885" y="873586"/>
                </a:lnTo>
                <a:lnTo>
                  <a:pt x="154829" y="894893"/>
                </a:lnTo>
                <a:lnTo>
                  <a:pt x="166192" y="914782"/>
                </a:lnTo>
                <a:lnTo>
                  <a:pt x="178975" y="934660"/>
                </a:lnTo>
                <a:lnTo>
                  <a:pt x="193186" y="950291"/>
                </a:lnTo>
                <a:lnTo>
                  <a:pt x="208807" y="968760"/>
                </a:lnTo>
                <a:lnTo>
                  <a:pt x="224437" y="982962"/>
                </a:lnTo>
                <a:lnTo>
                  <a:pt x="240058" y="998583"/>
                </a:lnTo>
                <a:lnTo>
                  <a:pt x="255679" y="1009946"/>
                </a:lnTo>
                <a:lnTo>
                  <a:pt x="274148" y="1022728"/>
                </a:lnTo>
                <a:lnTo>
                  <a:pt x="312505" y="1044036"/>
                </a:lnTo>
                <a:lnTo>
                  <a:pt x="349434" y="1062505"/>
                </a:lnTo>
                <a:lnTo>
                  <a:pt x="387781" y="1076707"/>
                </a:lnTo>
                <a:lnTo>
                  <a:pt x="427558" y="1086651"/>
                </a:lnTo>
                <a:lnTo>
                  <a:pt x="467334" y="1096595"/>
                </a:lnTo>
                <a:lnTo>
                  <a:pt x="505682" y="1102281"/>
                </a:lnTo>
                <a:lnTo>
                  <a:pt x="541191" y="1106539"/>
                </a:lnTo>
                <a:lnTo>
                  <a:pt x="575281" y="1107958"/>
                </a:lnTo>
                <a:lnTo>
                  <a:pt x="576710" y="1117902"/>
                </a:lnTo>
                <a:lnTo>
                  <a:pt x="579548" y="1147735"/>
                </a:lnTo>
                <a:lnTo>
                  <a:pt x="576710" y="1167623"/>
                </a:lnTo>
                <a:lnTo>
                  <a:pt x="572442" y="1190350"/>
                </a:lnTo>
                <a:lnTo>
                  <a:pt x="566765" y="1217334"/>
                </a:lnTo>
                <a:lnTo>
                  <a:pt x="556821" y="1245747"/>
                </a:lnTo>
                <a:lnTo>
                  <a:pt x="555402" y="1247166"/>
                </a:lnTo>
                <a:lnTo>
                  <a:pt x="551135" y="1250005"/>
                </a:lnTo>
                <a:lnTo>
                  <a:pt x="541191" y="1250005"/>
                </a:lnTo>
                <a:lnTo>
                  <a:pt x="515626" y="1251424"/>
                </a:lnTo>
                <a:lnTo>
                  <a:pt x="490061" y="1255691"/>
                </a:lnTo>
                <a:lnTo>
                  <a:pt x="465915" y="1259949"/>
                </a:lnTo>
                <a:lnTo>
                  <a:pt x="438921" y="1265635"/>
                </a:lnTo>
                <a:lnTo>
                  <a:pt x="416194" y="1272731"/>
                </a:lnTo>
                <a:lnTo>
                  <a:pt x="392049" y="1281256"/>
                </a:lnTo>
                <a:lnTo>
                  <a:pt x="367903" y="1291200"/>
                </a:lnTo>
                <a:lnTo>
                  <a:pt x="346595" y="1303983"/>
                </a:lnTo>
                <a:lnTo>
                  <a:pt x="322440" y="1315346"/>
                </a:lnTo>
                <a:lnTo>
                  <a:pt x="302561" y="1326710"/>
                </a:lnTo>
                <a:lnTo>
                  <a:pt x="279835" y="1343759"/>
                </a:lnTo>
                <a:lnTo>
                  <a:pt x="259946" y="1359380"/>
                </a:lnTo>
                <a:lnTo>
                  <a:pt x="240058" y="1375011"/>
                </a:lnTo>
                <a:lnTo>
                  <a:pt x="223009" y="1393470"/>
                </a:lnTo>
                <a:lnTo>
                  <a:pt x="204549" y="1413359"/>
                </a:lnTo>
                <a:lnTo>
                  <a:pt x="186080" y="1433247"/>
                </a:lnTo>
                <a:lnTo>
                  <a:pt x="173298" y="1453135"/>
                </a:lnTo>
                <a:lnTo>
                  <a:pt x="159086" y="1473023"/>
                </a:lnTo>
                <a:lnTo>
                  <a:pt x="146304" y="1492902"/>
                </a:lnTo>
                <a:lnTo>
                  <a:pt x="134941" y="1514209"/>
                </a:lnTo>
                <a:lnTo>
                  <a:pt x="124996" y="1536936"/>
                </a:lnTo>
                <a:lnTo>
                  <a:pt x="115052" y="1558243"/>
                </a:lnTo>
                <a:lnTo>
                  <a:pt x="106537" y="1579551"/>
                </a:lnTo>
                <a:lnTo>
                  <a:pt x="100851" y="1602278"/>
                </a:lnTo>
                <a:lnTo>
                  <a:pt x="95174" y="1626433"/>
                </a:lnTo>
                <a:lnTo>
                  <a:pt x="90906" y="1647740"/>
                </a:lnTo>
                <a:lnTo>
                  <a:pt x="89487" y="1671886"/>
                </a:lnTo>
                <a:lnTo>
                  <a:pt x="86649" y="1693194"/>
                </a:lnTo>
                <a:lnTo>
                  <a:pt x="86649" y="1717340"/>
                </a:lnTo>
                <a:lnTo>
                  <a:pt x="86649" y="1741485"/>
                </a:lnTo>
                <a:lnTo>
                  <a:pt x="89487" y="1762793"/>
                </a:lnTo>
                <a:lnTo>
                  <a:pt x="93754" y="1786939"/>
                </a:lnTo>
                <a:lnTo>
                  <a:pt x="100851" y="1819610"/>
                </a:lnTo>
                <a:lnTo>
                  <a:pt x="110795" y="1846603"/>
                </a:lnTo>
                <a:lnTo>
                  <a:pt x="123577" y="1875007"/>
                </a:lnTo>
                <a:lnTo>
                  <a:pt x="139208" y="1899153"/>
                </a:lnTo>
                <a:lnTo>
                  <a:pt x="154829" y="1919041"/>
                </a:lnTo>
                <a:lnTo>
                  <a:pt x="173298" y="1938929"/>
                </a:lnTo>
                <a:lnTo>
                  <a:pt x="193186" y="1954560"/>
                </a:lnTo>
                <a:lnTo>
                  <a:pt x="214493" y="1968762"/>
                </a:lnTo>
                <a:lnTo>
                  <a:pt x="235791" y="1982963"/>
                </a:lnTo>
                <a:lnTo>
                  <a:pt x="258527" y="1992908"/>
                </a:lnTo>
                <a:lnTo>
                  <a:pt x="279835" y="2002852"/>
                </a:lnTo>
                <a:lnTo>
                  <a:pt x="302561" y="2009957"/>
                </a:lnTo>
                <a:lnTo>
                  <a:pt x="346595" y="2022740"/>
                </a:lnTo>
                <a:lnTo>
                  <a:pt x="383524" y="2028417"/>
                </a:lnTo>
                <a:lnTo>
                  <a:pt x="392049" y="2029836"/>
                </a:lnTo>
                <a:lnTo>
                  <a:pt x="399145" y="2034103"/>
                </a:lnTo>
                <a:lnTo>
                  <a:pt x="406250" y="2038361"/>
                </a:lnTo>
                <a:lnTo>
                  <a:pt x="411937" y="2044047"/>
                </a:lnTo>
                <a:lnTo>
                  <a:pt x="416194" y="2052563"/>
                </a:lnTo>
                <a:lnTo>
                  <a:pt x="419033" y="2059668"/>
                </a:lnTo>
                <a:lnTo>
                  <a:pt x="421881" y="2068193"/>
                </a:lnTo>
                <a:lnTo>
                  <a:pt x="421881" y="2076718"/>
                </a:lnTo>
                <a:lnTo>
                  <a:pt x="417614" y="2102283"/>
                </a:lnTo>
                <a:lnTo>
                  <a:pt x="465915" y="2112227"/>
                </a:lnTo>
                <a:lnTo>
                  <a:pt x="517045" y="2119333"/>
                </a:lnTo>
                <a:lnTo>
                  <a:pt x="575281" y="2126429"/>
                </a:lnTo>
                <a:lnTo>
                  <a:pt x="639203" y="2127848"/>
                </a:lnTo>
                <a:lnTo>
                  <a:pt x="684656" y="2126429"/>
                </a:lnTo>
                <a:lnTo>
                  <a:pt x="730119" y="2123591"/>
                </a:lnTo>
                <a:lnTo>
                  <a:pt x="818187" y="2116485"/>
                </a:lnTo>
                <a:lnTo>
                  <a:pt x="889205" y="2106541"/>
                </a:lnTo>
                <a:lnTo>
                  <a:pt x="946022" y="2098026"/>
                </a:lnTo>
                <a:lnTo>
                  <a:pt x="916199" y="1876426"/>
                </a:lnTo>
                <a:lnTo>
                  <a:pt x="894892" y="1732961"/>
                </a:lnTo>
                <a:lnTo>
                  <a:pt x="873584" y="1589495"/>
                </a:lnTo>
                <a:lnTo>
                  <a:pt x="873584" y="1578132"/>
                </a:lnTo>
                <a:lnTo>
                  <a:pt x="877842" y="1568188"/>
                </a:lnTo>
                <a:lnTo>
                  <a:pt x="882100" y="1558243"/>
                </a:lnTo>
                <a:lnTo>
                  <a:pt x="889205" y="1549728"/>
                </a:lnTo>
                <a:lnTo>
                  <a:pt x="899149" y="1544042"/>
                </a:lnTo>
                <a:lnTo>
                  <a:pt x="909094" y="1539784"/>
                </a:lnTo>
                <a:lnTo>
                  <a:pt x="919038" y="1539784"/>
                </a:lnTo>
                <a:lnTo>
                  <a:pt x="931820" y="1542622"/>
                </a:lnTo>
                <a:lnTo>
                  <a:pt x="991475" y="1559663"/>
                </a:lnTo>
                <a:lnTo>
                  <a:pt x="1046882" y="1573874"/>
                </a:lnTo>
                <a:lnTo>
                  <a:pt x="1096593" y="1582399"/>
                </a:lnTo>
                <a:lnTo>
                  <a:pt x="1120739" y="1583818"/>
                </a:lnTo>
                <a:lnTo>
                  <a:pt x="1142046" y="1583818"/>
                </a:lnTo>
                <a:lnTo>
                  <a:pt x="1154829" y="1583818"/>
                </a:lnTo>
                <a:lnTo>
                  <a:pt x="1196024" y="1579551"/>
                </a:lnTo>
                <a:lnTo>
                  <a:pt x="1234381" y="1573874"/>
                </a:lnTo>
                <a:lnTo>
                  <a:pt x="1269891" y="1563930"/>
                </a:lnTo>
                <a:lnTo>
                  <a:pt x="1303981" y="1552566"/>
                </a:lnTo>
                <a:lnTo>
                  <a:pt x="1335232" y="1538365"/>
                </a:lnTo>
                <a:lnTo>
                  <a:pt x="1363636" y="1522734"/>
                </a:lnTo>
                <a:lnTo>
                  <a:pt x="1392049" y="1504265"/>
                </a:lnTo>
                <a:lnTo>
                  <a:pt x="1414775" y="1484387"/>
                </a:lnTo>
                <a:lnTo>
                  <a:pt x="1437502" y="1464498"/>
                </a:lnTo>
                <a:lnTo>
                  <a:pt x="1458809" y="1444610"/>
                </a:lnTo>
                <a:lnTo>
                  <a:pt x="1477278" y="1423303"/>
                </a:lnTo>
                <a:lnTo>
                  <a:pt x="1492899" y="1403414"/>
                </a:lnTo>
                <a:lnTo>
                  <a:pt x="1508530" y="1380688"/>
                </a:lnTo>
                <a:lnTo>
                  <a:pt x="1521312" y="1360800"/>
                </a:lnTo>
                <a:lnTo>
                  <a:pt x="1542620" y="1323871"/>
                </a:lnTo>
                <a:lnTo>
                  <a:pt x="1546877" y="1316765"/>
                </a:lnTo>
                <a:lnTo>
                  <a:pt x="1551145" y="1311089"/>
                </a:lnTo>
                <a:lnTo>
                  <a:pt x="1562508" y="1303983"/>
                </a:lnTo>
                <a:lnTo>
                  <a:pt x="1576710" y="1301144"/>
                </a:lnTo>
                <a:lnTo>
                  <a:pt x="1582386" y="1299725"/>
                </a:lnTo>
                <a:lnTo>
                  <a:pt x="1590911" y="1301144"/>
                </a:lnTo>
                <a:lnTo>
                  <a:pt x="1620744" y="1305402"/>
                </a:lnTo>
                <a:lnTo>
                  <a:pt x="1651995" y="1306821"/>
                </a:lnTo>
                <a:lnTo>
                  <a:pt x="1674722" y="1306821"/>
                </a:lnTo>
                <a:lnTo>
                  <a:pt x="1694610" y="1305402"/>
                </a:lnTo>
                <a:lnTo>
                  <a:pt x="1714489" y="1301144"/>
                </a:lnTo>
                <a:lnTo>
                  <a:pt x="1734377" y="1296877"/>
                </a:lnTo>
                <a:lnTo>
                  <a:pt x="1751426" y="1291200"/>
                </a:lnTo>
                <a:lnTo>
                  <a:pt x="1769886" y="1284095"/>
                </a:lnTo>
                <a:lnTo>
                  <a:pt x="1785516" y="1275579"/>
                </a:lnTo>
                <a:lnTo>
                  <a:pt x="1799718" y="1265635"/>
                </a:lnTo>
                <a:lnTo>
                  <a:pt x="1813929" y="1255691"/>
                </a:lnTo>
                <a:lnTo>
                  <a:pt x="1825283" y="1245747"/>
                </a:lnTo>
                <a:lnTo>
                  <a:pt x="1835227" y="1232964"/>
                </a:lnTo>
                <a:lnTo>
                  <a:pt x="1845171" y="1221601"/>
                </a:lnTo>
                <a:lnTo>
                  <a:pt x="1853696" y="1210238"/>
                </a:lnTo>
                <a:lnTo>
                  <a:pt x="1857963" y="1196026"/>
                </a:lnTo>
                <a:lnTo>
                  <a:pt x="1860802" y="1181825"/>
                </a:lnTo>
                <a:lnTo>
                  <a:pt x="1860802" y="1167623"/>
                </a:lnTo>
                <a:lnTo>
                  <a:pt x="1860802" y="1153412"/>
                </a:lnTo>
                <a:lnTo>
                  <a:pt x="1857963" y="1140629"/>
                </a:lnTo>
                <a:lnTo>
                  <a:pt x="1853696" y="1127846"/>
                </a:lnTo>
                <a:lnTo>
                  <a:pt x="1845171" y="1113645"/>
                </a:lnTo>
                <a:lnTo>
                  <a:pt x="1835227" y="1102281"/>
                </a:lnTo>
                <a:lnTo>
                  <a:pt x="1825283" y="1089499"/>
                </a:lnTo>
                <a:lnTo>
                  <a:pt x="1813929" y="1079555"/>
                </a:lnTo>
                <a:lnTo>
                  <a:pt x="1799718" y="1069611"/>
                </a:lnTo>
                <a:lnTo>
                  <a:pt x="1785516" y="1059666"/>
                </a:lnTo>
                <a:lnTo>
                  <a:pt x="1769886" y="1052561"/>
                </a:lnTo>
                <a:lnTo>
                  <a:pt x="1751426" y="1046884"/>
                </a:lnTo>
                <a:lnTo>
                  <a:pt x="1734377" y="1039778"/>
                </a:lnTo>
                <a:lnTo>
                  <a:pt x="1714489" y="1034101"/>
                </a:lnTo>
                <a:lnTo>
                  <a:pt x="1694610" y="1032673"/>
                </a:lnTo>
                <a:lnTo>
                  <a:pt x="1674722" y="1028415"/>
                </a:lnTo>
                <a:lnTo>
                  <a:pt x="1651995" y="1028415"/>
                </a:lnTo>
                <a:lnTo>
                  <a:pt x="1620744" y="1029834"/>
                </a:lnTo>
                <a:lnTo>
                  <a:pt x="1588073" y="1036940"/>
                </a:lnTo>
                <a:lnTo>
                  <a:pt x="1558241" y="1044036"/>
                </a:lnTo>
                <a:lnTo>
                  <a:pt x="1531256" y="1053980"/>
                </a:lnTo>
                <a:lnTo>
                  <a:pt x="1507101" y="1068191"/>
                </a:lnTo>
                <a:lnTo>
                  <a:pt x="1484374" y="1086651"/>
                </a:lnTo>
                <a:lnTo>
                  <a:pt x="1467334" y="1103701"/>
                </a:lnTo>
                <a:lnTo>
                  <a:pt x="1461648" y="1113645"/>
                </a:lnTo>
                <a:lnTo>
                  <a:pt x="1454552" y="1123589"/>
                </a:lnTo>
                <a:lnTo>
                  <a:pt x="1451704" y="1132104"/>
                </a:lnTo>
                <a:lnTo>
                  <a:pt x="1448865" y="1137791"/>
                </a:lnTo>
                <a:lnTo>
                  <a:pt x="1448865" y="1140629"/>
                </a:lnTo>
                <a:lnTo>
                  <a:pt x="1444608" y="1147735"/>
                </a:lnTo>
                <a:lnTo>
                  <a:pt x="1444608" y="1150573"/>
                </a:lnTo>
                <a:lnTo>
                  <a:pt x="1434663" y="1186082"/>
                </a:lnTo>
                <a:lnTo>
                  <a:pt x="1419033" y="1225859"/>
                </a:lnTo>
                <a:lnTo>
                  <a:pt x="1409098" y="1247166"/>
                </a:lnTo>
                <a:lnTo>
                  <a:pt x="1397735" y="1269893"/>
                </a:lnTo>
                <a:lnTo>
                  <a:pt x="1383524" y="1291200"/>
                </a:lnTo>
                <a:lnTo>
                  <a:pt x="1367903" y="1313927"/>
                </a:lnTo>
                <a:lnTo>
                  <a:pt x="1350853" y="1335234"/>
                </a:lnTo>
                <a:lnTo>
                  <a:pt x="1330965" y="1355123"/>
                </a:lnTo>
                <a:lnTo>
                  <a:pt x="1311086" y="1373592"/>
                </a:lnTo>
                <a:lnTo>
                  <a:pt x="1289779" y="1386374"/>
                </a:lnTo>
                <a:lnTo>
                  <a:pt x="1264204" y="1400576"/>
                </a:lnTo>
                <a:lnTo>
                  <a:pt x="1235801" y="1410520"/>
                </a:lnTo>
                <a:lnTo>
                  <a:pt x="1208807" y="1419045"/>
                </a:lnTo>
                <a:lnTo>
                  <a:pt x="1174717" y="1420464"/>
                </a:lnTo>
                <a:lnTo>
                  <a:pt x="1151990" y="1420464"/>
                </a:lnTo>
                <a:lnTo>
                  <a:pt x="1130683" y="1419045"/>
                </a:lnTo>
                <a:lnTo>
                  <a:pt x="1107956" y="1416197"/>
                </a:lnTo>
                <a:lnTo>
                  <a:pt x="1086649" y="1413359"/>
                </a:lnTo>
                <a:lnTo>
                  <a:pt x="1042615" y="1400576"/>
                </a:lnTo>
                <a:lnTo>
                  <a:pt x="1001419" y="1384955"/>
                </a:lnTo>
                <a:lnTo>
                  <a:pt x="961652" y="1366486"/>
                </a:lnTo>
                <a:lnTo>
                  <a:pt x="921876" y="1346598"/>
                </a:lnTo>
                <a:lnTo>
                  <a:pt x="848010" y="1303983"/>
                </a:lnTo>
                <a:lnTo>
                  <a:pt x="798299" y="1272731"/>
                </a:lnTo>
                <a:lnTo>
                  <a:pt x="752846" y="1250005"/>
                </a:lnTo>
                <a:lnTo>
                  <a:pt x="742902" y="1242909"/>
                </a:lnTo>
                <a:lnTo>
                  <a:pt x="728700" y="1231545"/>
                </a:lnTo>
                <a:lnTo>
                  <a:pt x="723013" y="1225859"/>
                </a:lnTo>
                <a:lnTo>
                  <a:pt x="718756" y="1217334"/>
                </a:lnTo>
                <a:lnTo>
                  <a:pt x="714489" y="1210238"/>
                </a:lnTo>
                <a:lnTo>
                  <a:pt x="714489" y="1201713"/>
                </a:lnTo>
                <a:lnTo>
                  <a:pt x="710231" y="1147735"/>
                </a:lnTo>
                <a:lnTo>
                  <a:pt x="710231" y="1137791"/>
                </a:lnTo>
                <a:lnTo>
                  <a:pt x="713069" y="1130685"/>
                </a:lnTo>
                <a:lnTo>
                  <a:pt x="715908" y="1123589"/>
                </a:lnTo>
                <a:lnTo>
                  <a:pt x="720175" y="1117902"/>
                </a:lnTo>
                <a:lnTo>
                  <a:pt x="725852" y="1112225"/>
                </a:lnTo>
                <a:lnTo>
                  <a:pt x="732957" y="1106539"/>
                </a:lnTo>
                <a:lnTo>
                  <a:pt x="740054" y="1103701"/>
                </a:lnTo>
                <a:lnTo>
                  <a:pt x="748578" y="1102281"/>
                </a:lnTo>
                <a:lnTo>
                  <a:pt x="795460" y="1092337"/>
                </a:lnTo>
                <a:lnTo>
                  <a:pt x="842333" y="1082393"/>
                </a:lnTo>
                <a:lnTo>
                  <a:pt x="884948" y="1068191"/>
                </a:lnTo>
                <a:lnTo>
                  <a:pt x="926143" y="1049722"/>
                </a:lnTo>
                <a:lnTo>
                  <a:pt x="963072" y="1029834"/>
                </a:lnTo>
                <a:lnTo>
                  <a:pt x="998581" y="1008527"/>
                </a:lnTo>
                <a:lnTo>
                  <a:pt x="1031252" y="982962"/>
                </a:lnTo>
                <a:lnTo>
                  <a:pt x="1058245" y="957387"/>
                </a:lnTo>
                <a:lnTo>
                  <a:pt x="1085230" y="927564"/>
                </a:lnTo>
                <a:lnTo>
                  <a:pt x="1106537" y="894893"/>
                </a:lnTo>
                <a:lnTo>
                  <a:pt x="1126425" y="860803"/>
                </a:lnTo>
                <a:lnTo>
                  <a:pt x="1142046" y="825285"/>
                </a:lnTo>
                <a:lnTo>
                  <a:pt x="1154829" y="786937"/>
                </a:lnTo>
                <a:lnTo>
                  <a:pt x="1164773" y="747161"/>
                </a:lnTo>
                <a:lnTo>
                  <a:pt x="1169040" y="705965"/>
                </a:lnTo>
                <a:lnTo>
                  <a:pt x="1170459" y="661931"/>
                </a:lnTo>
                <a:lnTo>
                  <a:pt x="1170459" y="636366"/>
                </a:lnTo>
                <a:lnTo>
                  <a:pt x="1169040" y="607962"/>
                </a:lnTo>
                <a:lnTo>
                  <a:pt x="1166192" y="582387"/>
                </a:lnTo>
                <a:lnTo>
                  <a:pt x="1160515" y="556822"/>
                </a:lnTo>
                <a:lnTo>
                  <a:pt x="1149152" y="504263"/>
                </a:lnTo>
                <a:lnTo>
                  <a:pt x="1132102" y="454552"/>
                </a:lnTo>
                <a:lnTo>
                  <a:pt x="1110795" y="404832"/>
                </a:lnTo>
                <a:lnTo>
                  <a:pt x="1085230" y="356540"/>
                </a:lnTo>
                <a:lnTo>
                  <a:pt x="1071028" y="335233"/>
                </a:lnTo>
                <a:lnTo>
                  <a:pt x="1055397" y="311077"/>
                </a:lnTo>
                <a:lnTo>
                  <a:pt x="1038357" y="291198"/>
                </a:lnTo>
                <a:lnTo>
                  <a:pt x="1021307" y="269891"/>
                </a:lnTo>
                <a:lnTo>
                  <a:pt x="1002839" y="250003"/>
                </a:lnTo>
                <a:lnTo>
                  <a:pt x="982960" y="230115"/>
                </a:lnTo>
                <a:lnTo>
                  <a:pt x="963072" y="211646"/>
                </a:lnTo>
                <a:lnTo>
                  <a:pt x="943183" y="196025"/>
                </a:lnTo>
                <a:lnTo>
                  <a:pt x="921876" y="180404"/>
                </a:lnTo>
                <a:lnTo>
                  <a:pt x="897730" y="163354"/>
                </a:lnTo>
                <a:lnTo>
                  <a:pt x="873584" y="150571"/>
                </a:lnTo>
                <a:lnTo>
                  <a:pt x="849439" y="137789"/>
                </a:lnTo>
                <a:lnTo>
                  <a:pt x="823864" y="126425"/>
                </a:lnTo>
                <a:lnTo>
                  <a:pt x="798299" y="116481"/>
                </a:lnTo>
                <a:lnTo>
                  <a:pt x="772734" y="106537"/>
                </a:lnTo>
                <a:lnTo>
                  <a:pt x="744321" y="100851"/>
                </a:lnTo>
                <a:lnTo>
                  <a:pt x="715908" y="93755"/>
                </a:lnTo>
                <a:lnTo>
                  <a:pt x="688923" y="90907"/>
                </a:lnTo>
                <a:lnTo>
                  <a:pt x="659091" y="88068"/>
                </a:lnTo>
                <a:close/>
              </a:path>
              <a:path w="1948870" h="2213078">
                <a:moveTo>
                  <a:pt x="596588" y="0"/>
                </a:moveTo>
                <a:lnTo>
                  <a:pt x="629259" y="0"/>
                </a:lnTo>
                <a:lnTo>
                  <a:pt x="660510" y="0"/>
                </a:lnTo>
                <a:lnTo>
                  <a:pt x="690343" y="2838"/>
                </a:lnTo>
                <a:lnTo>
                  <a:pt x="723013" y="7106"/>
                </a:lnTo>
                <a:lnTo>
                  <a:pt x="752846" y="12783"/>
                </a:lnTo>
                <a:lnTo>
                  <a:pt x="784097" y="19888"/>
                </a:lnTo>
                <a:lnTo>
                  <a:pt x="813920" y="29832"/>
                </a:lnTo>
                <a:lnTo>
                  <a:pt x="842333" y="41196"/>
                </a:lnTo>
                <a:lnTo>
                  <a:pt x="869317" y="52559"/>
                </a:lnTo>
                <a:lnTo>
                  <a:pt x="897730" y="66761"/>
                </a:lnTo>
                <a:lnTo>
                  <a:pt x="926143" y="80963"/>
                </a:lnTo>
                <a:lnTo>
                  <a:pt x="951708" y="96593"/>
                </a:lnTo>
                <a:lnTo>
                  <a:pt x="977273" y="113633"/>
                </a:lnTo>
                <a:lnTo>
                  <a:pt x="1002839" y="133522"/>
                </a:lnTo>
                <a:lnTo>
                  <a:pt x="1026994" y="151991"/>
                </a:lnTo>
                <a:lnTo>
                  <a:pt x="1048301" y="173298"/>
                </a:lnTo>
                <a:lnTo>
                  <a:pt x="1071028" y="196025"/>
                </a:lnTo>
                <a:lnTo>
                  <a:pt x="1092335" y="220171"/>
                </a:lnTo>
                <a:lnTo>
                  <a:pt x="1112223" y="244316"/>
                </a:lnTo>
                <a:lnTo>
                  <a:pt x="1130683" y="267043"/>
                </a:lnTo>
                <a:lnTo>
                  <a:pt x="1149152" y="294037"/>
                </a:lnTo>
                <a:lnTo>
                  <a:pt x="1164773" y="321021"/>
                </a:lnTo>
                <a:lnTo>
                  <a:pt x="1180403" y="349434"/>
                </a:lnTo>
                <a:lnTo>
                  <a:pt x="1194605" y="376419"/>
                </a:lnTo>
                <a:lnTo>
                  <a:pt x="1208807" y="407670"/>
                </a:lnTo>
                <a:lnTo>
                  <a:pt x="1218751" y="437503"/>
                </a:lnTo>
                <a:lnTo>
                  <a:pt x="1228695" y="467335"/>
                </a:lnTo>
                <a:lnTo>
                  <a:pt x="1238639" y="498586"/>
                </a:lnTo>
                <a:lnTo>
                  <a:pt x="1244316" y="529828"/>
                </a:lnTo>
                <a:lnTo>
                  <a:pt x="1250002" y="562499"/>
                </a:lnTo>
                <a:lnTo>
                  <a:pt x="1254260" y="593751"/>
                </a:lnTo>
                <a:lnTo>
                  <a:pt x="1258527" y="627841"/>
                </a:lnTo>
                <a:lnTo>
                  <a:pt x="1258527" y="661931"/>
                </a:lnTo>
                <a:lnTo>
                  <a:pt x="1255689" y="711651"/>
                </a:lnTo>
                <a:lnTo>
                  <a:pt x="1250002" y="759943"/>
                </a:lnTo>
                <a:lnTo>
                  <a:pt x="1240058" y="805406"/>
                </a:lnTo>
                <a:lnTo>
                  <a:pt x="1228695" y="849440"/>
                </a:lnTo>
                <a:lnTo>
                  <a:pt x="1210226" y="889207"/>
                </a:lnTo>
                <a:lnTo>
                  <a:pt x="1190347" y="928983"/>
                </a:lnTo>
                <a:lnTo>
                  <a:pt x="1166192" y="967331"/>
                </a:lnTo>
                <a:lnTo>
                  <a:pt x="1139208" y="1000002"/>
                </a:lnTo>
                <a:lnTo>
                  <a:pt x="1107956" y="1032673"/>
                </a:lnTo>
                <a:lnTo>
                  <a:pt x="1075286" y="1062505"/>
                </a:lnTo>
                <a:lnTo>
                  <a:pt x="1036938" y="1088070"/>
                </a:lnTo>
                <a:lnTo>
                  <a:pt x="997162" y="1112225"/>
                </a:lnTo>
                <a:lnTo>
                  <a:pt x="953128" y="1133533"/>
                </a:lnTo>
                <a:lnTo>
                  <a:pt x="907674" y="1151992"/>
                </a:lnTo>
                <a:lnTo>
                  <a:pt x="857954" y="1167623"/>
                </a:lnTo>
                <a:lnTo>
                  <a:pt x="805405" y="1180405"/>
                </a:lnTo>
                <a:lnTo>
                  <a:pt x="848010" y="1201713"/>
                </a:lnTo>
                <a:lnTo>
                  <a:pt x="892044" y="1227278"/>
                </a:lnTo>
                <a:lnTo>
                  <a:pt x="958804" y="1267054"/>
                </a:lnTo>
                <a:lnTo>
                  <a:pt x="992904" y="1285514"/>
                </a:lnTo>
                <a:lnTo>
                  <a:pt x="1026994" y="1301144"/>
                </a:lnTo>
                <a:lnTo>
                  <a:pt x="1062503" y="1315346"/>
                </a:lnTo>
                <a:lnTo>
                  <a:pt x="1098012" y="1326710"/>
                </a:lnTo>
                <a:lnTo>
                  <a:pt x="1136369" y="1333815"/>
                </a:lnTo>
                <a:lnTo>
                  <a:pt x="1154829" y="1335234"/>
                </a:lnTo>
                <a:lnTo>
                  <a:pt x="1171878" y="1335234"/>
                </a:lnTo>
                <a:lnTo>
                  <a:pt x="1194605" y="1333815"/>
                </a:lnTo>
                <a:lnTo>
                  <a:pt x="1214493" y="1326710"/>
                </a:lnTo>
                <a:lnTo>
                  <a:pt x="1231533" y="1319613"/>
                </a:lnTo>
                <a:lnTo>
                  <a:pt x="1250002" y="1309669"/>
                </a:lnTo>
                <a:lnTo>
                  <a:pt x="1265623" y="1296877"/>
                </a:lnTo>
                <a:lnTo>
                  <a:pt x="1279835" y="1284095"/>
                </a:lnTo>
                <a:lnTo>
                  <a:pt x="1294036" y="1269893"/>
                </a:lnTo>
                <a:lnTo>
                  <a:pt x="1305400" y="1252843"/>
                </a:lnTo>
                <a:lnTo>
                  <a:pt x="1315344" y="1237222"/>
                </a:lnTo>
                <a:lnTo>
                  <a:pt x="1325288" y="1220172"/>
                </a:lnTo>
                <a:lnTo>
                  <a:pt x="1340909" y="1186082"/>
                </a:lnTo>
                <a:lnTo>
                  <a:pt x="1353701" y="1153412"/>
                </a:lnTo>
                <a:lnTo>
                  <a:pt x="1362216" y="1127846"/>
                </a:lnTo>
                <a:lnTo>
                  <a:pt x="1365055" y="1113645"/>
                </a:lnTo>
                <a:lnTo>
                  <a:pt x="1369322" y="1096595"/>
                </a:lnTo>
                <a:lnTo>
                  <a:pt x="1372160" y="1088070"/>
                </a:lnTo>
                <a:lnTo>
                  <a:pt x="1374999" y="1079555"/>
                </a:lnTo>
                <a:lnTo>
                  <a:pt x="1379266" y="1073868"/>
                </a:lnTo>
                <a:lnTo>
                  <a:pt x="1384943" y="1068191"/>
                </a:lnTo>
                <a:lnTo>
                  <a:pt x="1394887" y="1053980"/>
                </a:lnTo>
                <a:lnTo>
                  <a:pt x="1407670" y="1039778"/>
                </a:lnTo>
                <a:lnTo>
                  <a:pt x="1419033" y="1028415"/>
                </a:lnTo>
                <a:lnTo>
                  <a:pt x="1433244" y="1017052"/>
                </a:lnTo>
                <a:lnTo>
                  <a:pt x="1447446" y="1004269"/>
                </a:lnTo>
                <a:lnTo>
                  <a:pt x="1461648" y="994325"/>
                </a:lnTo>
                <a:lnTo>
                  <a:pt x="1494318" y="977275"/>
                </a:lnTo>
                <a:lnTo>
                  <a:pt x="1531256" y="960235"/>
                </a:lnTo>
                <a:lnTo>
                  <a:pt x="1568185" y="950291"/>
                </a:lnTo>
                <a:lnTo>
                  <a:pt x="1610800" y="944604"/>
                </a:lnTo>
                <a:lnTo>
                  <a:pt x="1651995" y="943185"/>
                </a:lnTo>
                <a:lnTo>
                  <a:pt x="1681818" y="943185"/>
                </a:lnTo>
                <a:lnTo>
                  <a:pt x="1711650" y="947452"/>
                </a:lnTo>
                <a:lnTo>
                  <a:pt x="1740063" y="953129"/>
                </a:lnTo>
                <a:lnTo>
                  <a:pt x="1767047" y="958816"/>
                </a:lnTo>
                <a:lnTo>
                  <a:pt x="1794041" y="968760"/>
                </a:lnTo>
                <a:lnTo>
                  <a:pt x="1818187" y="980123"/>
                </a:lnTo>
                <a:lnTo>
                  <a:pt x="1840914" y="992906"/>
                </a:lnTo>
                <a:lnTo>
                  <a:pt x="1860802" y="1008527"/>
                </a:lnTo>
                <a:lnTo>
                  <a:pt x="1880690" y="1024157"/>
                </a:lnTo>
                <a:lnTo>
                  <a:pt x="1899150" y="1042617"/>
                </a:lnTo>
                <a:lnTo>
                  <a:pt x="1913361" y="1059666"/>
                </a:lnTo>
                <a:lnTo>
                  <a:pt x="1924724" y="1079555"/>
                </a:lnTo>
                <a:lnTo>
                  <a:pt x="1934668" y="1100862"/>
                </a:lnTo>
                <a:lnTo>
                  <a:pt x="1943184" y="1122160"/>
                </a:lnTo>
                <a:lnTo>
                  <a:pt x="1947451" y="1146315"/>
                </a:lnTo>
                <a:lnTo>
                  <a:pt x="1948870" y="1167623"/>
                </a:lnTo>
                <a:lnTo>
                  <a:pt x="1947451" y="1191769"/>
                </a:lnTo>
                <a:lnTo>
                  <a:pt x="1943184" y="1213076"/>
                </a:lnTo>
                <a:lnTo>
                  <a:pt x="1934668" y="1235803"/>
                </a:lnTo>
                <a:lnTo>
                  <a:pt x="1924724" y="1255691"/>
                </a:lnTo>
                <a:lnTo>
                  <a:pt x="1913361" y="1275579"/>
                </a:lnTo>
                <a:lnTo>
                  <a:pt x="1899150" y="1295458"/>
                </a:lnTo>
                <a:lnTo>
                  <a:pt x="1880690" y="1311089"/>
                </a:lnTo>
                <a:lnTo>
                  <a:pt x="1860802" y="1329558"/>
                </a:lnTo>
                <a:lnTo>
                  <a:pt x="1840914" y="1343759"/>
                </a:lnTo>
                <a:lnTo>
                  <a:pt x="1818187" y="1355123"/>
                </a:lnTo>
                <a:lnTo>
                  <a:pt x="1794041" y="1366486"/>
                </a:lnTo>
                <a:lnTo>
                  <a:pt x="1767047" y="1376430"/>
                </a:lnTo>
                <a:lnTo>
                  <a:pt x="1740063" y="1384955"/>
                </a:lnTo>
                <a:lnTo>
                  <a:pt x="1711650" y="1390632"/>
                </a:lnTo>
                <a:lnTo>
                  <a:pt x="1681818" y="1393470"/>
                </a:lnTo>
                <a:lnTo>
                  <a:pt x="1651995" y="1394890"/>
                </a:lnTo>
                <a:lnTo>
                  <a:pt x="1627840" y="1393470"/>
                </a:lnTo>
                <a:lnTo>
                  <a:pt x="1605113" y="1390632"/>
                </a:lnTo>
                <a:lnTo>
                  <a:pt x="1576710" y="1434666"/>
                </a:lnTo>
                <a:lnTo>
                  <a:pt x="1561079" y="1457393"/>
                </a:lnTo>
                <a:lnTo>
                  <a:pt x="1542620" y="1480119"/>
                </a:lnTo>
                <a:lnTo>
                  <a:pt x="1522731" y="1502846"/>
                </a:lnTo>
                <a:lnTo>
                  <a:pt x="1501424" y="1527001"/>
                </a:lnTo>
                <a:lnTo>
                  <a:pt x="1477278" y="1548299"/>
                </a:lnTo>
                <a:lnTo>
                  <a:pt x="1451704" y="1568188"/>
                </a:lnTo>
                <a:lnTo>
                  <a:pt x="1421881" y="1588076"/>
                </a:lnTo>
                <a:lnTo>
                  <a:pt x="1392049" y="1606545"/>
                </a:lnTo>
                <a:lnTo>
                  <a:pt x="1359378" y="1623585"/>
                </a:lnTo>
                <a:lnTo>
                  <a:pt x="1323869" y="1637796"/>
                </a:lnTo>
                <a:lnTo>
                  <a:pt x="1285512" y="1650579"/>
                </a:lnTo>
                <a:lnTo>
                  <a:pt x="1245745" y="1660523"/>
                </a:lnTo>
                <a:lnTo>
                  <a:pt x="1204549" y="1667619"/>
                </a:lnTo>
                <a:lnTo>
                  <a:pt x="1159096" y="1671886"/>
                </a:lnTo>
                <a:lnTo>
                  <a:pt x="1134950" y="1671886"/>
                </a:lnTo>
                <a:lnTo>
                  <a:pt x="1112223" y="1670467"/>
                </a:lnTo>
                <a:lnTo>
                  <a:pt x="1065341" y="1666200"/>
                </a:lnTo>
                <a:lnTo>
                  <a:pt x="1017050" y="1656256"/>
                </a:lnTo>
                <a:lnTo>
                  <a:pt x="971597" y="1646312"/>
                </a:lnTo>
                <a:lnTo>
                  <a:pt x="995742" y="1813933"/>
                </a:lnTo>
                <a:lnTo>
                  <a:pt x="1017050" y="1965923"/>
                </a:lnTo>
                <a:lnTo>
                  <a:pt x="1036938" y="2126429"/>
                </a:lnTo>
                <a:lnTo>
                  <a:pt x="1036938" y="2133535"/>
                </a:lnTo>
                <a:lnTo>
                  <a:pt x="1036938" y="2142060"/>
                </a:lnTo>
                <a:lnTo>
                  <a:pt x="1035509" y="2149156"/>
                </a:lnTo>
                <a:lnTo>
                  <a:pt x="1031252" y="2156261"/>
                </a:lnTo>
                <a:lnTo>
                  <a:pt x="1025575" y="2161948"/>
                </a:lnTo>
                <a:lnTo>
                  <a:pt x="1018469" y="2167625"/>
                </a:lnTo>
                <a:lnTo>
                  <a:pt x="1011363" y="2171882"/>
                </a:lnTo>
                <a:lnTo>
                  <a:pt x="1002839" y="2173311"/>
                </a:lnTo>
                <a:lnTo>
                  <a:pt x="968749" y="2181827"/>
                </a:lnTo>
                <a:lnTo>
                  <a:pt x="887786" y="2193190"/>
                </a:lnTo>
                <a:lnTo>
                  <a:pt x="833808" y="2201715"/>
                </a:lnTo>
                <a:lnTo>
                  <a:pt x="772734" y="2207401"/>
                </a:lnTo>
                <a:lnTo>
                  <a:pt x="705964" y="2211659"/>
                </a:lnTo>
                <a:lnTo>
                  <a:pt x="639203" y="2213078"/>
                </a:lnTo>
                <a:lnTo>
                  <a:pt x="596588" y="2213078"/>
                </a:lnTo>
                <a:lnTo>
                  <a:pt x="556821" y="2211659"/>
                </a:lnTo>
                <a:lnTo>
                  <a:pt x="519883" y="2207401"/>
                </a:lnTo>
                <a:lnTo>
                  <a:pt x="482955" y="2203134"/>
                </a:lnTo>
                <a:lnTo>
                  <a:pt x="447446" y="2197457"/>
                </a:lnTo>
                <a:lnTo>
                  <a:pt x="416194" y="2190351"/>
                </a:lnTo>
                <a:lnTo>
                  <a:pt x="386362" y="2181827"/>
                </a:lnTo>
                <a:lnTo>
                  <a:pt x="356530" y="2171882"/>
                </a:lnTo>
                <a:lnTo>
                  <a:pt x="349434" y="2170463"/>
                </a:lnTo>
                <a:lnTo>
                  <a:pt x="343747" y="2166205"/>
                </a:lnTo>
                <a:lnTo>
                  <a:pt x="333803" y="2153423"/>
                </a:lnTo>
                <a:lnTo>
                  <a:pt x="329546" y="2142060"/>
                </a:lnTo>
                <a:lnTo>
                  <a:pt x="328126" y="2133535"/>
                </a:lnTo>
                <a:lnTo>
                  <a:pt x="328126" y="2127848"/>
                </a:lnTo>
                <a:lnTo>
                  <a:pt x="329546" y="2107970"/>
                </a:lnTo>
                <a:lnTo>
                  <a:pt x="298294" y="2099445"/>
                </a:lnTo>
                <a:lnTo>
                  <a:pt x="267043" y="2089501"/>
                </a:lnTo>
                <a:lnTo>
                  <a:pt x="235791" y="2078137"/>
                </a:lnTo>
                <a:lnTo>
                  <a:pt x="208807" y="2066774"/>
                </a:lnTo>
                <a:lnTo>
                  <a:pt x="183242" y="2052563"/>
                </a:lnTo>
                <a:lnTo>
                  <a:pt x="156248" y="2036942"/>
                </a:lnTo>
                <a:lnTo>
                  <a:pt x="134941" y="2018473"/>
                </a:lnTo>
                <a:lnTo>
                  <a:pt x="113633" y="2000013"/>
                </a:lnTo>
                <a:lnTo>
                  <a:pt x="93754" y="1980125"/>
                </a:lnTo>
                <a:lnTo>
                  <a:pt x="75286" y="1958818"/>
                </a:lnTo>
                <a:lnTo>
                  <a:pt x="59655" y="1934672"/>
                </a:lnTo>
                <a:lnTo>
                  <a:pt x="45453" y="1910526"/>
                </a:lnTo>
                <a:lnTo>
                  <a:pt x="31251" y="1884951"/>
                </a:lnTo>
                <a:lnTo>
                  <a:pt x="21307" y="1859386"/>
                </a:lnTo>
                <a:lnTo>
                  <a:pt x="12783" y="1830973"/>
                </a:lnTo>
                <a:lnTo>
                  <a:pt x="7106" y="1801150"/>
                </a:lnTo>
                <a:lnTo>
                  <a:pt x="2838" y="1775575"/>
                </a:lnTo>
                <a:lnTo>
                  <a:pt x="0" y="1747172"/>
                </a:lnTo>
                <a:lnTo>
                  <a:pt x="0" y="1720178"/>
                </a:lnTo>
                <a:lnTo>
                  <a:pt x="0" y="1691774"/>
                </a:lnTo>
                <a:lnTo>
                  <a:pt x="1419" y="1663361"/>
                </a:lnTo>
                <a:lnTo>
                  <a:pt x="5686" y="1636368"/>
                </a:lnTo>
                <a:lnTo>
                  <a:pt x="9944" y="1607964"/>
                </a:lnTo>
                <a:lnTo>
                  <a:pt x="17050" y="1579551"/>
                </a:lnTo>
                <a:lnTo>
                  <a:pt x="25565" y="1553986"/>
                </a:lnTo>
                <a:lnTo>
                  <a:pt x="32671" y="1527001"/>
                </a:lnTo>
                <a:lnTo>
                  <a:pt x="45453" y="1500008"/>
                </a:lnTo>
                <a:lnTo>
                  <a:pt x="56817" y="1474442"/>
                </a:lnTo>
                <a:lnTo>
                  <a:pt x="71018" y="1450297"/>
                </a:lnTo>
                <a:lnTo>
                  <a:pt x="85230" y="1424722"/>
                </a:lnTo>
                <a:lnTo>
                  <a:pt x="100851" y="1400576"/>
                </a:lnTo>
                <a:lnTo>
                  <a:pt x="119320" y="1379269"/>
                </a:lnTo>
                <a:lnTo>
                  <a:pt x="150571" y="1340911"/>
                </a:lnTo>
                <a:lnTo>
                  <a:pt x="184661" y="1309669"/>
                </a:lnTo>
                <a:lnTo>
                  <a:pt x="223009" y="1276999"/>
                </a:lnTo>
                <a:lnTo>
                  <a:pt x="259946" y="1251424"/>
                </a:lnTo>
                <a:lnTo>
                  <a:pt x="299713" y="1227278"/>
                </a:lnTo>
                <a:lnTo>
                  <a:pt x="343747" y="1207390"/>
                </a:lnTo>
                <a:lnTo>
                  <a:pt x="387781" y="1190350"/>
                </a:lnTo>
                <a:lnTo>
                  <a:pt x="431815" y="1177567"/>
                </a:lnTo>
                <a:lnTo>
                  <a:pt x="383524" y="1166204"/>
                </a:lnTo>
                <a:lnTo>
                  <a:pt x="338070" y="1151992"/>
                </a:lnTo>
                <a:lnTo>
                  <a:pt x="296875" y="1133533"/>
                </a:lnTo>
                <a:lnTo>
                  <a:pt x="255679" y="1113645"/>
                </a:lnTo>
                <a:lnTo>
                  <a:pt x="218751" y="1092337"/>
                </a:lnTo>
                <a:lnTo>
                  <a:pt x="184661" y="1066763"/>
                </a:lnTo>
                <a:lnTo>
                  <a:pt x="154829" y="1038359"/>
                </a:lnTo>
                <a:lnTo>
                  <a:pt x="126425" y="1008527"/>
                </a:lnTo>
                <a:lnTo>
                  <a:pt x="100851" y="974437"/>
                </a:lnTo>
                <a:lnTo>
                  <a:pt x="79543" y="940347"/>
                </a:lnTo>
                <a:lnTo>
                  <a:pt x="61084" y="903418"/>
                </a:lnTo>
                <a:lnTo>
                  <a:pt x="46872" y="863642"/>
                </a:lnTo>
                <a:lnTo>
                  <a:pt x="35509" y="821027"/>
                </a:lnTo>
                <a:lnTo>
                  <a:pt x="25565" y="776993"/>
                </a:lnTo>
                <a:lnTo>
                  <a:pt x="21307" y="731540"/>
                </a:lnTo>
                <a:lnTo>
                  <a:pt x="19888" y="681819"/>
                </a:lnTo>
                <a:lnTo>
                  <a:pt x="19888" y="650567"/>
                </a:lnTo>
                <a:lnTo>
                  <a:pt x="21307" y="617897"/>
                </a:lnTo>
                <a:lnTo>
                  <a:pt x="25565" y="588074"/>
                </a:lnTo>
                <a:lnTo>
                  <a:pt x="29832" y="556822"/>
                </a:lnTo>
                <a:lnTo>
                  <a:pt x="36928" y="524152"/>
                </a:lnTo>
                <a:lnTo>
                  <a:pt x="44034" y="494319"/>
                </a:lnTo>
                <a:lnTo>
                  <a:pt x="53978" y="463068"/>
                </a:lnTo>
                <a:lnTo>
                  <a:pt x="63922" y="433245"/>
                </a:lnTo>
                <a:lnTo>
                  <a:pt x="73866" y="404832"/>
                </a:lnTo>
                <a:lnTo>
                  <a:pt x="86649" y="374999"/>
                </a:lnTo>
                <a:lnTo>
                  <a:pt x="100851" y="346596"/>
                </a:lnTo>
                <a:lnTo>
                  <a:pt x="115052" y="319602"/>
                </a:lnTo>
                <a:lnTo>
                  <a:pt x="130683" y="291198"/>
                </a:lnTo>
                <a:lnTo>
                  <a:pt x="149152" y="265624"/>
                </a:lnTo>
                <a:lnTo>
                  <a:pt x="166192" y="240059"/>
                </a:lnTo>
                <a:lnTo>
                  <a:pt x="186080" y="215913"/>
                </a:lnTo>
                <a:lnTo>
                  <a:pt x="208807" y="190338"/>
                </a:lnTo>
                <a:lnTo>
                  <a:pt x="230114" y="166192"/>
                </a:lnTo>
                <a:lnTo>
                  <a:pt x="254260" y="143466"/>
                </a:lnTo>
                <a:lnTo>
                  <a:pt x="279835" y="122158"/>
                </a:lnTo>
                <a:lnTo>
                  <a:pt x="306819" y="103699"/>
                </a:lnTo>
                <a:lnTo>
                  <a:pt x="332384" y="86649"/>
                </a:lnTo>
                <a:lnTo>
                  <a:pt x="359378" y="71018"/>
                </a:lnTo>
                <a:lnTo>
                  <a:pt x="386362" y="56817"/>
                </a:lnTo>
                <a:lnTo>
                  <a:pt x="416194" y="42615"/>
                </a:lnTo>
                <a:lnTo>
                  <a:pt x="443179" y="29832"/>
                </a:lnTo>
                <a:lnTo>
                  <a:pt x="473011" y="22727"/>
                </a:lnTo>
                <a:lnTo>
                  <a:pt x="502843" y="14202"/>
                </a:lnTo>
                <a:lnTo>
                  <a:pt x="535514" y="8525"/>
                </a:lnTo>
                <a:lnTo>
                  <a:pt x="565346" y="2838"/>
                </a:lnTo>
                <a:close/>
              </a:path>
            </a:pathLst>
          </a:custGeom>
          <a:solidFill>
            <a:srgbClr val="015890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2315701" y="3139397"/>
            <a:ext cx="2533447" cy="1779944"/>
          </a:xfrm>
          <a:custGeom>
            <a:avLst/>
            <a:gdLst>
              <a:gd name="connsiteX0" fmla="*/ 2192567 w 2533447"/>
              <a:gd name="connsiteY0" fmla="*/ 1432187 h 1779944"/>
              <a:gd name="connsiteX1" fmla="*/ 2192567 w 2533447"/>
              <a:gd name="connsiteY1" fmla="*/ 1432187 h 1779944"/>
              <a:gd name="connsiteX2" fmla="*/ 2224828 w 2533447"/>
              <a:gd name="connsiteY2" fmla="*/ 1409812 h 1779944"/>
              <a:gd name="connsiteX3" fmla="*/ 2224828 w 2533447"/>
              <a:gd name="connsiteY3" fmla="*/ 1409812 h 1779944"/>
              <a:gd name="connsiteX4" fmla="*/ 2257613 w 2533447"/>
              <a:gd name="connsiteY4" fmla="*/ 1384743 h 1779944"/>
              <a:gd name="connsiteX5" fmla="*/ 2289884 w 2533447"/>
              <a:gd name="connsiteY5" fmla="*/ 1357892 h 1779944"/>
              <a:gd name="connsiteX6" fmla="*/ 2289884 w 2533447"/>
              <a:gd name="connsiteY6" fmla="*/ 1357892 h 1779944"/>
              <a:gd name="connsiteX7" fmla="*/ 2319030 w 2533447"/>
              <a:gd name="connsiteY7" fmla="*/ 1332384 h 1779944"/>
              <a:gd name="connsiteX8" fmla="*/ 2346091 w 2533447"/>
              <a:gd name="connsiteY8" fmla="*/ 1305533 h 1779944"/>
              <a:gd name="connsiteX9" fmla="*/ 2346091 w 2533447"/>
              <a:gd name="connsiteY9" fmla="*/ 1305533 h 1779944"/>
              <a:gd name="connsiteX10" fmla="*/ 2351815 w 2533447"/>
              <a:gd name="connsiteY10" fmla="*/ 1298818 h 1779944"/>
              <a:gd name="connsiteX11" fmla="*/ 2351815 w 2533447"/>
              <a:gd name="connsiteY11" fmla="*/ 1298818 h 1779944"/>
              <a:gd name="connsiteX12" fmla="*/ 2359626 w 2533447"/>
              <a:gd name="connsiteY12" fmla="*/ 1291207 h 1779944"/>
              <a:gd name="connsiteX13" fmla="*/ 2359626 w 2533447"/>
              <a:gd name="connsiteY13" fmla="*/ 1291207 h 1779944"/>
              <a:gd name="connsiteX14" fmla="*/ 2373151 w 2533447"/>
              <a:gd name="connsiteY14" fmla="*/ 1274643 h 1779944"/>
              <a:gd name="connsiteX15" fmla="*/ 2387724 w 2533447"/>
              <a:gd name="connsiteY15" fmla="*/ 1257641 h 1779944"/>
              <a:gd name="connsiteX16" fmla="*/ 2387724 w 2533447"/>
              <a:gd name="connsiteY16" fmla="*/ 1257641 h 1779944"/>
              <a:gd name="connsiteX17" fmla="*/ 2410099 w 2533447"/>
              <a:gd name="connsiteY17" fmla="*/ 1227657 h 1779944"/>
              <a:gd name="connsiteX18" fmla="*/ 2431444 w 2533447"/>
              <a:gd name="connsiteY18" fmla="*/ 1197672 h 1779944"/>
              <a:gd name="connsiteX19" fmla="*/ 2431444 w 2533447"/>
              <a:gd name="connsiteY19" fmla="*/ 1197672 h 1779944"/>
              <a:gd name="connsiteX20" fmla="*/ 2451732 w 2533447"/>
              <a:gd name="connsiteY20" fmla="*/ 1165887 h 1779944"/>
              <a:gd name="connsiteX21" fmla="*/ 2451732 w 2533447"/>
              <a:gd name="connsiteY21" fmla="*/ 1165887 h 1779944"/>
              <a:gd name="connsiteX22" fmla="*/ 2460581 w 2533447"/>
              <a:gd name="connsiteY22" fmla="*/ 1149333 h 1779944"/>
              <a:gd name="connsiteX23" fmla="*/ 2460581 w 2533447"/>
              <a:gd name="connsiteY23" fmla="*/ 1149333 h 1779944"/>
              <a:gd name="connsiteX24" fmla="*/ 2464743 w 2533447"/>
              <a:gd name="connsiteY24" fmla="*/ 1142618 h 1779944"/>
              <a:gd name="connsiteX25" fmla="*/ 2464743 w 2533447"/>
              <a:gd name="connsiteY25" fmla="*/ 1142618 h 1779944"/>
              <a:gd name="connsiteX26" fmla="*/ 2473078 w 2533447"/>
              <a:gd name="connsiteY26" fmla="*/ 1124272 h 1779944"/>
              <a:gd name="connsiteX27" fmla="*/ 2480879 w 2533447"/>
              <a:gd name="connsiteY27" fmla="*/ 1105918 h 1779944"/>
              <a:gd name="connsiteX28" fmla="*/ 2488689 w 2533447"/>
              <a:gd name="connsiteY28" fmla="*/ 1087573 h 1779944"/>
              <a:gd name="connsiteX29" fmla="*/ 2495452 w 2533447"/>
              <a:gd name="connsiteY29" fmla="*/ 1069218 h 1779944"/>
              <a:gd name="connsiteX30" fmla="*/ 2507939 w 2533447"/>
              <a:gd name="connsiteY30" fmla="*/ 1031623 h 1779944"/>
              <a:gd name="connsiteX31" fmla="*/ 2517836 w 2533447"/>
              <a:gd name="connsiteY31" fmla="*/ 994028 h 1779944"/>
              <a:gd name="connsiteX32" fmla="*/ 2517836 w 2533447"/>
              <a:gd name="connsiteY32" fmla="*/ 994028 h 1779944"/>
              <a:gd name="connsiteX33" fmla="*/ 2522512 w 2533447"/>
              <a:gd name="connsiteY33" fmla="*/ 974787 h 1779944"/>
              <a:gd name="connsiteX34" fmla="*/ 2522512 w 2533447"/>
              <a:gd name="connsiteY34" fmla="*/ 974787 h 1779944"/>
              <a:gd name="connsiteX35" fmla="*/ 2523560 w 2533447"/>
              <a:gd name="connsiteY35" fmla="*/ 967177 h 1779944"/>
              <a:gd name="connsiteX36" fmla="*/ 2523560 w 2533447"/>
              <a:gd name="connsiteY36" fmla="*/ 967177 h 1779944"/>
              <a:gd name="connsiteX37" fmla="*/ 2528761 w 2533447"/>
              <a:gd name="connsiteY37" fmla="*/ 933611 h 1779944"/>
              <a:gd name="connsiteX38" fmla="*/ 2528761 w 2533447"/>
              <a:gd name="connsiteY38" fmla="*/ 933611 h 1779944"/>
              <a:gd name="connsiteX39" fmla="*/ 2531361 w 2533447"/>
              <a:gd name="connsiteY39" fmla="*/ 911227 h 1779944"/>
              <a:gd name="connsiteX40" fmla="*/ 2532399 w 2533447"/>
              <a:gd name="connsiteY40" fmla="*/ 888853 h 1779944"/>
              <a:gd name="connsiteX41" fmla="*/ 2533447 w 2533447"/>
              <a:gd name="connsiteY41" fmla="*/ 866031 h 1779944"/>
              <a:gd name="connsiteX42" fmla="*/ 2533447 w 2533447"/>
              <a:gd name="connsiteY42" fmla="*/ 843647 h 1779944"/>
              <a:gd name="connsiteX43" fmla="*/ 2533447 w 2533447"/>
              <a:gd name="connsiteY43" fmla="*/ 843647 h 1779944"/>
              <a:gd name="connsiteX44" fmla="*/ 2532399 w 2533447"/>
              <a:gd name="connsiteY44" fmla="*/ 808290 h 1779944"/>
              <a:gd name="connsiteX45" fmla="*/ 2530323 w 2533447"/>
              <a:gd name="connsiteY45" fmla="*/ 773381 h 1779944"/>
              <a:gd name="connsiteX46" fmla="*/ 2530323 w 2533447"/>
              <a:gd name="connsiteY46" fmla="*/ 773381 h 1779944"/>
              <a:gd name="connsiteX47" fmla="*/ 2529799 w 2533447"/>
              <a:gd name="connsiteY47" fmla="*/ 766666 h 1779944"/>
              <a:gd name="connsiteX48" fmla="*/ 2529799 w 2533447"/>
              <a:gd name="connsiteY48" fmla="*/ 766666 h 1779944"/>
              <a:gd name="connsiteX49" fmla="*/ 2528761 w 2533447"/>
              <a:gd name="connsiteY49" fmla="*/ 758160 h 1779944"/>
              <a:gd name="connsiteX50" fmla="*/ 2528761 w 2533447"/>
              <a:gd name="connsiteY50" fmla="*/ 758160 h 1779944"/>
              <a:gd name="connsiteX51" fmla="*/ 2522512 w 2533447"/>
              <a:gd name="connsiteY51" fmla="*/ 729071 h 1779944"/>
              <a:gd name="connsiteX52" fmla="*/ 2522512 w 2533447"/>
              <a:gd name="connsiteY52" fmla="*/ 729071 h 1779944"/>
              <a:gd name="connsiteX53" fmla="*/ 2520950 w 2533447"/>
              <a:gd name="connsiteY53" fmla="*/ 720118 h 1779944"/>
              <a:gd name="connsiteX54" fmla="*/ 2520950 w 2533447"/>
              <a:gd name="connsiteY54" fmla="*/ 720118 h 1779944"/>
              <a:gd name="connsiteX55" fmla="*/ 2512111 w 2533447"/>
              <a:gd name="connsiteY55" fmla="*/ 686552 h 1779944"/>
              <a:gd name="connsiteX56" fmla="*/ 2502215 w 2533447"/>
              <a:gd name="connsiteY56" fmla="*/ 652986 h 1779944"/>
              <a:gd name="connsiteX57" fmla="*/ 2489727 w 2533447"/>
              <a:gd name="connsiteY57" fmla="*/ 620762 h 1779944"/>
              <a:gd name="connsiteX58" fmla="*/ 2476192 w 2533447"/>
              <a:gd name="connsiteY58" fmla="*/ 588987 h 1779944"/>
              <a:gd name="connsiteX59" fmla="*/ 2476192 w 2533447"/>
              <a:gd name="connsiteY59" fmla="*/ 588987 h 1779944"/>
              <a:gd name="connsiteX60" fmla="*/ 2469430 w 2533447"/>
              <a:gd name="connsiteY60" fmla="*/ 573766 h 1779944"/>
              <a:gd name="connsiteX61" fmla="*/ 2469430 w 2533447"/>
              <a:gd name="connsiteY61" fmla="*/ 573766 h 1779944"/>
              <a:gd name="connsiteX62" fmla="*/ 2452780 w 2533447"/>
              <a:gd name="connsiteY62" fmla="*/ 543782 h 1779944"/>
              <a:gd name="connsiteX63" fmla="*/ 2452780 w 2533447"/>
              <a:gd name="connsiteY63" fmla="*/ 543782 h 1779944"/>
              <a:gd name="connsiteX64" fmla="*/ 2433520 w 2533447"/>
              <a:gd name="connsiteY64" fmla="*/ 512006 h 1779944"/>
              <a:gd name="connsiteX65" fmla="*/ 2412184 w 2533447"/>
              <a:gd name="connsiteY65" fmla="*/ 480231 h 1779944"/>
              <a:gd name="connsiteX66" fmla="*/ 2412184 w 2533447"/>
              <a:gd name="connsiteY66" fmla="*/ 480231 h 1779944"/>
              <a:gd name="connsiteX67" fmla="*/ 2391887 w 2533447"/>
              <a:gd name="connsiteY67" fmla="*/ 452037 h 1779944"/>
              <a:gd name="connsiteX68" fmla="*/ 2369513 w 2533447"/>
              <a:gd name="connsiteY68" fmla="*/ 424291 h 1779944"/>
              <a:gd name="connsiteX69" fmla="*/ 2369513 w 2533447"/>
              <a:gd name="connsiteY69" fmla="*/ 424291 h 1779944"/>
              <a:gd name="connsiteX70" fmla="*/ 2364302 w 2533447"/>
              <a:gd name="connsiteY70" fmla="*/ 418471 h 1779944"/>
              <a:gd name="connsiteX71" fmla="*/ 2364302 w 2533447"/>
              <a:gd name="connsiteY71" fmla="*/ 418471 h 1779944"/>
              <a:gd name="connsiteX72" fmla="*/ 2358578 w 2533447"/>
              <a:gd name="connsiteY72" fmla="*/ 410860 h 1779944"/>
              <a:gd name="connsiteX73" fmla="*/ 2358578 w 2533447"/>
              <a:gd name="connsiteY73" fmla="*/ 410860 h 1779944"/>
              <a:gd name="connsiteX74" fmla="*/ 2344005 w 2533447"/>
              <a:gd name="connsiteY74" fmla="*/ 396087 h 1779944"/>
              <a:gd name="connsiteX75" fmla="*/ 2328393 w 2533447"/>
              <a:gd name="connsiteY75" fmla="*/ 379980 h 1779944"/>
              <a:gd name="connsiteX76" fmla="*/ 2328393 w 2533447"/>
              <a:gd name="connsiteY76" fmla="*/ 379980 h 1779944"/>
              <a:gd name="connsiteX77" fmla="*/ 2301333 w 2533447"/>
              <a:gd name="connsiteY77" fmla="*/ 353120 h 1779944"/>
              <a:gd name="connsiteX78" fmla="*/ 2272186 w 2533447"/>
              <a:gd name="connsiteY78" fmla="*/ 327612 h 1779944"/>
              <a:gd name="connsiteX79" fmla="*/ 2242002 w 2533447"/>
              <a:gd name="connsiteY79" fmla="*/ 301656 h 1779944"/>
              <a:gd name="connsiteX80" fmla="*/ 2211302 w 2533447"/>
              <a:gd name="connsiteY80" fmla="*/ 277482 h 1779944"/>
              <a:gd name="connsiteX81" fmla="*/ 2211302 w 2533447"/>
              <a:gd name="connsiteY81" fmla="*/ 277482 h 1779944"/>
              <a:gd name="connsiteX82" fmla="*/ 2195691 w 2533447"/>
              <a:gd name="connsiteY82" fmla="*/ 265404 h 1779944"/>
              <a:gd name="connsiteX83" fmla="*/ 2180070 w 2533447"/>
              <a:gd name="connsiteY83" fmla="*/ 254660 h 1779944"/>
              <a:gd name="connsiteX84" fmla="*/ 2180070 w 2533447"/>
              <a:gd name="connsiteY84" fmla="*/ 254660 h 1779944"/>
              <a:gd name="connsiteX85" fmla="*/ 2179032 w 2533447"/>
              <a:gd name="connsiteY85" fmla="*/ 253765 h 1779944"/>
              <a:gd name="connsiteX86" fmla="*/ 2179032 w 2533447"/>
              <a:gd name="connsiteY86" fmla="*/ 253765 h 1779944"/>
              <a:gd name="connsiteX87" fmla="*/ 2163420 w 2533447"/>
              <a:gd name="connsiteY87" fmla="*/ 243021 h 1779944"/>
              <a:gd name="connsiteX88" fmla="*/ 2163420 w 2533447"/>
              <a:gd name="connsiteY88" fmla="*/ 243021 h 1779944"/>
              <a:gd name="connsiteX89" fmla="*/ 2126473 w 2533447"/>
              <a:gd name="connsiteY89" fmla="*/ 220646 h 1779944"/>
              <a:gd name="connsiteX90" fmla="*/ 2089516 w 2533447"/>
              <a:gd name="connsiteY90" fmla="*/ 197824 h 1779944"/>
              <a:gd name="connsiteX91" fmla="*/ 2089516 w 2533447"/>
              <a:gd name="connsiteY91" fmla="*/ 197824 h 1779944"/>
              <a:gd name="connsiteX92" fmla="*/ 2051530 w 2533447"/>
              <a:gd name="connsiteY92" fmla="*/ 177679 h 1779944"/>
              <a:gd name="connsiteX93" fmla="*/ 2013021 w 2533447"/>
              <a:gd name="connsiteY93" fmla="*/ 158886 h 1779944"/>
              <a:gd name="connsiteX94" fmla="*/ 1973987 w 2533447"/>
              <a:gd name="connsiteY94" fmla="*/ 140084 h 1779944"/>
              <a:gd name="connsiteX95" fmla="*/ 1934430 w 2533447"/>
              <a:gd name="connsiteY95" fmla="*/ 122634 h 1779944"/>
              <a:gd name="connsiteX96" fmla="*/ 1934430 w 2533447"/>
              <a:gd name="connsiteY96" fmla="*/ 122634 h 1779944"/>
              <a:gd name="connsiteX97" fmla="*/ 1897483 w 2533447"/>
              <a:gd name="connsiteY97" fmla="*/ 107861 h 1779944"/>
              <a:gd name="connsiteX98" fmla="*/ 1897483 w 2533447"/>
              <a:gd name="connsiteY98" fmla="*/ 107861 h 1779944"/>
              <a:gd name="connsiteX99" fmla="*/ 1892272 w 2533447"/>
              <a:gd name="connsiteY99" fmla="*/ 106070 h 1779944"/>
              <a:gd name="connsiteX100" fmla="*/ 1892272 w 2533447"/>
              <a:gd name="connsiteY100" fmla="*/ 106070 h 1779944"/>
              <a:gd name="connsiteX101" fmla="*/ 1873022 w 2533447"/>
              <a:gd name="connsiteY101" fmla="*/ 98460 h 1779944"/>
              <a:gd name="connsiteX102" fmla="*/ 1873022 w 2533447"/>
              <a:gd name="connsiteY102" fmla="*/ 98460 h 1779944"/>
              <a:gd name="connsiteX103" fmla="*/ 1827226 w 2533447"/>
              <a:gd name="connsiteY103" fmla="*/ 83696 h 1779944"/>
              <a:gd name="connsiteX104" fmla="*/ 1781945 w 2533447"/>
              <a:gd name="connsiteY104" fmla="*/ 69370 h 1779944"/>
              <a:gd name="connsiteX105" fmla="*/ 1781945 w 2533447"/>
              <a:gd name="connsiteY105" fmla="*/ 69370 h 1779944"/>
              <a:gd name="connsiteX106" fmla="*/ 1737187 w 2533447"/>
              <a:gd name="connsiteY106" fmla="*/ 56836 h 1779944"/>
              <a:gd name="connsiteX107" fmla="*/ 1691390 w 2533447"/>
              <a:gd name="connsiteY107" fmla="*/ 46101 h 1779944"/>
              <a:gd name="connsiteX108" fmla="*/ 1645070 w 2533447"/>
              <a:gd name="connsiteY108" fmla="*/ 35804 h 1779944"/>
              <a:gd name="connsiteX109" fmla="*/ 1598236 w 2533447"/>
              <a:gd name="connsiteY109" fmla="*/ 26851 h 1779944"/>
              <a:gd name="connsiteX110" fmla="*/ 1598236 w 2533447"/>
              <a:gd name="connsiteY110" fmla="*/ 26851 h 1779944"/>
              <a:gd name="connsiteX111" fmla="*/ 1552440 w 2533447"/>
              <a:gd name="connsiteY111" fmla="*/ 19240 h 1779944"/>
              <a:gd name="connsiteX112" fmla="*/ 1552440 w 2533447"/>
              <a:gd name="connsiteY112" fmla="*/ 19240 h 1779944"/>
              <a:gd name="connsiteX113" fmla="*/ 1530056 w 2533447"/>
              <a:gd name="connsiteY113" fmla="*/ 15669 h 1779944"/>
              <a:gd name="connsiteX114" fmla="*/ 1530056 w 2533447"/>
              <a:gd name="connsiteY114" fmla="*/ 15669 h 1779944"/>
              <a:gd name="connsiteX115" fmla="*/ 1527456 w 2533447"/>
              <a:gd name="connsiteY115" fmla="*/ 15221 h 1779944"/>
              <a:gd name="connsiteX116" fmla="*/ 1527456 w 2533447"/>
              <a:gd name="connsiteY116" fmla="*/ 15221 h 1779944"/>
              <a:gd name="connsiteX117" fmla="*/ 1475935 w 2533447"/>
              <a:gd name="connsiteY117" fmla="*/ 8953 h 1779944"/>
              <a:gd name="connsiteX118" fmla="*/ 1424415 w 2533447"/>
              <a:gd name="connsiteY118" fmla="*/ 4924 h 1779944"/>
              <a:gd name="connsiteX119" fmla="*/ 1424415 w 2533447"/>
              <a:gd name="connsiteY119" fmla="*/ 4924 h 1779944"/>
              <a:gd name="connsiteX120" fmla="*/ 1374970 w 2533447"/>
              <a:gd name="connsiteY120" fmla="*/ 2686 h 1779944"/>
              <a:gd name="connsiteX121" fmla="*/ 1326574 w 2533447"/>
              <a:gd name="connsiteY121" fmla="*/ 895 h 1779944"/>
              <a:gd name="connsiteX122" fmla="*/ 1276606 w 2533447"/>
              <a:gd name="connsiteY122" fmla="*/ 0 h 1779944"/>
              <a:gd name="connsiteX123" fmla="*/ 1227171 w 2533447"/>
              <a:gd name="connsiteY123" fmla="*/ 895 h 1779944"/>
              <a:gd name="connsiteX124" fmla="*/ 1227171 w 2533447"/>
              <a:gd name="connsiteY124" fmla="*/ 895 h 1779944"/>
              <a:gd name="connsiteX125" fmla="*/ 1185537 w 2533447"/>
              <a:gd name="connsiteY125" fmla="*/ 2686 h 1779944"/>
              <a:gd name="connsiteX126" fmla="*/ 1143904 w 2533447"/>
              <a:gd name="connsiteY126" fmla="*/ 4924 h 1779944"/>
              <a:gd name="connsiteX127" fmla="*/ 1143904 w 2533447"/>
              <a:gd name="connsiteY127" fmla="*/ 4924 h 1779944"/>
              <a:gd name="connsiteX128" fmla="*/ 1102270 w 2533447"/>
              <a:gd name="connsiteY128" fmla="*/ 8506 h 1779944"/>
              <a:gd name="connsiteX129" fmla="*/ 1102270 w 2533447"/>
              <a:gd name="connsiteY129" fmla="*/ 8506 h 1779944"/>
              <a:gd name="connsiteX130" fmla="*/ 1093421 w 2533447"/>
              <a:gd name="connsiteY130" fmla="*/ 8953 h 1779944"/>
              <a:gd name="connsiteX131" fmla="*/ 1093421 w 2533447"/>
              <a:gd name="connsiteY131" fmla="*/ 8953 h 1779944"/>
              <a:gd name="connsiteX132" fmla="*/ 1073647 w 2533447"/>
              <a:gd name="connsiteY132" fmla="*/ 11640 h 1779944"/>
              <a:gd name="connsiteX133" fmla="*/ 1073647 w 2533447"/>
              <a:gd name="connsiteY133" fmla="*/ 11640 h 1779944"/>
              <a:gd name="connsiteX134" fmla="*/ 1030451 w 2533447"/>
              <a:gd name="connsiteY134" fmla="*/ 16564 h 1779944"/>
              <a:gd name="connsiteX135" fmla="*/ 986732 w 2533447"/>
              <a:gd name="connsiteY135" fmla="*/ 23270 h 1779944"/>
              <a:gd name="connsiteX136" fmla="*/ 943012 w 2533447"/>
              <a:gd name="connsiteY136" fmla="*/ 30880 h 1779944"/>
              <a:gd name="connsiteX137" fmla="*/ 899302 w 2533447"/>
              <a:gd name="connsiteY137" fmla="*/ 39386 h 1779944"/>
              <a:gd name="connsiteX138" fmla="*/ 899302 w 2533447"/>
              <a:gd name="connsiteY138" fmla="*/ 39386 h 1779944"/>
              <a:gd name="connsiteX139" fmla="*/ 864955 w 2533447"/>
              <a:gd name="connsiteY139" fmla="*/ 46549 h 1779944"/>
              <a:gd name="connsiteX140" fmla="*/ 831122 w 2533447"/>
              <a:gd name="connsiteY140" fmla="*/ 54159 h 1779944"/>
              <a:gd name="connsiteX141" fmla="*/ 797299 w 2533447"/>
              <a:gd name="connsiteY141" fmla="*/ 63551 h 1779944"/>
              <a:gd name="connsiteX142" fmla="*/ 763990 w 2533447"/>
              <a:gd name="connsiteY142" fmla="*/ 72504 h 1779944"/>
              <a:gd name="connsiteX143" fmla="*/ 763990 w 2533447"/>
              <a:gd name="connsiteY143" fmla="*/ 72504 h 1779944"/>
              <a:gd name="connsiteX144" fmla="*/ 728081 w 2533447"/>
              <a:gd name="connsiteY144" fmla="*/ 81905 h 1779944"/>
              <a:gd name="connsiteX145" fmla="*/ 728081 w 2533447"/>
              <a:gd name="connsiteY145" fmla="*/ 81905 h 1779944"/>
              <a:gd name="connsiteX146" fmla="*/ 688523 w 2533447"/>
              <a:gd name="connsiteY146" fmla="*/ 94431 h 1779944"/>
              <a:gd name="connsiteX147" fmla="*/ 688523 w 2533447"/>
              <a:gd name="connsiteY147" fmla="*/ 94431 h 1779944"/>
              <a:gd name="connsiteX148" fmla="*/ 677598 w 2533447"/>
              <a:gd name="connsiteY148" fmla="*/ 98460 h 1779944"/>
              <a:gd name="connsiteX149" fmla="*/ 677598 w 2533447"/>
              <a:gd name="connsiteY149" fmla="*/ 98460 h 1779944"/>
              <a:gd name="connsiteX150" fmla="*/ 667187 w 2533447"/>
              <a:gd name="connsiteY150" fmla="*/ 102041 h 1779944"/>
              <a:gd name="connsiteX151" fmla="*/ 667187 w 2533447"/>
              <a:gd name="connsiteY151" fmla="*/ 102041 h 1779944"/>
              <a:gd name="connsiteX152" fmla="*/ 625030 w 2533447"/>
              <a:gd name="connsiteY152" fmla="*/ 117710 h 1779944"/>
              <a:gd name="connsiteX153" fmla="*/ 583396 w 2533447"/>
              <a:gd name="connsiteY153" fmla="*/ 134264 h 1779944"/>
              <a:gd name="connsiteX154" fmla="*/ 583396 w 2533447"/>
              <a:gd name="connsiteY154" fmla="*/ 134264 h 1779944"/>
              <a:gd name="connsiteX155" fmla="*/ 535000 w 2533447"/>
              <a:gd name="connsiteY155" fmla="*/ 156200 h 1779944"/>
              <a:gd name="connsiteX156" fmla="*/ 487117 w 2533447"/>
              <a:gd name="connsiteY156" fmla="*/ 178574 h 1779944"/>
              <a:gd name="connsiteX157" fmla="*/ 440807 w 2533447"/>
              <a:gd name="connsiteY157" fmla="*/ 203635 h 1779944"/>
              <a:gd name="connsiteX158" fmla="*/ 396049 w 2533447"/>
              <a:gd name="connsiteY158" fmla="*/ 229600 h 1779944"/>
              <a:gd name="connsiteX159" fmla="*/ 396049 w 2533447"/>
              <a:gd name="connsiteY159" fmla="*/ 229600 h 1779944"/>
              <a:gd name="connsiteX160" fmla="*/ 389277 w 2533447"/>
              <a:gd name="connsiteY160" fmla="*/ 234077 h 1779944"/>
              <a:gd name="connsiteX161" fmla="*/ 389277 w 2533447"/>
              <a:gd name="connsiteY161" fmla="*/ 234077 h 1779944"/>
              <a:gd name="connsiteX162" fmla="*/ 372627 w 2533447"/>
              <a:gd name="connsiteY162" fmla="*/ 244811 h 1779944"/>
              <a:gd name="connsiteX163" fmla="*/ 372627 w 2533447"/>
              <a:gd name="connsiteY163" fmla="*/ 244811 h 1779944"/>
              <a:gd name="connsiteX164" fmla="*/ 351291 w 2533447"/>
              <a:gd name="connsiteY164" fmla="*/ 259584 h 1779944"/>
              <a:gd name="connsiteX165" fmla="*/ 329955 w 2533447"/>
              <a:gd name="connsiteY165" fmla="*/ 274805 h 1779944"/>
              <a:gd name="connsiteX166" fmla="*/ 329955 w 2533447"/>
              <a:gd name="connsiteY166" fmla="*/ 274805 h 1779944"/>
              <a:gd name="connsiteX167" fmla="*/ 308610 w 2533447"/>
              <a:gd name="connsiteY167" fmla="*/ 290464 h 1779944"/>
              <a:gd name="connsiteX168" fmla="*/ 288321 w 2533447"/>
              <a:gd name="connsiteY168" fmla="*/ 307476 h 1779944"/>
              <a:gd name="connsiteX169" fmla="*/ 269062 w 2533447"/>
              <a:gd name="connsiteY169" fmla="*/ 324031 h 1779944"/>
              <a:gd name="connsiteX170" fmla="*/ 249288 w 2533447"/>
              <a:gd name="connsiteY170" fmla="*/ 340595 h 1779944"/>
              <a:gd name="connsiteX171" fmla="*/ 249288 w 2533447"/>
              <a:gd name="connsiteY171" fmla="*/ 340595 h 1779944"/>
              <a:gd name="connsiteX172" fmla="*/ 233153 w 2533447"/>
              <a:gd name="connsiteY172" fmla="*/ 355806 h 1779944"/>
              <a:gd name="connsiteX173" fmla="*/ 217541 w 2533447"/>
              <a:gd name="connsiteY173" fmla="*/ 371475 h 1779944"/>
              <a:gd name="connsiteX174" fmla="*/ 217541 w 2533447"/>
              <a:gd name="connsiteY174" fmla="*/ 371475 h 1779944"/>
              <a:gd name="connsiteX175" fmla="*/ 200882 w 2533447"/>
              <a:gd name="connsiteY175" fmla="*/ 388477 h 1779944"/>
              <a:gd name="connsiteX176" fmla="*/ 200882 w 2533447"/>
              <a:gd name="connsiteY176" fmla="*/ 388477 h 1779944"/>
              <a:gd name="connsiteX177" fmla="*/ 194119 w 2533447"/>
              <a:gd name="connsiteY177" fmla="*/ 395192 h 1779944"/>
              <a:gd name="connsiteX178" fmla="*/ 194119 w 2533447"/>
              <a:gd name="connsiteY178" fmla="*/ 395192 h 1779944"/>
              <a:gd name="connsiteX179" fmla="*/ 177470 w 2533447"/>
              <a:gd name="connsiteY179" fmla="*/ 414442 h 1779944"/>
              <a:gd name="connsiteX180" fmla="*/ 161849 w 2533447"/>
              <a:gd name="connsiteY180" fmla="*/ 434130 h 1779944"/>
              <a:gd name="connsiteX181" fmla="*/ 146761 w 2533447"/>
              <a:gd name="connsiteY181" fmla="*/ 454275 h 1779944"/>
              <a:gd name="connsiteX182" fmla="*/ 132188 w 2533447"/>
              <a:gd name="connsiteY182" fmla="*/ 474411 h 1779944"/>
              <a:gd name="connsiteX183" fmla="*/ 132188 w 2533447"/>
              <a:gd name="connsiteY183" fmla="*/ 474411 h 1779944"/>
              <a:gd name="connsiteX184" fmla="*/ 118138 w 2533447"/>
              <a:gd name="connsiteY184" fmla="*/ 495452 h 1779944"/>
              <a:gd name="connsiteX185" fmla="*/ 104603 w 2533447"/>
              <a:gd name="connsiteY185" fmla="*/ 516931 h 1779944"/>
              <a:gd name="connsiteX186" fmla="*/ 104603 w 2533447"/>
              <a:gd name="connsiteY186" fmla="*/ 516931 h 1779944"/>
              <a:gd name="connsiteX187" fmla="*/ 92116 w 2533447"/>
              <a:gd name="connsiteY187" fmla="*/ 538857 h 1779944"/>
              <a:gd name="connsiteX188" fmla="*/ 92116 w 2533447"/>
              <a:gd name="connsiteY188" fmla="*/ 538857 h 1779944"/>
              <a:gd name="connsiteX189" fmla="*/ 86392 w 2533447"/>
              <a:gd name="connsiteY189" fmla="*/ 549601 h 1779944"/>
              <a:gd name="connsiteX190" fmla="*/ 86392 w 2533447"/>
              <a:gd name="connsiteY190" fmla="*/ 549601 h 1779944"/>
              <a:gd name="connsiteX191" fmla="*/ 75466 w 2533447"/>
              <a:gd name="connsiteY191" fmla="*/ 571090 h 1779944"/>
              <a:gd name="connsiteX192" fmla="*/ 66094 w 2533447"/>
              <a:gd name="connsiteY192" fmla="*/ 593912 h 1779944"/>
              <a:gd name="connsiteX193" fmla="*/ 56207 w 2533447"/>
              <a:gd name="connsiteY193" fmla="*/ 616286 h 1779944"/>
              <a:gd name="connsiteX194" fmla="*/ 48396 w 2533447"/>
              <a:gd name="connsiteY194" fmla="*/ 639117 h 1779944"/>
              <a:gd name="connsiteX195" fmla="*/ 48396 w 2533447"/>
              <a:gd name="connsiteY195" fmla="*/ 639117 h 1779944"/>
              <a:gd name="connsiteX196" fmla="*/ 34871 w 2533447"/>
              <a:gd name="connsiteY196" fmla="*/ 678055 h 1779944"/>
              <a:gd name="connsiteX197" fmla="*/ 23422 w 2533447"/>
              <a:gd name="connsiteY197" fmla="*/ 718336 h 1779944"/>
              <a:gd name="connsiteX198" fmla="*/ 23422 w 2533447"/>
              <a:gd name="connsiteY198" fmla="*/ 718336 h 1779944"/>
              <a:gd name="connsiteX199" fmla="*/ 13535 w 2533447"/>
              <a:gd name="connsiteY199" fmla="*/ 758160 h 1779944"/>
              <a:gd name="connsiteX200" fmla="*/ 13535 w 2533447"/>
              <a:gd name="connsiteY200" fmla="*/ 758160 h 1779944"/>
              <a:gd name="connsiteX201" fmla="*/ 9363 w 2533447"/>
              <a:gd name="connsiteY201" fmla="*/ 778306 h 1779944"/>
              <a:gd name="connsiteX202" fmla="*/ 9363 w 2533447"/>
              <a:gd name="connsiteY202" fmla="*/ 778306 h 1779944"/>
              <a:gd name="connsiteX203" fmla="*/ 9363 w 2533447"/>
              <a:gd name="connsiteY203" fmla="*/ 780096 h 1779944"/>
              <a:gd name="connsiteX204" fmla="*/ 9363 w 2533447"/>
              <a:gd name="connsiteY204" fmla="*/ 780096 h 1779944"/>
              <a:gd name="connsiteX205" fmla="*/ 7810 w 2533447"/>
              <a:gd name="connsiteY205" fmla="*/ 787707 h 1779944"/>
              <a:gd name="connsiteX206" fmla="*/ 7810 w 2533447"/>
              <a:gd name="connsiteY206" fmla="*/ 787707 h 1779944"/>
              <a:gd name="connsiteX207" fmla="*/ 4686 w 2533447"/>
              <a:gd name="connsiteY207" fmla="*/ 808290 h 1779944"/>
              <a:gd name="connsiteX208" fmla="*/ 2600 w 2533447"/>
              <a:gd name="connsiteY208" fmla="*/ 829331 h 1779944"/>
              <a:gd name="connsiteX209" fmla="*/ 1038 w 2533447"/>
              <a:gd name="connsiteY209" fmla="*/ 850362 h 1779944"/>
              <a:gd name="connsiteX210" fmla="*/ 0 w 2533447"/>
              <a:gd name="connsiteY210" fmla="*/ 871841 h 1779944"/>
              <a:gd name="connsiteX211" fmla="*/ 0 w 2533447"/>
              <a:gd name="connsiteY211" fmla="*/ 892882 h 1779944"/>
              <a:gd name="connsiteX212" fmla="*/ 0 w 2533447"/>
              <a:gd name="connsiteY212" fmla="*/ 913913 h 1779944"/>
              <a:gd name="connsiteX213" fmla="*/ 1038 w 2533447"/>
              <a:gd name="connsiteY213" fmla="*/ 934506 h 1779944"/>
              <a:gd name="connsiteX214" fmla="*/ 2086 w 2533447"/>
              <a:gd name="connsiteY214" fmla="*/ 956433 h 1779944"/>
              <a:gd name="connsiteX215" fmla="*/ 2086 w 2533447"/>
              <a:gd name="connsiteY215" fmla="*/ 956433 h 1779944"/>
              <a:gd name="connsiteX216" fmla="*/ 2600 w 2533447"/>
              <a:gd name="connsiteY216" fmla="*/ 969863 h 1779944"/>
              <a:gd name="connsiteX217" fmla="*/ 2600 w 2533447"/>
              <a:gd name="connsiteY217" fmla="*/ 969863 h 1779944"/>
              <a:gd name="connsiteX218" fmla="*/ 4686 w 2533447"/>
              <a:gd name="connsiteY218" fmla="*/ 979702 h 1779944"/>
              <a:gd name="connsiteX219" fmla="*/ 4686 w 2533447"/>
              <a:gd name="connsiteY219" fmla="*/ 979702 h 1779944"/>
              <a:gd name="connsiteX220" fmla="*/ 8849 w 2533447"/>
              <a:gd name="connsiteY220" fmla="*/ 999847 h 1779944"/>
              <a:gd name="connsiteX221" fmla="*/ 12487 w 2533447"/>
              <a:gd name="connsiteY221" fmla="*/ 1020431 h 1779944"/>
              <a:gd name="connsiteX222" fmla="*/ 12487 w 2533447"/>
              <a:gd name="connsiteY222" fmla="*/ 1020431 h 1779944"/>
              <a:gd name="connsiteX223" fmla="*/ 18212 w 2533447"/>
              <a:gd name="connsiteY223" fmla="*/ 1043262 h 1779944"/>
              <a:gd name="connsiteX224" fmla="*/ 24984 w 2533447"/>
              <a:gd name="connsiteY224" fmla="*/ 1065637 h 1779944"/>
              <a:gd name="connsiteX225" fmla="*/ 31747 w 2533447"/>
              <a:gd name="connsiteY225" fmla="*/ 1088468 h 1779944"/>
              <a:gd name="connsiteX226" fmla="*/ 39557 w 2533447"/>
              <a:gd name="connsiteY226" fmla="*/ 1110842 h 1779944"/>
              <a:gd name="connsiteX227" fmla="*/ 39557 w 2533447"/>
              <a:gd name="connsiteY227" fmla="*/ 1110842 h 1779944"/>
              <a:gd name="connsiteX228" fmla="*/ 47358 w 2533447"/>
              <a:gd name="connsiteY228" fmla="*/ 1129187 h 1779944"/>
              <a:gd name="connsiteX229" fmla="*/ 55169 w 2533447"/>
              <a:gd name="connsiteY229" fmla="*/ 1147542 h 1779944"/>
              <a:gd name="connsiteX230" fmla="*/ 55169 w 2533447"/>
              <a:gd name="connsiteY230" fmla="*/ 1147542 h 1779944"/>
              <a:gd name="connsiteX231" fmla="*/ 60893 w 2533447"/>
              <a:gd name="connsiteY231" fmla="*/ 1159181 h 1779944"/>
              <a:gd name="connsiteX232" fmla="*/ 60893 w 2533447"/>
              <a:gd name="connsiteY232" fmla="*/ 1159181 h 1779944"/>
              <a:gd name="connsiteX233" fmla="*/ 71818 w 2533447"/>
              <a:gd name="connsiteY233" fmla="*/ 1181108 h 1779944"/>
              <a:gd name="connsiteX234" fmla="*/ 71818 w 2533447"/>
              <a:gd name="connsiteY234" fmla="*/ 1181108 h 1779944"/>
              <a:gd name="connsiteX235" fmla="*/ 85353 w 2533447"/>
              <a:gd name="connsiteY235" fmla="*/ 1204378 h 1779944"/>
              <a:gd name="connsiteX236" fmla="*/ 99927 w 2533447"/>
              <a:gd name="connsiteY236" fmla="*/ 1228552 h 1779944"/>
              <a:gd name="connsiteX237" fmla="*/ 114490 w 2533447"/>
              <a:gd name="connsiteY237" fmla="*/ 1251374 h 1779944"/>
              <a:gd name="connsiteX238" fmla="*/ 130111 w 2533447"/>
              <a:gd name="connsiteY238" fmla="*/ 1274643 h 1779944"/>
              <a:gd name="connsiteX239" fmla="*/ 130111 w 2533447"/>
              <a:gd name="connsiteY239" fmla="*/ 1274643 h 1779944"/>
              <a:gd name="connsiteX240" fmla="*/ 144675 w 2533447"/>
              <a:gd name="connsiteY240" fmla="*/ 1294789 h 1779944"/>
              <a:gd name="connsiteX241" fmla="*/ 160296 w 2533447"/>
              <a:gd name="connsiteY241" fmla="*/ 1314477 h 1779944"/>
              <a:gd name="connsiteX242" fmla="*/ 190995 w 2533447"/>
              <a:gd name="connsiteY242" fmla="*/ 1354758 h 1779944"/>
              <a:gd name="connsiteX243" fmla="*/ 221180 w 2533447"/>
              <a:gd name="connsiteY243" fmla="*/ 1394592 h 1779944"/>
              <a:gd name="connsiteX244" fmla="*/ 235753 w 2533447"/>
              <a:gd name="connsiteY244" fmla="*/ 1414737 h 1779944"/>
              <a:gd name="connsiteX245" fmla="*/ 249288 w 2533447"/>
              <a:gd name="connsiteY245" fmla="*/ 1435768 h 1779944"/>
              <a:gd name="connsiteX246" fmla="*/ 249288 w 2533447"/>
              <a:gd name="connsiteY246" fmla="*/ 1435768 h 1779944"/>
              <a:gd name="connsiteX247" fmla="*/ 260213 w 2533447"/>
              <a:gd name="connsiteY247" fmla="*/ 1455018 h 1779944"/>
              <a:gd name="connsiteX248" fmla="*/ 270100 w 2533447"/>
              <a:gd name="connsiteY248" fmla="*/ 1473363 h 1779944"/>
              <a:gd name="connsiteX249" fmla="*/ 278425 w 2533447"/>
              <a:gd name="connsiteY249" fmla="*/ 1492613 h 1779944"/>
              <a:gd name="connsiteX250" fmla="*/ 285197 w 2533447"/>
              <a:gd name="connsiteY250" fmla="*/ 1511854 h 1779944"/>
              <a:gd name="connsiteX251" fmla="*/ 291960 w 2533447"/>
              <a:gd name="connsiteY251" fmla="*/ 1531104 h 1779944"/>
              <a:gd name="connsiteX252" fmla="*/ 297161 w 2533447"/>
              <a:gd name="connsiteY252" fmla="*/ 1550792 h 1779944"/>
              <a:gd name="connsiteX253" fmla="*/ 301847 w 2533447"/>
              <a:gd name="connsiteY253" fmla="*/ 1570928 h 1779944"/>
              <a:gd name="connsiteX254" fmla="*/ 304971 w 2533447"/>
              <a:gd name="connsiteY254" fmla="*/ 1591073 h 1779944"/>
              <a:gd name="connsiteX255" fmla="*/ 304971 w 2533447"/>
              <a:gd name="connsiteY255" fmla="*/ 1591073 h 1779944"/>
              <a:gd name="connsiteX256" fmla="*/ 306009 w 2533447"/>
              <a:gd name="connsiteY256" fmla="*/ 1603608 h 1779944"/>
              <a:gd name="connsiteX257" fmla="*/ 306533 w 2533447"/>
              <a:gd name="connsiteY257" fmla="*/ 1615238 h 1779944"/>
              <a:gd name="connsiteX258" fmla="*/ 306533 w 2533447"/>
              <a:gd name="connsiteY258" fmla="*/ 1627773 h 1779944"/>
              <a:gd name="connsiteX259" fmla="*/ 306009 w 2533447"/>
              <a:gd name="connsiteY259" fmla="*/ 1639412 h 1779944"/>
              <a:gd name="connsiteX260" fmla="*/ 302885 w 2533447"/>
              <a:gd name="connsiteY260" fmla="*/ 1663130 h 1779944"/>
              <a:gd name="connsiteX261" fmla="*/ 298208 w 2533447"/>
              <a:gd name="connsiteY261" fmla="*/ 1687294 h 1779944"/>
              <a:gd name="connsiteX262" fmla="*/ 290398 w 2533447"/>
              <a:gd name="connsiteY262" fmla="*/ 1710573 h 1779944"/>
              <a:gd name="connsiteX263" fmla="*/ 282597 w 2533447"/>
              <a:gd name="connsiteY263" fmla="*/ 1733843 h 1779944"/>
              <a:gd name="connsiteX264" fmla="*/ 272700 w 2533447"/>
              <a:gd name="connsiteY264" fmla="*/ 1756665 h 1779944"/>
              <a:gd name="connsiteX265" fmla="*/ 262814 w 2533447"/>
              <a:gd name="connsiteY265" fmla="*/ 1779944 h 1779944"/>
              <a:gd name="connsiteX266" fmla="*/ 262814 w 2533447"/>
              <a:gd name="connsiteY266" fmla="*/ 1779944 h 1779944"/>
              <a:gd name="connsiteX267" fmla="*/ 268024 w 2533447"/>
              <a:gd name="connsiteY267" fmla="*/ 1777258 h 1779944"/>
              <a:gd name="connsiteX268" fmla="*/ 268024 w 2533447"/>
              <a:gd name="connsiteY268" fmla="*/ 1777258 h 1779944"/>
              <a:gd name="connsiteX269" fmla="*/ 280511 w 2533447"/>
              <a:gd name="connsiteY269" fmla="*/ 1773229 h 1779944"/>
              <a:gd name="connsiteX270" fmla="*/ 280511 w 2533447"/>
              <a:gd name="connsiteY270" fmla="*/ 1773229 h 1779944"/>
              <a:gd name="connsiteX271" fmla="*/ 317458 w 2533447"/>
              <a:gd name="connsiteY271" fmla="*/ 1758903 h 1779944"/>
              <a:gd name="connsiteX272" fmla="*/ 317458 w 2533447"/>
              <a:gd name="connsiteY272" fmla="*/ 1758903 h 1779944"/>
              <a:gd name="connsiteX273" fmla="*/ 355454 w 2533447"/>
              <a:gd name="connsiteY273" fmla="*/ 1742349 h 1779944"/>
              <a:gd name="connsiteX274" fmla="*/ 392401 w 2533447"/>
              <a:gd name="connsiteY274" fmla="*/ 1723994 h 1779944"/>
              <a:gd name="connsiteX275" fmla="*/ 392401 w 2533447"/>
              <a:gd name="connsiteY275" fmla="*/ 1723994 h 1779944"/>
              <a:gd name="connsiteX276" fmla="*/ 427272 w 2533447"/>
              <a:gd name="connsiteY276" fmla="*/ 1706544 h 1779944"/>
              <a:gd name="connsiteX277" fmla="*/ 461095 w 2533447"/>
              <a:gd name="connsiteY277" fmla="*/ 1687294 h 1779944"/>
              <a:gd name="connsiteX278" fmla="*/ 528237 w 2533447"/>
              <a:gd name="connsiteY278" fmla="*/ 1647013 h 1779944"/>
              <a:gd name="connsiteX279" fmla="*/ 528237 w 2533447"/>
              <a:gd name="connsiteY279" fmla="*/ 1647013 h 1779944"/>
              <a:gd name="connsiteX280" fmla="*/ 596931 w 2533447"/>
              <a:gd name="connsiteY280" fmla="*/ 1606284 h 1779944"/>
              <a:gd name="connsiteX281" fmla="*/ 596931 w 2533447"/>
              <a:gd name="connsiteY281" fmla="*/ 1606284 h 1779944"/>
              <a:gd name="connsiteX282" fmla="*/ 605780 w 2533447"/>
              <a:gd name="connsiteY282" fmla="*/ 1600922 h 1779944"/>
              <a:gd name="connsiteX283" fmla="*/ 614629 w 2533447"/>
              <a:gd name="connsiteY283" fmla="*/ 1597788 h 1779944"/>
              <a:gd name="connsiteX284" fmla="*/ 623477 w 2533447"/>
              <a:gd name="connsiteY284" fmla="*/ 1595102 h 1779944"/>
              <a:gd name="connsiteX285" fmla="*/ 632840 w 2533447"/>
              <a:gd name="connsiteY285" fmla="*/ 1593759 h 1779944"/>
              <a:gd name="connsiteX286" fmla="*/ 641689 w 2533447"/>
              <a:gd name="connsiteY286" fmla="*/ 1591968 h 1779944"/>
              <a:gd name="connsiteX287" fmla="*/ 650538 w 2533447"/>
              <a:gd name="connsiteY287" fmla="*/ 1591968 h 1779944"/>
              <a:gd name="connsiteX288" fmla="*/ 660425 w 2533447"/>
              <a:gd name="connsiteY288" fmla="*/ 1591968 h 1779944"/>
              <a:gd name="connsiteX289" fmla="*/ 668749 w 2533447"/>
              <a:gd name="connsiteY289" fmla="*/ 1592864 h 1779944"/>
              <a:gd name="connsiteX290" fmla="*/ 687485 w 2533447"/>
              <a:gd name="connsiteY290" fmla="*/ 1595997 h 1779944"/>
              <a:gd name="connsiteX291" fmla="*/ 705697 w 2533447"/>
              <a:gd name="connsiteY291" fmla="*/ 1599579 h 1779944"/>
              <a:gd name="connsiteX292" fmla="*/ 741606 w 2533447"/>
              <a:gd name="connsiteY292" fmla="*/ 1608523 h 1779944"/>
              <a:gd name="connsiteX293" fmla="*/ 741606 w 2533447"/>
              <a:gd name="connsiteY293" fmla="*/ 1608523 h 1779944"/>
              <a:gd name="connsiteX294" fmla="*/ 787412 w 2533447"/>
              <a:gd name="connsiteY294" fmla="*/ 1618819 h 1779944"/>
              <a:gd name="connsiteX295" fmla="*/ 832160 w 2533447"/>
              <a:gd name="connsiteY295" fmla="*/ 1628668 h 1779944"/>
              <a:gd name="connsiteX296" fmla="*/ 877966 w 2533447"/>
              <a:gd name="connsiteY296" fmla="*/ 1637174 h 1779944"/>
              <a:gd name="connsiteX297" fmla="*/ 923238 w 2533447"/>
              <a:gd name="connsiteY297" fmla="*/ 1644327 h 1779944"/>
              <a:gd name="connsiteX298" fmla="*/ 923238 w 2533447"/>
              <a:gd name="connsiteY298" fmla="*/ 1644327 h 1779944"/>
              <a:gd name="connsiteX299" fmla="*/ 970082 w 2533447"/>
              <a:gd name="connsiteY299" fmla="*/ 1651938 h 1779944"/>
              <a:gd name="connsiteX300" fmla="*/ 970082 w 2533447"/>
              <a:gd name="connsiteY300" fmla="*/ 1651938 h 1779944"/>
              <a:gd name="connsiteX301" fmla="*/ 994018 w 2533447"/>
              <a:gd name="connsiteY301" fmla="*/ 1655519 h 1779944"/>
              <a:gd name="connsiteX302" fmla="*/ 994018 w 2533447"/>
              <a:gd name="connsiteY302" fmla="*/ 1655519 h 1779944"/>
              <a:gd name="connsiteX303" fmla="*/ 997143 w 2533447"/>
              <a:gd name="connsiteY303" fmla="*/ 1656414 h 1779944"/>
              <a:gd name="connsiteX304" fmla="*/ 997143 w 2533447"/>
              <a:gd name="connsiteY304" fmla="*/ 1656414 h 1779944"/>
              <a:gd name="connsiteX305" fmla="*/ 998181 w 2533447"/>
              <a:gd name="connsiteY305" fmla="*/ 1656414 h 1779944"/>
              <a:gd name="connsiteX306" fmla="*/ 998181 w 2533447"/>
              <a:gd name="connsiteY306" fmla="*/ 1656414 h 1779944"/>
              <a:gd name="connsiteX307" fmla="*/ 1052302 w 2533447"/>
              <a:gd name="connsiteY307" fmla="*/ 1662234 h 1779944"/>
              <a:gd name="connsiteX308" fmla="*/ 1106947 w 2533447"/>
              <a:gd name="connsiteY308" fmla="*/ 1668054 h 1779944"/>
              <a:gd name="connsiteX309" fmla="*/ 1106947 w 2533447"/>
              <a:gd name="connsiteY309" fmla="*/ 1668054 h 1779944"/>
              <a:gd name="connsiteX310" fmla="*/ 1160553 w 2533447"/>
              <a:gd name="connsiteY310" fmla="*/ 1672083 h 1779944"/>
              <a:gd name="connsiteX311" fmla="*/ 1214684 w 2533447"/>
              <a:gd name="connsiteY311" fmla="*/ 1675664 h 1779944"/>
              <a:gd name="connsiteX312" fmla="*/ 1268281 w 2533447"/>
              <a:gd name="connsiteY312" fmla="*/ 1677007 h 1779944"/>
              <a:gd name="connsiteX313" fmla="*/ 1322411 w 2533447"/>
              <a:gd name="connsiteY313" fmla="*/ 1677903 h 1779944"/>
              <a:gd name="connsiteX314" fmla="*/ 1322411 w 2533447"/>
              <a:gd name="connsiteY314" fmla="*/ 1677903 h 1779944"/>
              <a:gd name="connsiteX315" fmla="*/ 1374970 w 2533447"/>
              <a:gd name="connsiteY315" fmla="*/ 1677903 h 1779944"/>
              <a:gd name="connsiteX316" fmla="*/ 1427539 w 2533447"/>
              <a:gd name="connsiteY316" fmla="*/ 1676112 h 1779944"/>
              <a:gd name="connsiteX317" fmla="*/ 1427539 w 2533447"/>
              <a:gd name="connsiteY317" fmla="*/ 1676112 h 1779944"/>
              <a:gd name="connsiteX318" fmla="*/ 1453551 w 2533447"/>
              <a:gd name="connsiteY318" fmla="*/ 1674769 h 1779944"/>
              <a:gd name="connsiteX319" fmla="*/ 1479574 w 2533447"/>
              <a:gd name="connsiteY319" fmla="*/ 1672978 h 1779944"/>
              <a:gd name="connsiteX320" fmla="*/ 1479574 w 2533447"/>
              <a:gd name="connsiteY320" fmla="*/ 1672978 h 1779944"/>
              <a:gd name="connsiteX321" fmla="*/ 1506120 w 2533447"/>
              <a:gd name="connsiteY321" fmla="*/ 1671188 h 1779944"/>
              <a:gd name="connsiteX322" fmla="*/ 1506120 w 2533447"/>
              <a:gd name="connsiteY322" fmla="*/ 1671188 h 1779944"/>
              <a:gd name="connsiteX323" fmla="*/ 1520693 w 2533447"/>
              <a:gd name="connsiteY323" fmla="*/ 1669397 h 1779944"/>
              <a:gd name="connsiteX324" fmla="*/ 1520693 w 2533447"/>
              <a:gd name="connsiteY324" fmla="*/ 1669397 h 1779944"/>
              <a:gd name="connsiteX325" fmla="*/ 1520693 w 2533447"/>
              <a:gd name="connsiteY325" fmla="*/ 1669397 h 1779944"/>
              <a:gd name="connsiteX326" fmla="*/ 1520693 w 2533447"/>
              <a:gd name="connsiteY326" fmla="*/ 1669397 h 1779944"/>
              <a:gd name="connsiteX327" fmla="*/ 1573776 w 2533447"/>
              <a:gd name="connsiteY327" fmla="*/ 1663130 h 1779944"/>
              <a:gd name="connsiteX328" fmla="*/ 1626335 w 2533447"/>
              <a:gd name="connsiteY328" fmla="*/ 1654624 h 1779944"/>
              <a:gd name="connsiteX329" fmla="*/ 1678903 w 2533447"/>
              <a:gd name="connsiteY329" fmla="*/ 1644327 h 1779944"/>
              <a:gd name="connsiteX330" fmla="*/ 1730424 w 2533447"/>
              <a:gd name="connsiteY330" fmla="*/ 1632697 h 1779944"/>
              <a:gd name="connsiteX331" fmla="*/ 1730424 w 2533447"/>
              <a:gd name="connsiteY331" fmla="*/ 1632697 h 1779944"/>
              <a:gd name="connsiteX332" fmla="*/ 1769972 w 2533447"/>
              <a:gd name="connsiteY332" fmla="*/ 1621953 h 1779944"/>
              <a:gd name="connsiteX333" fmla="*/ 1811091 w 2533447"/>
              <a:gd name="connsiteY333" fmla="*/ 1610313 h 1779944"/>
              <a:gd name="connsiteX334" fmla="*/ 1811091 w 2533447"/>
              <a:gd name="connsiteY334" fmla="*/ 1610313 h 1779944"/>
              <a:gd name="connsiteX335" fmla="*/ 1849601 w 2533447"/>
              <a:gd name="connsiteY335" fmla="*/ 1597788 h 1779944"/>
              <a:gd name="connsiteX336" fmla="*/ 1849601 w 2533447"/>
              <a:gd name="connsiteY336" fmla="*/ 1597788 h 1779944"/>
              <a:gd name="connsiteX337" fmla="*/ 1855849 w 2533447"/>
              <a:gd name="connsiteY337" fmla="*/ 1595102 h 1779944"/>
              <a:gd name="connsiteX338" fmla="*/ 1855849 w 2533447"/>
              <a:gd name="connsiteY338" fmla="*/ 1595102 h 1779944"/>
              <a:gd name="connsiteX339" fmla="*/ 1875099 w 2533447"/>
              <a:gd name="connsiteY339" fmla="*/ 1588387 h 1779944"/>
              <a:gd name="connsiteX340" fmla="*/ 1875099 w 2533447"/>
              <a:gd name="connsiteY340" fmla="*/ 1588387 h 1779944"/>
              <a:gd name="connsiteX341" fmla="*/ 1914132 w 2533447"/>
              <a:gd name="connsiteY341" fmla="*/ 1574509 h 1779944"/>
              <a:gd name="connsiteX342" fmla="*/ 1951604 w 2533447"/>
              <a:gd name="connsiteY342" fmla="*/ 1559298 h 1779944"/>
              <a:gd name="connsiteX343" fmla="*/ 1989599 w 2533447"/>
              <a:gd name="connsiteY343" fmla="*/ 1542734 h 1779944"/>
              <a:gd name="connsiteX344" fmla="*/ 2027584 w 2533447"/>
              <a:gd name="connsiteY344" fmla="*/ 1525732 h 1779944"/>
              <a:gd name="connsiteX345" fmla="*/ 2063494 w 2533447"/>
              <a:gd name="connsiteY345" fmla="*/ 1507377 h 1779944"/>
              <a:gd name="connsiteX346" fmla="*/ 2100451 w 2533447"/>
              <a:gd name="connsiteY346" fmla="*/ 1488136 h 1779944"/>
              <a:gd name="connsiteX347" fmla="*/ 2135312 w 2533447"/>
              <a:gd name="connsiteY347" fmla="*/ 1468439 h 1779944"/>
              <a:gd name="connsiteX348" fmla="*/ 2170183 w 2533447"/>
              <a:gd name="connsiteY348" fmla="*/ 1447408 h 1779944"/>
              <a:gd name="connsiteX349" fmla="*/ 2170183 w 2533447"/>
              <a:gd name="connsiteY349" fmla="*/ 1447408 h 1779944"/>
              <a:gd name="connsiteX350" fmla="*/ 2192567 w 2533447"/>
              <a:gd name="connsiteY350" fmla="*/ 1432187 h 1779944"/>
              <a:gd name="connsiteX351" fmla="*/ 2192567 w 2533447"/>
              <a:gd name="connsiteY351" fmla="*/ 1432187 h 177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</a:cxnLst>
            <a:rect l="l" t="t" r="r" b="b"/>
            <a:pathLst>
              <a:path w="2533447" h="1779944">
                <a:moveTo>
                  <a:pt x="2192567" y="1432187"/>
                </a:moveTo>
                <a:lnTo>
                  <a:pt x="2192567" y="1432187"/>
                </a:lnTo>
                <a:lnTo>
                  <a:pt x="2224828" y="1409812"/>
                </a:lnTo>
                <a:lnTo>
                  <a:pt x="2224828" y="1409812"/>
                </a:lnTo>
                <a:lnTo>
                  <a:pt x="2257613" y="1384743"/>
                </a:lnTo>
                <a:lnTo>
                  <a:pt x="2289884" y="1357892"/>
                </a:lnTo>
                <a:lnTo>
                  <a:pt x="2289884" y="1357892"/>
                </a:lnTo>
                <a:lnTo>
                  <a:pt x="2319030" y="1332384"/>
                </a:lnTo>
                <a:lnTo>
                  <a:pt x="2346091" y="1305533"/>
                </a:lnTo>
                <a:lnTo>
                  <a:pt x="2346091" y="1305533"/>
                </a:lnTo>
                <a:lnTo>
                  <a:pt x="2351815" y="1298818"/>
                </a:lnTo>
                <a:lnTo>
                  <a:pt x="2351815" y="1298818"/>
                </a:lnTo>
                <a:lnTo>
                  <a:pt x="2359626" y="1291207"/>
                </a:lnTo>
                <a:lnTo>
                  <a:pt x="2359626" y="1291207"/>
                </a:lnTo>
                <a:lnTo>
                  <a:pt x="2373151" y="1274643"/>
                </a:lnTo>
                <a:lnTo>
                  <a:pt x="2387724" y="1257641"/>
                </a:lnTo>
                <a:lnTo>
                  <a:pt x="2387724" y="1257641"/>
                </a:lnTo>
                <a:lnTo>
                  <a:pt x="2410099" y="1227657"/>
                </a:lnTo>
                <a:lnTo>
                  <a:pt x="2431444" y="1197672"/>
                </a:lnTo>
                <a:lnTo>
                  <a:pt x="2431444" y="1197672"/>
                </a:lnTo>
                <a:lnTo>
                  <a:pt x="2451732" y="1165887"/>
                </a:lnTo>
                <a:lnTo>
                  <a:pt x="2451732" y="1165887"/>
                </a:lnTo>
                <a:lnTo>
                  <a:pt x="2460581" y="1149333"/>
                </a:lnTo>
                <a:lnTo>
                  <a:pt x="2460581" y="1149333"/>
                </a:lnTo>
                <a:lnTo>
                  <a:pt x="2464743" y="1142618"/>
                </a:lnTo>
                <a:lnTo>
                  <a:pt x="2464743" y="1142618"/>
                </a:lnTo>
                <a:lnTo>
                  <a:pt x="2473078" y="1124272"/>
                </a:lnTo>
                <a:lnTo>
                  <a:pt x="2480879" y="1105918"/>
                </a:lnTo>
                <a:lnTo>
                  <a:pt x="2488689" y="1087573"/>
                </a:lnTo>
                <a:lnTo>
                  <a:pt x="2495452" y="1069218"/>
                </a:lnTo>
                <a:lnTo>
                  <a:pt x="2507939" y="1031623"/>
                </a:lnTo>
                <a:lnTo>
                  <a:pt x="2517836" y="994028"/>
                </a:lnTo>
                <a:lnTo>
                  <a:pt x="2517836" y="994028"/>
                </a:lnTo>
                <a:lnTo>
                  <a:pt x="2522512" y="974787"/>
                </a:lnTo>
                <a:lnTo>
                  <a:pt x="2522512" y="974787"/>
                </a:lnTo>
                <a:lnTo>
                  <a:pt x="2523560" y="967177"/>
                </a:lnTo>
                <a:lnTo>
                  <a:pt x="2523560" y="967177"/>
                </a:lnTo>
                <a:lnTo>
                  <a:pt x="2528761" y="933611"/>
                </a:lnTo>
                <a:lnTo>
                  <a:pt x="2528761" y="933611"/>
                </a:lnTo>
                <a:lnTo>
                  <a:pt x="2531361" y="911227"/>
                </a:lnTo>
                <a:lnTo>
                  <a:pt x="2532399" y="888853"/>
                </a:lnTo>
                <a:lnTo>
                  <a:pt x="2533447" y="866031"/>
                </a:lnTo>
                <a:lnTo>
                  <a:pt x="2533447" y="843647"/>
                </a:lnTo>
                <a:lnTo>
                  <a:pt x="2533447" y="843647"/>
                </a:lnTo>
                <a:lnTo>
                  <a:pt x="2532399" y="808290"/>
                </a:lnTo>
                <a:lnTo>
                  <a:pt x="2530323" y="773381"/>
                </a:lnTo>
                <a:lnTo>
                  <a:pt x="2530323" y="773381"/>
                </a:lnTo>
                <a:lnTo>
                  <a:pt x="2529799" y="766666"/>
                </a:lnTo>
                <a:lnTo>
                  <a:pt x="2529799" y="766666"/>
                </a:lnTo>
                <a:lnTo>
                  <a:pt x="2528761" y="758160"/>
                </a:lnTo>
                <a:lnTo>
                  <a:pt x="2528761" y="758160"/>
                </a:lnTo>
                <a:lnTo>
                  <a:pt x="2522512" y="729071"/>
                </a:lnTo>
                <a:lnTo>
                  <a:pt x="2522512" y="729071"/>
                </a:lnTo>
                <a:lnTo>
                  <a:pt x="2520950" y="720118"/>
                </a:lnTo>
                <a:lnTo>
                  <a:pt x="2520950" y="720118"/>
                </a:lnTo>
                <a:lnTo>
                  <a:pt x="2512111" y="686552"/>
                </a:lnTo>
                <a:lnTo>
                  <a:pt x="2502215" y="652986"/>
                </a:lnTo>
                <a:lnTo>
                  <a:pt x="2489727" y="620762"/>
                </a:lnTo>
                <a:lnTo>
                  <a:pt x="2476192" y="588987"/>
                </a:lnTo>
                <a:lnTo>
                  <a:pt x="2476192" y="588987"/>
                </a:lnTo>
                <a:lnTo>
                  <a:pt x="2469430" y="573766"/>
                </a:lnTo>
                <a:lnTo>
                  <a:pt x="2469430" y="573766"/>
                </a:lnTo>
                <a:lnTo>
                  <a:pt x="2452780" y="543782"/>
                </a:lnTo>
                <a:lnTo>
                  <a:pt x="2452780" y="543782"/>
                </a:lnTo>
                <a:lnTo>
                  <a:pt x="2433520" y="512006"/>
                </a:lnTo>
                <a:lnTo>
                  <a:pt x="2412184" y="480231"/>
                </a:lnTo>
                <a:lnTo>
                  <a:pt x="2412184" y="480231"/>
                </a:lnTo>
                <a:lnTo>
                  <a:pt x="2391887" y="452037"/>
                </a:lnTo>
                <a:lnTo>
                  <a:pt x="2369513" y="424291"/>
                </a:lnTo>
                <a:lnTo>
                  <a:pt x="2369513" y="424291"/>
                </a:lnTo>
                <a:lnTo>
                  <a:pt x="2364302" y="418471"/>
                </a:lnTo>
                <a:lnTo>
                  <a:pt x="2364302" y="418471"/>
                </a:lnTo>
                <a:lnTo>
                  <a:pt x="2358578" y="410860"/>
                </a:lnTo>
                <a:lnTo>
                  <a:pt x="2358578" y="410860"/>
                </a:lnTo>
                <a:lnTo>
                  <a:pt x="2344005" y="396087"/>
                </a:lnTo>
                <a:lnTo>
                  <a:pt x="2328393" y="379980"/>
                </a:lnTo>
                <a:lnTo>
                  <a:pt x="2328393" y="379980"/>
                </a:lnTo>
                <a:lnTo>
                  <a:pt x="2301333" y="353120"/>
                </a:lnTo>
                <a:lnTo>
                  <a:pt x="2272186" y="327612"/>
                </a:lnTo>
                <a:lnTo>
                  <a:pt x="2242002" y="301656"/>
                </a:lnTo>
                <a:lnTo>
                  <a:pt x="2211302" y="277482"/>
                </a:lnTo>
                <a:lnTo>
                  <a:pt x="2211302" y="277482"/>
                </a:lnTo>
                <a:lnTo>
                  <a:pt x="2195691" y="265404"/>
                </a:lnTo>
                <a:lnTo>
                  <a:pt x="2180070" y="254660"/>
                </a:lnTo>
                <a:lnTo>
                  <a:pt x="2180070" y="254660"/>
                </a:lnTo>
                <a:lnTo>
                  <a:pt x="2179032" y="253765"/>
                </a:lnTo>
                <a:lnTo>
                  <a:pt x="2179032" y="253765"/>
                </a:lnTo>
                <a:lnTo>
                  <a:pt x="2163420" y="243021"/>
                </a:lnTo>
                <a:lnTo>
                  <a:pt x="2163420" y="243021"/>
                </a:lnTo>
                <a:lnTo>
                  <a:pt x="2126473" y="220646"/>
                </a:lnTo>
                <a:lnTo>
                  <a:pt x="2089516" y="197824"/>
                </a:lnTo>
                <a:lnTo>
                  <a:pt x="2089516" y="197824"/>
                </a:lnTo>
                <a:lnTo>
                  <a:pt x="2051530" y="177679"/>
                </a:lnTo>
                <a:lnTo>
                  <a:pt x="2013021" y="158886"/>
                </a:lnTo>
                <a:lnTo>
                  <a:pt x="1973987" y="140084"/>
                </a:lnTo>
                <a:lnTo>
                  <a:pt x="1934430" y="122634"/>
                </a:lnTo>
                <a:lnTo>
                  <a:pt x="1934430" y="122634"/>
                </a:lnTo>
                <a:lnTo>
                  <a:pt x="1897483" y="107861"/>
                </a:lnTo>
                <a:lnTo>
                  <a:pt x="1897483" y="107861"/>
                </a:lnTo>
                <a:lnTo>
                  <a:pt x="1892272" y="106070"/>
                </a:lnTo>
                <a:lnTo>
                  <a:pt x="1892272" y="106070"/>
                </a:lnTo>
                <a:lnTo>
                  <a:pt x="1873022" y="98460"/>
                </a:lnTo>
                <a:lnTo>
                  <a:pt x="1873022" y="98460"/>
                </a:lnTo>
                <a:lnTo>
                  <a:pt x="1827226" y="83696"/>
                </a:lnTo>
                <a:lnTo>
                  <a:pt x="1781945" y="69370"/>
                </a:lnTo>
                <a:lnTo>
                  <a:pt x="1781945" y="69370"/>
                </a:lnTo>
                <a:lnTo>
                  <a:pt x="1737187" y="56836"/>
                </a:lnTo>
                <a:lnTo>
                  <a:pt x="1691390" y="46101"/>
                </a:lnTo>
                <a:lnTo>
                  <a:pt x="1645070" y="35804"/>
                </a:lnTo>
                <a:lnTo>
                  <a:pt x="1598236" y="26851"/>
                </a:lnTo>
                <a:lnTo>
                  <a:pt x="1598236" y="26851"/>
                </a:lnTo>
                <a:lnTo>
                  <a:pt x="1552440" y="19240"/>
                </a:lnTo>
                <a:lnTo>
                  <a:pt x="1552440" y="19240"/>
                </a:lnTo>
                <a:lnTo>
                  <a:pt x="1530056" y="15669"/>
                </a:lnTo>
                <a:lnTo>
                  <a:pt x="1530056" y="15669"/>
                </a:lnTo>
                <a:lnTo>
                  <a:pt x="1527456" y="15221"/>
                </a:lnTo>
                <a:lnTo>
                  <a:pt x="1527456" y="15221"/>
                </a:lnTo>
                <a:lnTo>
                  <a:pt x="1475935" y="8953"/>
                </a:lnTo>
                <a:lnTo>
                  <a:pt x="1424415" y="4924"/>
                </a:lnTo>
                <a:lnTo>
                  <a:pt x="1424415" y="4924"/>
                </a:lnTo>
                <a:lnTo>
                  <a:pt x="1374970" y="2686"/>
                </a:lnTo>
                <a:lnTo>
                  <a:pt x="1326574" y="895"/>
                </a:lnTo>
                <a:lnTo>
                  <a:pt x="1276606" y="0"/>
                </a:lnTo>
                <a:lnTo>
                  <a:pt x="1227171" y="895"/>
                </a:lnTo>
                <a:lnTo>
                  <a:pt x="1227171" y="895"/>
                </a:lnTo>
                <a:lnTo>
                  <a:pt x="1185537" y="2686"/>
                </a:lnTo>
                <a:lnTo>
                  <a:pt x="1143904" y="4924"/>
                </a:lnTo>
                <a:lnTo>
                  <a:pt x="1143904" y="4924"/>
                </a:lnTo>
                <a:lnTo>
                  <a:pt x="1102270" y="8506"/>
                </a:lnTo>
                <a:lnTo>
                  <a:pt x="1102270" y="8506"/>
                </a:lnTo>
                <a:lnTo>
                  <a:pt x="1093421" y="8953"/>
                </a:lnTo>
                <a:lnTo>
                  <a:pt x="1093421" y="8953"/>
                </a:lnTo>
                <a:lnTo>
                  <a:pt x="1073647" y="11640"/>
                </a:lnTo>
                <a:lnTo>
                  <a:pt x="1073647" y="11640"/>
                </a:lnTo>
                <a:lnTo>
                  <a:pt x="1030451" y="16564"/>
                </a:lnTo>
                <a:lnTo>
                  <a:pt x="986732" y="23270"/>
                </a:lnTo>
                <a:lnTo>
                  <a:pt x="943012" y="30880"/>
                </a:lnTo>
                <a:lnTo>
                  <a:pt x="899302" y="39386"/>
                </a:lnTo>
                <a:lnTo>
                  <a:pt x="899302" y="39386"/>
                </a:lnTo>
                <a:lnTo>
                  <a:pt x="864955" y="46549"/>
                </a:lnTo>
                <a:lnTo>
                  <a:pt x="831122" y="54159"/>
                </a:lnTo>
                <a:lnTo>
                  <a:pt x="797299" y="63551"/>
                </a:lnTo>
                <a:lnTo>
                  <a:pt x="763990" y="72504"/>
                </a:lnTo>
                <a:lnTo>
                  <a:pt x="763990" y="72504"/>
                </a:lnTo>
                <a:lnTo>
                  <a:pt x="728081" y="81905"/>
                </a:lnTo>
                <a:lnTo>
                  <a:pt x="728081" y="81905"/>
                </a:lnTo>
                <a:lnTo>
                  <a:pt x="688523" y="94431"/>
                </a:lnTo>
                <a:lnTo>
                  <a:pt x="688523" y="94431"/>
                </a:lnTo>
                <a:lnTo>
                  <a:pt x="677598" y="98460"/>
                </a:lnTo>
                <a:lnTo>
                  <a:pt x="677598" y="98460"/>
                </a:lnTo>
                <a:lnTo>
                  <a:pt x="667187" y="102041"/>
                </a:lnTo>
                <a:lnTo>
                  <a:pt x="667187" y="102041"/>
                </a:lnTo>
                <a:lnTo>
                  <a:pt x="625030" y="117710"/>
                </a:lnTo>
                <a:lnTo>
                  <a:pt x="583396" y="134264"/>
                </a:lnTo>
                <a:lnTo>
                  <a:pt x="583396" y="134264"/>
                </a:lnTo>
                <a:lnTo>
                  <a:pt x="535000" y="156200"/>
                </a:lnTo>
                <a:lnTo>
                  <a:pt x="487117" y="178574"/>
                </a:lnTo>
                <a:lnTo>
                  <a:pt x="440807" y="203635"/>
                </a:lnTo>
                <a:lnTo>
                  <a:pt x="396049" y="229600"/>
                </a:lnTo>
                <a:lnTo>
                  <a:pt x="396049" y="229600"/>
                </a:lnTo>
                <a:lnTo>
                  <a:pt x="389277" y="234077"/>
                </a:lnTo>
                <a:lnTo>
                  <a:pt x="389277" y="234077"/>
                </a:lnTo>
                <a:lnTo>
                  <a:pt x="372627" y="244811"/>
                </a:lnTo>
                <a:lnTo>
                  <a:pt x="372627" y="244811"/>
                </a:lnTo>
                <a:lnTo>
                  <a:pt x="351291" y="259584"/>
                </a:lnTo>
                <a:lnTo>
                  <a:pt x="329955" y="274805"/>
                </a:lnTo>
                <a:lnTo>
                  <a:pt x="329955" y="274805"/>
                </a:lnTo>
                <a:lnTo>
                  <a:pt x="308610" y="290464"/>
                </a:lnTo>
                <a:lnTo>
                  <a:pt x="288321" y="307476"/>
                </a:lnTo>
                <a:lnTo>
                  <a:pt x="269062" y="324031"/>
                </a:lnTo>
                <a:lnTo>
                  <a:pt x="249288" y="340595"/>
                </a:lnTo>
                <a:lnTo>
                  <a:pt x="249288" y="340595"/>
                </a:lnTo>
                <a:lnTo>
                  <a:pt x="233153" y="355806"/>
                </a:lnTo>
                <a:lnTo>
                  <a:pt x="217541" y="371475"/>
                </a:lnTo>
                <a:lnTo>
                  <a:pt x="217541" y="371475"/>
                </a:lnTo>
                <a:lnTo>
                  <a:pt x="200882" y="388477"/>
                </a:lnTo>
                <a:lnTo>
                  <a:pt x="200882" y="388477"/>
                </a:lnTo>
                <a:lnTo>
                  <a:pt x="194119" y="395192"/>
                </a:lnTo>
                <a:lnTo>
                  <a:pt x="194119" y="395192"/>
                </a:lnTo>
                <a:lnTo>
                  <a:pt x="177470" y="414442"/>
                </a:lnTo>
                <a:lnTo>
                  <a:pt x="161849" y="434130"/>
                </a:lnTo>
                <a:lnTo>
                  <a:pt x="146761" y="454275"/>
                </a:lnTo>
                <a:lnTo>
                  <a:pt x="132188" y="474411"/>
                </a:lnTo>
                <a:lnTo>
                  <a:pt x="132188" y="474411"/>
                </a:lnTo>
                <a:lnTo>
                  <a:pt x="118138" y="495452"/>
                </a:lnTo>
                <a:lnTo>
                  <a:pt x="104603" y="516931"/>
                </a:lnTo>
                <a:lnTo>
                  <a:pt x="104603" y="516931"/>
                </a:lnTo>
                <a:lnTo>
                  <a:pt x="92116" y="538857"/>
                </a:lnTo>
                <a:lnTo>
                  <a:pt x="92116" y="538857"/>
                </a:lnTo>
                <a:lnTo>
                  <a:pt x="86392" y="549601"/>
                </a:lnTo>
                <a:lnTo>
                  <a:pt x="86392" y="549601"/>
                </a:lnTo>
                <a:lnTo>
                  <a:pt x="75466" y="571090"/>
                </a:lnTo>
                <a:lnTo>
                  <a:pt x="66094" y="593912"/>
                </a:lnTo>
                <a:lnTo>
                  <a:pt x="56207" y="616286"/>
                </a:lnTo>
                <a:lnTo>
                  <a:pt x="48396" y="639117"/>
                </a:lnTo>
                <a:lnTo>
                  <a:pt x="48396" y="639117"/>
                </a:lnTo>
                <a:lnTo>
                  <a:pt x="34871" y="678055"/>
                </a:lnTo>
                <a:lnTo>
                  <a:pt x="23422" y="718336"/>
                </a:lnTo>
                <a:lnTo>
                  <a:pt x="23422" y="718336"/>
                </a:lnTo>
                <a:lnTo>
                  <a:pt x="13535" y="758160"/>
                </a:lnTo>
                <a:lnTo>
                  <a:pt x="13535" y="758160"/>
                </a:lnTo>
                <a:lnTo>
                  <a:pt x="9363" y="778306"/>
                </a:lnTo>
                <a:lnTo>
                  <a:pt x="9363" y="778306"/>
                </a:lnTo>
                <a:lnTo>
                  <a:pt x="9363" y="780096"/>
                </a:lnTo>
                <a:lnTo>
                  <a:pt x="9363" y="780096"/>
                </a:lnTo>
                <a:lnTo>
                  <a:pt x="7810" y="787707"/>
                </a:lnTo>
                <a:lnTo>
                  <a:pt x="7810" y="787707"/>
                </a:lnTo>
                <a:lnTo>
                  <a:pt x="4686" y="808290"/>
                </a:lnTo>
                <a:lnTo>
                  <a:pt x="2600" y="829331"/>
                </a:lnTo>
                <a:lnTo>
                  <a:pt x="1038" y="850362"/>
                </a:lnTo>
                <a:lnTo>
                  <a:pt x="0" y="871841"/>
                </a:lnTo>
                <a:lnTo>
                  <a:pt x="0" y="892882"/>
                </a:lnTo>
                <a:lnTo>
                  <a:pt x="0" y="913913"/>
                </a:lnTo>
                <a:lnTo>
                  <a:pt x="1038" y="934506"/>
                </a:lnTo>
                <a:lnTo>
                  <a:pt x="2086" y="956433"/>
                </a:lnTo>
                <a:lnTo>
                  <a:pt x="2086" y="956433"/>
                </a:lnTo>
                <a:lnTo>
                  <a:pt x="2600" y="969863"/>
                </a:lnTo>
                <a:lnTo>
                  <a:pt x="2600" y="969863"/>
                </a:lnTo>
                <a:lnTo>
                  <a:pt x="4686" y="979702"/>
                </a:lnTo>
                <a:lnTo>
                  <a:pt x="4686" y="979702"/>
                </a:lnTo>
                <a:lnTo>
                  <a:pt x="8849" y="999847"/>
                </a:lnTo>
                <a:lnTo>
                  <a:pt x="12487" y="1020431"/>
                </a:lnTo>
                <a:lnTo>
                  <a:pt x="12487" y="1020431"/>
                </a:lnTo>
                <a:lnTo>
                  <a:pt x="18212" y="1043262"/>
                </a:lnTo>
                <a:lnTo>
                  <a:pt x="24984" y="1065637"/>
                </a:lnTo>
                <a:lnTo>
                  <a:pt x="31747" y="1088468"/>
                </a:lnTo>
                <a:lnTo>
                  <a:pt x="39557" y="1110842"/>
                </a:lnTo>
                <a:lnTo>
                  <a:pt x="39557" y="1110842"/>
                </a:lnTo>
                <a:lnTo>
                  <a:pt x="47358" y="1129187"/>
                </a:lnTo>
                <a:lnTo>
                  <a:pt x="55169" y="1147542"/>
                </a:lnTo>
                <a:lnTo>
                  <a:pt x="55169" y="1147542"/>
                </a:lnTo>
                <a:lnTo>
                  <a:pt x="60893" y="1159181"/>
                </a:lnTo>
                <a:lnTo>
                  <a:pt x="60893" y="1159181"/>
                </a:lnTo>
                <a:lnTo>
                  <a:pt x="71818" y="1181108"/>
                </a:lnTo>
                <a:lnTo>
                  <a:pt x="71818" y="1181108"/>
                </a:lnTo>
                <a:lnTo>
                  <a:pt x="85353" y="1204378"/>
                </a:lnTo>
                <a:lnTo>
                  <a:pt x="99927" y="1228552"/>
                </a:lnTo>
                <a:lnTo>
                  <a:pt x="114490" y="1251374"/>
                </a:lnTo>
                <a:lnTo>
                  <a:pt x="130111" y="1274643"/>
                </a:lnTo>
                <a:lnTo>
                  <a:pt x="130111" y="1274643"/>
                </a:lnTo>
                <a:lnTo>
                  <a:pt x="144675" y="1294789"/>
                </a:lnTo>
                <a:lnTo>
                  <a:pt x="160296" y="1314477"/>
                </a:lnTo>
                <a:lnTo>
                  <a:pt x="190995" y="1354758"/>
                </a:lnTo>
                <a:lnTo>
                  <a:pt x="221180" y="1394592"/>
                </a:lnTo>
                <a:lnTo>
                  <a:pt x="235753" y="1414737"/>
                </a:lnTo>
                <a:lnTo>
                  <a:pt x="249288" y="1435768"/>
                </a:lnTo>
                <a:lnTo>
                  <a:pt x="249288" y="1435768"/>
                </a:lnTo>
                <a:lnTo>
                  <a:pt x="260213" y="1455018"/>
                </a:lnTo>
                <a:lnTo>
                  <a:pt x="270100" y="1473363"/>
                </a:lnTo>
                <a:lnTo>
                  <a:pt x="278425" y="1492613"/>
                </a:lnTo>
                <a:lnTo>
                  <a:pt x="285197" y="1511854"/>
                </a:lnTo>
                <a:lnTo>
                  <a:pt x="291960" y="1531104"/>
                </a:lnTo>
                <a:lnTo>
                  <a:pt x="297161" y="1550792"/>
                </a:lnTo>
                <a:lnTo>
                  <a:pt x="301847" y="1570928"/>
                </a:lnTo>
                <a:lnTo>
                  <a:pt x="304971" y="1591073"/>
                </a:lnTo>
                <a:lnTo>
                  <a:pt x="304971" y="1591073"/>
                </a:lnTo>
                <a:lnTo>
                  <a:pt x="306009" y="1603608"/>
                </a:lnTo>
                <a:lnTo>
                  <a:pt x="306533" y="1615238"/>
                </a:lnTo>
                <a:lnTo>
                  <a:pt x="306533" y="1627773"/>
                </a:lnTo>
                <a:lnTo>
                  <a:pt x="306009" y="1639412"/>
                </a:lnTo>
                <a:lnTo>
                  <a:pt x="302885" y="1663130"/>
                </a:lnTo>
                <a:lnTo>
                  <a:pt x="298208" y="1687294"/>
                </a:lnTo>
                <a:lnTo>
                  <a:pt x="290398" y="1710573"/>
                </a:lnTo>
                <a:lnTo>
                  <a:pt x="282597" y="1733843"/>
                </a:lnTo>
                <a:lnTo>
                  <a:pt x="272700" y="1756665"/>
                </a:lnTo>
                <a:lnTo>
                  <a:pt x="262814" y="1779944"/>
                </a:lnTo>
                <a:lnTo>
                  <a:pt x="262814" y="1779944"/>
                </a:lnTo>
                <a:lnTo>
                  <a:pt x="268024" y="1777258"/>
                </a:lnTo>
                <a:lnTo>
                  <a:pt x="268024" y="1777258"/>
                </a:lnTo>
                <a:lnTo>
                  <a:pt x="280511" y="1773229"/>
                </a:lnTo>
                <a:lnTo>
                  <a:pt x="280511" y="1773229"/>
                </a:lnTo>
                <a:lnTo>
                  <a:pt x="317458" y="1758903"/>
                </a:lnTo>
                <a:lnTo>
                  <a:pt x="317458" y="1758903"/>
                </a:lnTo>
                <a:lnTo>
                  <a:pt x="355454" y="1742349"/>
                </a:lnTo>
                <a:lnTo>
                  <a:pt x="392401" y="1723994"/>
                </a:lnTo>
                <a:lnTo>
                  <a:pt x="392401" y="1723994"/>
                </a:lnTo>
                <a:lnTo>
                  <a:pt x="427272" y="1706544"/>
                </a:lnTo>
                <a:lnTo>
                  <a:pt x="461095" y="1687294"/>
                </a:lnTo>
                <a:lnTo>
                  <a:pt x="528237" y="1647013"/>
                </a:lnTo>
                <a:lnTo>
                  <a:pt x="528237" y="1647013"/>
                </a:lnTo>
                <a:lnTo>
                  <a:pt x="596931" y="1606284"/>
                </a:lnTo>
                <a:lnTo>
                  <a:pt x="596931" y="1606284"/>
                </a:lnTo>
                <a:lnTo>
                  <a:pt x="605780" y="1600922"/>
                </a:lnTo>
                <a:lnTo>
                  <a:pt x="614629" y="1597788"/>
                </a:lnTo>
                <a:lnTo>
                  <a:pt x="623477" y="1595102"/>
                </a:lnTo>
                <a:lnTo>
                  <a:pt x="632840" y="1593759"/>
                </a:lnTo>
                <a:lnTo>
                  <a:pt x="641689" y="1591968"/>
                </a:lnTo>
                <a:lnTo>
                  <a:pt x="650538" y="1591968"/>
                </a:lnTo>
                <a:lnTo>
                  <a:pt x="660425" y="1591968"/>
                </a:lnTo>
                <a:lnTo>
                  <a:pt x="668749" y="1592864"/>
                </a:lnTo>
                <a:lnTo>
                  <a:pt x="687485" y="1595997"/>
                </a:lnTo>
                <a:lnTo>
                  <a:pt x="705697" y="1599579"/>
                </a:lnTo>
                <a:lnTo>
                  <a:pt x="741606" y="1608523"/>
                </a:lnTo>
                <a:lnTo>
                  <a:pt x="741606" y="1608523"/>
                </a:lnTo>
                <a:lnTo>
                  <a:pt x="787412" y="1618819"/>
                </a:lnTo>
                <a:lnTo>
                  <a:pt x="832160" y="1628668"/>
                </a:lnTo>
                <a:lnTo>
                  <a:pt x="877966" y="1637174"/>
                </a:lnTo>
                <a:lnTo>
                  <a:pt x="923238" y="1644327"/>
                </a:lnTo>
                <a:lnTo>
                  <a:pt x="923238" y="1644327"/>
                </a:lnTo>
                <a:lnTo>
                  <a:pt x="970082" y="1651938"/>
                </a:lnTo>
                <a:lnTo>
                  <a:pt x="970082" y="1651938"/>
                </a:lnTo>
                <a:lnTo>
                  <a:pt x="994018" y="1655519"/>
                </a:lnTo>
                <a:lnTo>
                  <a:pt x="994018" y="1655519"/>
                </a:lnTo>
                <a:lnTo>
                  <a:pt x="997143" y="1656414"/>
                </a:lnTo>
                <a:lnTo>
                  <a:pt x="997143" y="1656414"/>
                </a:lnTo>
                <a:lnTo>
                  <a:pt x="998181" y="1656414"/>
                </a:lnTo>
                <a:lnTo>
                  <a:pt x="998181" y="1656414"/>
                </a:lnTo>
                <a:lnTo>
                  <a:pt x="1052302" y="1662234"/>
                </a:lnTo>
                <a:lnTo>
                  <a:pt x="1106947" y="1668054"/>
                </a:lnTo>
                <a:lnTo>
                  <a:pt x="1106947" y="1668054"/>
                </a:lnTo>
                <a:lnTo>
                  <a:pt x="1160553" y="1672083"/>
                </a:lnTo>
                <a:lnTo>
                  <a:pt x="1214684" y="1675664"/>
                </a:lnTo>
                <a:lnTo>
                  <a:pt x="1268281" y="1677007"/>
                </a:lnTo>
                <a:lnTo>
                  <a:pt x="1322411" y="1677903"/>
                </a:lnTo>
                <a:lnTo>
                  <a:pt x="1322411" y="1677903"/>
                </a:lnTo>
                <a:lnTo>
                  <a:pt x="1374970" y="1677903"/>
                </a:lnTo>
                <a:lnTo>
                  <a:pt x="1427539" y="1676112"/>
                </a:lnTo>
                <a:lnTo>
                  <a:pt x="1427539" y="1676112"/>
                </a:lnTo>
                <a:lnTo>
                  <a:pt x="1453551" y="1674769"/>
                </a:lnTo>
                <a:lnTo>
                  <a:pt x="1479574" y="1672978"/>
                </a:lnTo>
                <a:lnTo>
                  <a:pt x="1479574" y="1672978"/>
                </a:lnTo>
                <a:lnTo>
                  <a:pt x="1506120" y="1671188"/>
                </a:lnTo>
                <a:lnTo>
                  <a:pt x="1506120" y="1671188"/>
                </a:lnTo>
                <a:lnTo>
                  <a:pt x="1520693" y="1669397"/>
                </a:lnTo>
                <a:lnTo>
                  <a:pt x="1520693" y="1669397"/>
                </a:lnTo>
                <a:lnTo>
                  <a:pt x="1520693" y="1669397"/>
                </a:lnTo>
                <a:lnTo>
                  <a:pt x="1520693" y="1669397"/>
                </a:lnTo>
                <a:lnTo>
                  <a:pt x="1573776" y="1663130"/>
                </a:lnTo>
                <a:lnTo>
                  <a:pt x="1626335" y="1654624"/>
                </a:lnTo>
                <a:lnTo>
                  <a:pt x="1678903" y="1644327"/>
                </a:lnTo>
                <a:lnTo>
                  <a:pt x="1730424" y="1632697"/>
                </a:lnTo>
                <a:lnTo>
                  <a:pt x="1730424" y="1632697"/>
                </a:lnTo>
                <a:lnTo>
                  <a:pt x="1769972" y="1621953"/>
                </a:lnTo>
                <a:lnTo>
                  <a:pt x="1811091" y="1610313"/>
                </a:lnTo>
                <a:lnTo>
                  <a:pt x="1811091" y="1610313"/>
                </a:lnTo>
                <a:lnTo>
                  <a:pt x="1849601" y="1597788"/>
                </a:lnTo>
                <a:lnTo>
                  <a:pt x="1849601" y="1597788"/>
                </a:lnTo>
                <a:lnTo>
                  <a:pt x="1855849" y="1595102"/>
                </a:lnTo>
                <a:lnTo>
                  <a:pt x="1855849" y="1595102"/>
                </a:lnTo>
                <a:lnTo>
                  <a:pt x="1875099" y="1588387"/>
                </a:lnTo>
                <a:lnTo>
                  <a:pt x="1875099" y="1588387"/>
                </a:lnTo>
                <a:lnTo>
                  <a:pt x="1914132" y="1574509"/>
                </a:lnTo>
                <a:lnTo>
                  <a:pt x="1951604" y="1559298"/>
                </a:lnTo>
                <a:lnTo>
                  <a:pt x="1989599" y="1542734"/>
                </a:lnTo>
                <a:lnTo>
                  <a:pt x="2027584" y="1525732"/>
                </a:lnTo>
                <a:lnTo>
                  <a:pt x="2063494" y="1507377"/>
                </a:lnTo>
                <a:lnTo>
                  <a:pt x="2100451" y="1488136"/>
                </a:lnTo>
                <a:lnTo>
                  <a:pt x="2135312" y="1468439"/>
                </a:lnTo>
                <a:lnTo>
                  <a:pt x="2170183" y="1447408"/>
                </a:lnTo>
                <a:lnTo>
                  <a:pt x="2170183" y="1447408"/>
                </a:lnTo>
                <a:lnTo>
                  <a:pt x="2192567" y="1432187"/>
                </a:lnTo>
                <a:lnTo>
                  <a:pt x="2192567" y="1432187"/>
                </a:lnTo>
                <a:close/>
              </a:path>
            </a:pathLst>
          </a:custGeom>
          <a:solidFill>
            <a:srgbClr val="FE672E">
              <a:alpha val="100000"/>
            </a:srgbClr>
          </a:solidFill>
          <a:ln w="26987">
            <a:solidFill>
              <a:srgbClr val="D8D8D8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形状4"/>
          <p:cNvSpPr txBox="1"/>
          <p:nvPr/>
        </p:nvSpPr>
        <p:spPr>
          <a:xfrm>
            <a:off x="3092717" y="962583"/>
            <a:ext cx="2694793" cy="2047952"/>
          </a:xfrm>
          <a:custGeom>
            <a:avLst/>
            <a:gdLst>
              <a:gd name="connsiteX0" fmla="*/ 2332205 w 2694793"/>
              <a:gd name="connsiteY0" fmla="*/ 1647835 h 2047952"/>
              <a:gd name="connsiteX1" fmla="*/ 2332205 w 2694793"/>
              <a:gd name="connsiteY1" fmla="*/ 1647835 h 2047952"/>
              <a:gd name="connsiteX2" fmla="*/ 2366524 w 2694793"/>
              <a:gd name="connsiteY2" fmla="*/ 1622089 h 2047952"/>
              <a:gd name="connsiteX3" fmla="*/ 2366524 w 2694793"/>
              <a:gd name="connsiteY3" fmla="*/ 1622089 h 2047952"/>
              <a:gd name="connsiteX4" fmla="*/ 2401395 w 2694793"/>
              <a:gd name="connsiteY4" fmla="*/ 1593257 h 2047952"/>
              <a:gd name="connsiteX5" fmla="*/ 2435723 w 2694793"/>
              <a:gd name="connsiteY5" fmla="*/ 1562358 h 2047952"/>
              <a:gd name="connsiteX6" fmla="*/ 2435723 w 2694793"/>
              <a:gd name="connsiteY6" fmla="*/ 1562358 h 2047952"/>
              <a:gd name="connsiteX7" fmla="*/ 2466717 w 2694793"/>
              <a:gd name="connsiteY7" fmla="*/ 1533002 h 2047952"/>
              <a:gd name="connsiteX8" fmla="*/ 2495502 w 2694793"/>
              <a:gd name="connsiteY8" fmla="*/ 1502103 h 2047952"/>
              <a:gd name="connsiteX9" fmla="*/ 2495502 w 2694793"/>
              <a:gd name="connsiteY9" fmla="*/ 1502103 h 2047952"/>
              <a:gd name="connsiteX10" fmla="*/ 2501597 w 2694793"/>
              <a:gd name="connsiteY10" fmla="*/ 1494378 h 2047952"/>
              <a:gd name="connsiteX11" fmla="*/ 2501597 w 2694793"/>
              <a:gd name="connsiteY11" fmla="*/ 1494378 h 2047952"/>
              <a:gd name="connsiteX12" fmla="*/ 2509903 w 2694793"/>
              <a:gd name="connsiteY12" fmla="*/ 1485624 h 2047952"/>
              <a:gd name="connsiteX13" fmla="*/ 2509903 w 2694793"/>
              <a:gd name="connsiteY13" fmla="*/ 1485624 h 2047952"/>
              <a:gd name="connsiteX14" fmla="*/ 2524296 w 2694793"/>
              <a:gd name="connsiteY14" fmla="*/ 1466574 h 2047952"/>
              <a:gd name="connsiteX15" fmla="*/ 2539793 w 2694793"/>
              <a:gd name="connsiteY15" fmla="*/ 1447010 h 2047952"/>
              <a:gd name="connsiteX16" fmla="*/ 2539793 w 2694793"/>
              <a:gd name="connsiteY16" fmla="*/ 1447010 h 2047952"/>
              <a:gd name="connsiteX17" fmla="*/ 2563596 w 2694793"/>
              <a:gd name="connsiteY17" fmla="*/ 1412501 h 2047952"/>
              <a:gd name="connsiteX18" fmla="*/ 2586294 w 2694793"/>
              <a:gd name="connsiteY18" fmla="*/ 1378001 h 2047952"/>
              <a:gd name="connsiteX19" fmla="*/ 2586294 w 2694793"/>
              <a:gd name="connsiteY19" fmla="*/ 1378001 h 2047952"/>
              <a:gd name="connsiteX20" fmla="*/ 2607877 w 2694793"/>
              <a:gd name="connsiteY20" fmla="*/ 1341444 h 2047952"/>
              <a:gd name="connsiteX21" fmla="*/ 2607877 w 2694793"/>
              <a:gd name="connsiteY21" fmla="*/ 1341444 h 2047952"/>
              <a:gd name="connsiteX22" fmla="*/ 2617288 w 2694793"/>
              <a:gd name="connsiteY22" fmla="*/ 1322385 h 2047952"/>
              <a:gd name="connsiteX23" fmla="*/ 2617288 w 2694793"/>
              <a:gd name="connsiteY23" fmla="*/ 1322385 h 2047952"/>
              <a:gd name="connsiteX24" fmla="*/ 2621717 w 2694793"/>
              <a:gd name="connsiteY24" fmla="*/ 1314670 h 2047952"/>
              <a:gd name="connsiteX25" fmla="*/ 2621717 w 2694793"/>
              <a:gd name="connsiteY25" fmla="*/ 1314670 h 2047952"/>
              <a:gd name="connsiteX26" fmla="*/ 2630575 w 2694793"/>
              <a:gd name="connsiteY26" fmla="*/ 1293553 h 2047952"/>
              <a:gd name="connsiteX27" fmla="*/ 2638881 w 2694793"/>
              <a:gd name="connsiteY27" fmla="*/ 1272436 h 2047952"/>
              <a:gd name="connsiteX28" fmla="*/ 2647187 w 2694793"/>
              <a:gd name="connsiteY28" fmla="*/ 1251328 h 2047952"/>
              <a:gd name="connsiteX29" fmla="*/ 2654378 w 2694793"/>
              <a:gd name="connsiteY29" fmla="*/ 1230211 h 2047952"/>
              <a:gd name="connsiteX30" fmla="*/ 2667666 w 2694793"/>
              <a:gd name="connsiteY30" fmla="*/ 1186958 h 2047952"/>
              <a:gd name="connsiteX31" fmla="*/ 2678181 w 2694793"/>
              <a:gd name="connsiteY31" fmla="*/ 1143705 h 2047952"/>
              <a:gd name="connsiteX32" fmla="*/ 2678181 w 2694793"/>
              <a:gd name="connsiteY32" fmla="*/ 1143705 h 2047952"/>
              <a:gd name="connsiteX33" fmla="*/ 2683163 w 2694793"/>
              <a:gd name="connsiteY33" fmla="*/ 1121560 h 2047952"/>
              <a:gd name="connsiteX34" fmla="*/ 2683163 w 2694793"/>
              <a:gd name="connsiteY34" fmla="*/ 1121560 h 2047952"/>
              <a:gd name="connsiteX35" fmla="*/ 2684277 w 2694793"/>
              <a:gd name="connsiteY35" fmla="*/ 1112806 h 2047952"/>
              <a:gd name="connsiteX36" fmla="*/ 2684277 w 2694793"/>
              <a:gd name="connsiteY36" fmla="*/ 1112806 h 2047952"/>
              <a:gd name="connsiteX37" fmla="*/ 2689811 w 2694793"/>
              <a:gd name="connsiteY37" fmla="*/ 1074182 h 2047952"/>
              <a:gd name="connsiteX38" fmla="*/ 2689811 w 2694793"/>
              <a:gd name="connsiteY38" fmla="*/ 1074182 h 2047952"/>
              <a:gd name="connsiteX39" fmla="*/ 2692574 w 2694793"/>
              <a:gd name="connsiteY39" fmla="*/ 1048436 h 2047952"/>
              <a:gd name="connsiteX40" fmla="*/ 2693688 w 2694793"/>
              <a:gd name="connsiteY40" fmla="*/ 1022690 h 2047952"/>
              <a:gd name="connsiteX41" fmla="*/ 2694793 w 2694793"/>
              <a:gd name="connsiteY41" fmla="*/ 996430 h 2047952"/>
              <a:gd name="connsiteX42" fmla="*/ 2694793 w 2694793"/>
              <a:gd name="connsiteY42" fmla="*/ 970684 h 2047952"/>
              <a:gd name="connsiteX43" fmla="*/ 2694793 w 2694793"/>
              <a:gd name="connsiteY43" fmla="*/ 970684 h 2047952"/>
              <a:gd name="connsiteX44" fmla="*/ 2693688 w 2694793"/>
              <a:gd name="connsiteY44" fmla="*/ 930002 h 2047952"/>
              <a:gd name="connsiteX45" fmla="*/ 2691469 w 2694793"/>
              <a:gd name="connsiteY45" fmla="*/ 889835 h 2047952"/>
              <a:gd name="connsiteX46" fmla="*/ 2691469 w 2694793"/>
              <a:gd name="connsiteY46" fmla="*/ 889835 h 2047952"/>
              <a:gd name="connsiteX47" fmla="*/ 2690916 w 2694793"/>
              <a:gd name="connsiteY47" fmla="*/ 882111 h 2047952"/>
              <a:gd name="connsiteX48" fmla="*/ 2690916 w 2694793"/>
              <a:gd name="connsiteY48" fmla="*/ 882111 h 2047952"/>
              <a:gd name="connsiteX49" fmla="*/ 2689811 w 2694793"/>
              <a:gd name="connsiteY49" fmla="*/ 872328 h 2047952"/>
              <a:gd name="connsiteX50" fmla="*/ 2689811 w 2694793"/>
              <a:gd name="connsiteY50" fmla="*/ 872328 h 2047952"/>
              <a:gd name="connsiteX51" fmla="*/ 2683163 w 2694793"/>
              <a:gd name="connsiteY51" fmla="*/ 838848 h 2047952"/>
              <a:gd name="connsiteX52" fmla="*/ 2683163 w 2694793"/>
              <a:gd name="connsiteY52" fmla="*/ 838848 h 2047952"/>
              <a:gd name="connsiteX53" fmla="*/ 2681506 w 2694793"/>
              <a:gd name="connsiteY53" fmla="*/ 828552 h 2047952"/>
              <a:gd name="connsiteX54" fmla="*/ 2681506 w 2694793"/>
              <a:gd name="connsiteY54" fmla="*/ 828552 h 2047952"/>
              <a:gd name="connsiteX55" fmla="*/ 2672095 w 2694793"/>
              <a:gd name="connsiteY55" fmla="*/ 789928 h 2047952"/>
              <a:gd name="connsiteX56" fmla="*/ 2661579 w 2694793"/>
              <a:gd name="connsiteY56" fmla="*/ 751313 h 2047952"/>
              <a:gd name="connsiteX57" fmla="*/ 2648292 w 2694793"/>
              <a:gd name="connsiteY57" fmla="*/ 714232 h 2047952"/>
              <a:gd name="connsiteX58" fmla="*/ 2633900 w 2694793"/>
              <a:gd name="connsiteY58" fmla="*/ 677675 h 2047952"/>
              <a:gd name="connsiteX59" fmla="*/ 2633900 w 2694793"/>
              <a:gd name="connsiteY59" fmla="*/ 677675 h 2047952"/>
              <a:gd name="connsiteX60" fmla="*/ 2626699 w 2694793"/>
              <a:gd name="connsiteY60" fmla="*/ 660168 h 2047952"/>
              <a:gd name="connsiteX61" fmla="*/ 2626699 w 2694793"/>
              <a:gd name="connsiteY61" fmla="*/ 660168 h 2047952"/>
              <a:gd name="connsiteX62" fmla="*/ 2608992 w 2694793"/>
              <a:gd name="connsiteY62" fmla="*/ 625659 h 2047952"/>
              <a:gd name="connsiteX63" fmla="*/ 2608992 w 2694793"/>
              <a:gd name="connsiteY63" fmla="*/ 625659 h 2047952"/>
              <a:gd name="connsiteX64" fmla="*/ 2588504 w 2694793"/>
              <a:gd name="connsiteY64" fmla="*/ 589102 h 2047952"/>
              <a:gd name="connsiteX65" fmla="*/ 2565806 w 2694793"/>
              <a:gd name="connsiteY65" fmla="*/ 552536 h 2047952"/>
              <a:gd name="connsiteX66" fmla="*/ 2565806 w 2694793"/>
              <a:gd name="connsiteY66" fmla="*/ 552536 h 2047952"/>
              <a:gd name="connsiteX67" fmla="*/ 2544222 w 2694793"/>
              <a:gd name="connsiteY67" fmla="*/ 520103 h 2047952"/>
              <a:gd name="connsiteX68" fmla="*/ 2520419 w 2694793"/>
              <a:gd name="connsiteY68" fmla="*/ 488176 h 2047952"/>
              <a:gd name="connsiteX69" fmla="*/ 2520419 w 2694793"/>
              <a:gd name="connsiteY69" fmla="*/ 488176 h 2047952"/>
              <a:gd name="connsiteX70" fmla="*/ 2514885 w 2694793"/>
              <a:gd name="connsiteY70" fmla="*/ 481479 h 2047952"/>
              <a:gd name="connsiteX71" fmla="*/ 2514885 w 2694793"/>
              <a:gd name="connsiteY71" fmla="*/ 481479 h 2047952"/>
              <a:gd name="connsiteX72" fmla="*/ 2508789 w 2694793"/>
              <a:gd name="connsiteY72" fmla="*/ 472726 h 2047952"/>
              <a:gd name="connsiteX73" fmla="*/ 2508789 w 2694793"/>
              <a:gd name="connsiteY73" fmla="*/ 472726 h 2047952"/>
              <a:gd name="connsiteX74" fmla="*/ 2493292 w 2694793"/>
              <a:gd name="connsiteY74" fmla="*/ 455733 h 2047952"/>
              <a:gd name="connsiteX75" fmla="*/ 2476680 w 2694793"/>
              <a:gd name="connsiteY75" fmla="*/ 437188 h 2047952"/>
              <a:gd name="connsiteX76" fmla="*/ 2476680 w 2694793"/>
              <a:gd name="connsiteY76" fmla="*/ 437188 h 2047952"/>
              <a:gd name="connsiteX77" fmla="*/ 2447896 w 2694793"/>
              <a:gd name="connsiteY77" fmla="*/ 406299 h 2047952"/>
              <a:gd name="connsiteX78" fmla="*/ 2416901 w 2694793"/>
              <a:gd name="connsiteY78" fmla="*/ 376943 h 2047952"/>
              <a:gd name="connsiteX79" fmla="*/ 2384792 w 2694793"/>
              <a:gd name="connsiteY79" fmla="*/ 347072 h 2047952"/>
              <a:gd name="connsiteX80" fmla="*/ 2352131 w 2694793"/>
              <a:gd name="connsiteY80" fmla="*/ 319269 h 2047952"/>
              <a:gd name="connsiteX81" fmla="*/ 2352131 w 2694793"/>
              <a:gd name="connsiteY81" fmla="*/ 319269 h 2047952"/>
              <a:gd name="connsiteX82" fmla="*/ 2335520 w 2694793"/>
              <a:gd name="connsiteY82" fmla="*/ 305362 h 2047952"/>
              <a:gd name="connsiteX83" fmla="*/ 2318918 w 2694793"/>
              <a:gd name="connsiteY83" fmla="*/ 293008 h 2047952"/>
              <a:gd name="connsiteX84" fmla="*/ 2318918 w 2694793"/>
              <a:gd name="connsiteY84" fmla="*/ 293008 h 2047952"/>
              <a:gd name="connsiteX85" fmla="*/ 2317813 w 2694793"/>
              <a:gd name="connsiteY85" fmla="*/ 291979 h 2047952"/>
              <a:gd name="connsiteX86" fmla="*/ 2317813 w 2694793"/>
              <a:gd name="connsiteY86" fmla="*/ 291979 h 2047952"/>
              <a:gd name="connsiteX87" fmla="*/ 2301201 w 2694793"/>
              <a:gd name="connsiteY87" fmla="*/ 279616 h 2047952"/>
              <a:gd name="connsiteX88" fmla="*/ 2301201 w 2694793"/>
              <a:gd name="connsiteY88" fmla="*/ 279616 h 2047952"/>
              <a:gd name="connsiteX89" fmla="*/ 2261901 w 2694793"/>
              <a:gd name="connsiteY89" fmla="*/ 253870 h 2047952"/>
              <a:gd name="connsiteX90" fmla="*/ 2222591 w 2694793"/>
              <a:gd name="connsiteY90" fmla="*/ 227609 h 2047952"/>
              <a:gd name="connsiteX91" fmla="*/ 2222591 w 2694793"/>
              <a:gd name="connsiteY91" fmla="*/ 227609 h 2047952"/>
              <a:gd name="connsiteX92" fmla="*/ 2182186 w 2694793"/>
              <a:gd name="connsiteY92" fmla="*/ 204435 h 2047952"/>
              <a:gd name="connsiteX93" fmla="*/ 2141219 w 2694793"/>
              <a:gd name="connsiteY93" fmla="*/ 182804 h 2047952"/>
              <a:gd name="connsiteX94" fmla="*/ 2099700 w 2694793"/>
              <a:gd name="connsiteY94" fmla="*/ 161182 h 2047952"/>
              <a:gd name="connsiteX95" fmla="*/ 2057628 w 2694793"/>
              <a:gd name="connsiteY95" fmla="*/ 141094 h 2047952"/>
              <a:gd name="connsiteX96" fmla="*/ 2057628 w 2694793"/>
              <a:gd name="connsiteY96" fmla="*/ 141094 h 2047952"/>
              <a:gd name="connsiteX97" fmla="*/ 2018328 w 2694793"/>
              <a:gd name="connsiteY97" fmla="*/ 124101 h 2047952"/>
              <a:gd name="connsiteX98" fmla="*/ 2018328 w 2694793"/>
              <a:gd name="connsiteY98" fmla="*/ 124101 h 2047952"/>
              <a:gd name="connsiteX99" fmla="*/ 2012794 w 2694793"/>
              <a:gd name="connsiteY99" fmla="*/ 122044 h 2047952"/>
              <a:gd name="connsiteX100" fmla="*/ 2012794 w 2694793"/>
              <a:gd name="connsiteY100" fmla="*/ 122044 h 2047952"/>
              <a:gd name="connsiteX101" fmla="*/ 1992305 w 2694793"/>
              <a:gd name="connsiteY101" fmla="*/ 113290 h 2047952"/>
              <a:gd name="connsiteX102" fmla="*/ 1992305 w 2694793"/>
              <a:gd name="connsiteY102" fmla="*/ 113290 h 2047952"/>
              <a:gd name="connsiteX103" fmla="*/ 1943595 w 2694793"/>
              <a:gd name="connsiteY103" fmla="*/ 96298 h 2047952"/>
              <a:gd name="connsiteX104" fmla="*/ 1895436 w 2694793"/>
              <a:gd name="connsiteY104" fmla="*/ 79820 h 2047952"/>
              <a:gd name="connsiteX105" fmla="*/ 1895436 w 2694793"/>
              <a:gd name="connsiteY105" fmla="*/ 79820 h 2047952"/>
              <a:gd name="connsiteX106" fmla="*/ 1847830 w 2694793"/>
              <a:gd name="connsiteY106" fmla="*/ 65399 h 2047952"/>
              <a:gd name="connsiteX107" fmla="*/ 1799110 w 2694793"/>
              <a:gd name="connsiteY107" fmla="*/ 53035 h 2047952"/>
              <a:gd name="connsiteX108" fmla="*/ 1749847 w 2694793"/>
              <a:gd name="connsiteY108" fmla="*/ 41196 h 2047952"/>
              <a:gd name="connsiteX109" fmla="*/ 1700021 w 2694793"/>
              <a:gd name="connsiteY109" fmla="*/ 30899 h 2047952"/>
              <a:gd name="connsiteX110" fmla="*/ 1700021 w 2694793"/>
              <a:gd name="connsiteY110" fmla="*/ 30899 h 2047952"/>
              <a:gd name="connsiteX111" fmla="*/ 1651311 w 2694793"/>
              <a:gd name="connsiteY111" fmla="*/ 22146 h 2047952"/>
              <a:gd name="connsiteX112" fmla="*/ 1651311 w 2694793"/>
              <a:gd name="connsiteY112" fmla="*/ 22146 h 2047952"/>
              <a:gd name="connsiteX113" fmla="*/ 1627508 w 2694793"/>
              <a:gd name="connsiteY113" fmla="*/ 18021 h 2047952"/>
              <a:gd name="connsiteX114" fmla="*/ 1627508 w 2694793"/>
              <a:gd name="connsiteY114" fmla="*/ 18021 h 2047952"/>
              <a:gd name="connsiteX115" fmla="*/ 1624736 w 2694793"/>
              <a:gd name="connsiteY115" fmla="*/ 17507 h 2047952"/>
              <a:gd name="connsiteX116" fmla="*/ 1624736 w 2694793"/>
              <a:gd name="connsiteY116" fmla="*/ 17507 h 2047952"/>
              <a:gd name="connsiteX117" fmla="*/ 1569929 w 2694793"/>
              <a:gd name="connsiteY117" fmla="*/ 10297 h 2047952"/>
              <a:gd name="connsiteX118" fmla="*/ 1515132 w 2694793"/>
              <a:gd name="connsiteY118" fmla="*/ 5667 h 2047952"/>
              <a:gd name="connsiteX119" fmla="*/ 1515132 w 2694793"/>
              <a:gd name="connsiteY119" fmla="*/ 5667 h 2047952"/>
              <a:gd name="connsiteX120" fmla="*/ 1462535 w 2694793"/>
              <a:gd name="connsiteY120" fmla="*/ 3086 h 2047952"/>
              <a:gd name="connsiteX121" fmla="*/ 1411062 w 2694793"/>
              <a:gd name="connsiteY121" fmla="*/ 1029 h 2047952"/>
              <a:gd name="connsiteX122" fmla="*/ 1357912 w 2694793"/>
              <a:gd name="connsiteY122" fmla="*/ 0 h 2047952"/>
              <a:gd name="connsiteX123" fmla="*/ 1305325 w 2694793"/>
              <a:gd name="connsiteY123" fmla="*/ 1029 h 2047952"/>
              <a:gd name="connsiteX124" fmla="*/ 1305325 w 2694793"/>
              <a:gd name="connsiteY124" fmla="*/ 1029 h 2047952"/>
              <a:gd name="connsiteX125" fmla="*/ 1261043 w 2694793"/>
              <a:gd name="connsiteY125" fmla="*/ 3086 h 2047952"/>
              <a:gd name="connsiteX126" fmla="*/ 1216752 w 2694793"/>
              <a:gd name="connsiteY126" fmla="*/ 5667 h 2047952"/>
              <a:gd name="connsiteX127" fmla="*/ 1216752 w 2694793"/>
              <a:gd name="connsiteY127" fmla="*/ 5667 h 2047952"/>
              <a:gd name="connsiteX128" fmla="*/ 1172470 w 2694793"/>
              <a:gd name="connsiteY128" fmla="*/ 9782 h 2047952"/>
              <a:gd name="connsiteX129" fmla="*/ 1172470 w 2694793"/>
              <a:gd name="connsiteY129" fmla="*/ 9782 h 2047952"/>
              <a:gd name="connsiteX130" fmla="*/ 1163059 w 2694793"/>
              <a:gd name="connsiteY130" fmla="*/ 10297 h 2047952"/>
              <a:gd name="connsiteX131" fmla="*/ 1163059 w 2694793"/>
              <a:gd name="connsiteY131" fmla="*/ 10297 h 2047952"/>
              <a:gd name="connsiteX132" fmla="*/ 1142019 w 2694793"/>
              <a:gd name="connsiteY132" fmla="*/ 13392 h 2047952"/>
              <a:gd name="connsiteX133" fmla="*/ 1142019 w 2694793"/>
              <a:gd name="connsiteY133" fmla="*/ 13392 h 2047952"/>
              <a:gd name="connsiteX134" fmla="*/ 1096070 w 2694793"/>
              <a:gd name="connsiteY134" fmla="*/ 19050 h 2047952"/>
              <a:gd name="connsiteX135" fmla="*/ 1049578 w 2694793"/>
              <a:gd name="connsiteY135" fmla="*/ 26775 h 2047952"/>
              <a:gd name="connsiteX136" fmla="*/ 1003077 w 2694793"/>
              <a:gd name="connsiteY136" fmla="*/ 35528 h 2047952"/>
              <a:gd name="connsiteX137" fmla="*/ 956576 w 2694793"/>
              <a:gd name="connsiteY137" fmla="*/ 45320 h 2047952"/>
              <a:gd name="connsiteX138" fmla="*/ 956576 w 2694793"/>
              <a:gd name="connsiteY138" fmla="*/ 45320 h 2047952"/>
              <a:gd name="connsiteX139" fmla="*/ 920038 w 2694793"/>
              <a:gd name="connsiteY139" fmla="*/ 53559 h 2047952"/>
              <a:gd name="connsiteX140" fmla="*/ 884053 w 2694793"/>
              <a:gd name="connsiteY140" fmla="*/ 62313 h 2047952"/>
              <a:gd name="connsiteX141" fmla="*/ 848077 w 2694793"/>
              <a:gd name="connsiteY141" fmla="*/ 73123 h 2047952"/>
              <a:gd name="connsiteX142" fmla="*/ 812644 w 2694793"/>
              <a:gd name="connsiteY142" fmla="*/ 83420 h 2047952"/>
              <a:gd name="connsiteX143" fmla="*/ 812644 w 2694793"/>
              <a:gd name="connsiteY143" fmla="*/ 83420 h 2047952"/>
              <a:gd name="connsiteX144" fmla="*/ 774449 w 2694793"/>
              <a:gd name="connsiteY144" fmla="*/ 94240 h 2047952"/>
              <a:gd name="connsiteX145" fmla="*/ 774449 w 2694793"/>
              <a:gd name="connsiteY145" fmla="*/ 94240 h 2047952"/>
              <a:gd name="connsiteX146" fmla="*/ 732377 w 2694793"/>
              <a:gd name="connsiteY146" fmla="*/ 108652 h 2047952"/>
              <a:gd name="connsiteX147" fmla="*/ 732377 w 2694793"/>
              <a:gd name="connsiteY147" fmla="*/ 108652 h 2047952"/>
              <a:gd name="connsiteX148" fmla="*/ 720747 w 2694793"/>
              <a:gd name="connsiteY148" fmla="*/ 113290 h 2047952"/>
              <a:gd name="connsiteX149" fmla="*/ 720747 w 2694793"/>
              <a:gd name="connsiteY149" fmla="*/ 113290 h 2047952"/>
              <a:gd name="connsiteX150" fmla="*/ 709679 w 2694793"/>
              <a:gd name="connsiteY150" fmla="*/ 117405 h 2047952"/>
              <a:gd name="connsiteX151" fmla="*/ 709679 w 2694793"/>
              <a:gd name="connsiteY151" fmla="*/ 117405 h 2047952"/>
              <a:gd name="connsiteX152" fmla="*/ 664845 w 2694793"/>
              <a:gd name="connsiteY152" fmla="*/ 135436 h 2047952"/>
              <a:gd name="connsiteX153" fmla="*/ 620554 w 2694793"/>
              <a:gd name="connsiteY153" fmla="*/ 154486 h 2047952"/>
              <a:gd name="connsiteX154" fmla="*/ 620554 w 2694793"/>
              <a:gd name="connsiteY154" fmla="*/ 154486 h 2047952"/>
              <a:gd name="connsiteX155" fmla="*/ 569071 w 2694793"/>
              <a:gd name="connsiteY155" fmla="*/ 179718 h 2047952"/>
              <a:gd name="connsiteX156" fmla="*/ 518141 w 2694793"/>
              <a:gd name="connsiteY156" fmla="*/ 205464 h 2047952"/>
              <a:gd name="connsiteX157" fmla="*/ 468877 w 2694793"/>
              <a:gd name="connsiteY157" fmla="*/ 234306 h 2047952"/>
              <a:gd name="connsiteX158" fmla="*/ 421272 w 2694793"/>
              <a:gd name="connsiteY158" fmla="*/ 264166 h 2047952"/>
              <a:gd name="connsiteX159" fmla="*/ 421272 w 2694793"/>
              <a:gd name="connsiteY159" fmla="*/ 264166 h 2047952"/>
              <a:gd name="connsiteX160" fmla="*/ 414071 w 2694793"/>
              <a:gd name="connsiteY160" fmla="*/ 269319 h 2047952"/>
              <a:gd name="connsiteX161" fmla="*/ 414071 w 2694793"/>
              <a:gd name="connsiteY161" fmla="*/ 269319 h 2047952"/>
              <a:gd name="connsiteX162" fmla="*/ 396354 w 2694793"/>
              <a:gd name="connsiteY162" fmla="*/ 281673 h 2047952"/>
              <a:gd name="connsiteX163" fmla="*/ 396354 w 2694793"/>
              <a:gd name="connsiteY163" fmla="*/ 281673 h 2047952"/>
              <a:gd name="connsiteX164" fmla="*/ 373666 w 2694793"/>
              <a:gd name="connsiteY164" fmla="*/ 298666 h 2047952"/>
              <a:gd name="connsiteX165" fmla="*/ 350968 w 2694793"/>
              <a:gd name="connsiteY165" fmla="*/ 316183 h 2047952"/>
              <a:gd name="connsiteX166" fmla="*/ 350968 w 2694793"/>
              <a:gd name="connsiteY166" fmla="*/ 316183 h 2047952"/>
              <a:gd name="connsiteX167" fmla="*/ 328269 w 2694793"/>
              <a:gd name="connsiteY167" fmla="*/ 334204 h 2047952"/>
              <a:gd name="connsiteX168" fmla="*/ 306676 w 2694793"/>
              <a:gd name="connsiteY168" fmla="*/ 353768 h 2047952"/>
              <a:gd name="connsiteX169" fmla="*/ 286198 w 2694793"/>
              <a:gd name="connsiteY169" fmla="*/ 372828 h 2047952"/>
              <a:gd name="connsiteX170" fmla="*/ 265157 w 2694793"/>
              <a:gd name="connsiteY170" fmla="*/ 391878 h 2047952"/>
              <a:gd name="connsiteX171" fmla="*/ 265157 w 2694793"/>
              <a:gd name="connsiteY171" fmla="*/ 391878 h 2047952"/>
              <a:gd name="connsiteX172" fmla="*/ 248002 w 2694793"/>
              <a:gd name="connsiteY172" fmla="*/ 409385 h 2047952"/>
              <a:gd name="connsiteX173" fmla="*/ 231391 w 2694793"/>
              <a:gd name="connsiteY173" fmla="*/ 427406 h 2047952"/>
              <a:gd name="connsiteX174" fmla="*/ 231391 w 2694793"/>
              <a:gd name="connsiteY174" fmla="*/ 427406 h 2047952"/>
              <a:gd name="connsiteX175" fmla="*/ 213684 w 2694793"/>
              <a:gd name="connsiteY175" fmla="*/ 446980 h 2047952"/>
              <a:gd name="connsiteX176" fmla="*/ 213684 w 2694793"/>
              <a:gd name="connsiteY176" fmla="*/ 446980 h 2047952"/>
              <a:gd name="connsiteX177" fmla="*/ 206483 w 2694793"/>
              <a:gd name="connsiteY177" fmla="*/ 454705 h 2047952"/>
              <a:gd name="connsiteX178" fmla="*/ 206483 w 2694793"/>
              <a:gd name="connsiteY178" fmla="*/ 454705 h 2047952"/>
              <a:gd name="connsiteX179" fmla="*/ 188766 w 2694793"/>
              <a:gd name="connsiteY179" fmla="*/ 476841 h 2047952"/>
              <a:gd name="connsiteX180" fmla="*/ 172164 w 2694793"/>
              <a:gd name="connsiteY180" fmla="*/ 499501 h 2047952"/>
              <a:gd name="connsiteX181" fmla="*/ 156105 w 2694793"/>
              <a:gd name="connsiteY181" fmla="*/ 522675 h 2047952"/>
              <a:gd name="connsiteX182" fmla="*/ 140608 w 2694793"/>
              <a:gd name="connsiteY182" fmla="*/ 545849 h 2047952"/>
              <a:gd name="connsiteX183" fmla="*/ 140608 w 2694793"/>
              <a:gd name="connsiteY183" fmla="*/ 545849 h 2047952"/>
              <a:gd name="connsiteX184" fmla="*/ 125663 w 2694793"/>
              <a:gd name="connsiteY184" fmla="*/ 570052 h 2047952"/>
              <a:gd name="connsiteX185" fmla="*/ 111271 w 2694793"/>
              <a:gd name="connsiteY185" fmla="*/ 594770 h 2047952"/>
              <a:gd name="connsiteX186" fmla="*/ 111271 w 2694793"/>
              <a:gd name="connsiteY186" fmla="*/ 594770 h 2047952"/>
              <a:gd name="connsiteX187" fmla="*/ 97984 w 2694793"/>
              <a:gd name="connsiteY187" fmla="*/ 620002 h 2047952"/>
              <a:gd name="connsiteX188" fmla="*/ 97984 w 2694793"/>
              <a:gd name="connsiteY188" fmla="*/ 620002 h 2047952"/>
              <a:gd name="connsiteX189" fmla="*/ 91897 w 2694793"/>
              <a:gd name="connsiteY189" fmla="*/ 632355 h 2047952"/>
              <a:gd name="connsiteX190" fmla="*/ 91897 w 2694793"/>
              <a:gd name="connsiteY190" fmla="*/ 632355 h 2047952"/>
              <a:gd name="connsiteX191" fmla="*/ 80267 w 2694793"/>
              <a:gd name="connsiteY191" fmla="*/ 657073 h 2047952"/>
              <a:gd name="connsiteX192" fmla="*/ 70304 w 2694793"/>
              <a:gd name="connsiteY192" fmla="*/ 683333 h 2047952"/>
              <a:gd name="connsiteX193" fmla="*/ 59788 w 2694793"/>
              <a:gd name="connsiteY193" fmla="*/ 709089 h 2047952"/>
              <a:gd name="connsiteX194" fmla="*/ 51483 w 2694793"/>
              <a:gd name="connsiteY194" fmla="*/ 735349 h 2047952"/>
              <a:gd name="connsiteX195" fmla="*/ 51483 w 2694793"/>
              <a:gd name="connsiteY195" fmla="*/ 735349 h 2047952"/>
              <a:gd name="connsiteX196" fmla="*/ 37090 w 2694793"/>
              <a:gd name="connsiteY196" fmla="*/ 780145 h 2047952"/>
              <a:gd name="connsiteX197" fmla="*/ 24908 w 2694793"/>
              <a:gd name="connsiteY197" fmla="*/ 826494 h 2047952"/>
              <a:gd name="connsiteX198" fmla="*/ 24908 w 2694793"/>
              <a:gd name="connsiteY198" fmla="*/ 826494 h 2047952"/>
              <a:gd name="connsiteX199" fmla="*/ 14392 w 2694793"/>
              <a:gd name="connsiteY199" fmla="*/ 872328 h 2047952"/>
              <a:gd name="connsiteX200" fmla="*/ 14392 w 2694793"/>
              <a:gd name="connsiteY200" fmla="*/ 872328 h 2047952"/>
              <a:gd name="connsiteX201" fmla="*/ 9963 w 2694793"/>
              <a:gd name="connsiteY201" fmla="*/ 895493 h 2047952"/>
              <a:gd name="connsiteX202" fmla="*/ 9963 w 2694793"/>
              <a:gd name="connsiteY202" fmla="*/ 895493 h 2047952"/>
              <a:gd name="connsiteX203" fmla="*/ 9963 w 2694793"/>
              <a:gd name="connsiteY203" fmla="*/ 897560 h 2047952"/>
              <a:gd name="connsiteX204" fmla="*/ 9963 w 2694793"/>
              <a:gd name="connsiteY204" fmla="*/ 897560 h 2047952"/>
              <a:gd name="connsiteX205" fmla="*/ 8306 w 2694793"/>
              <a:gd name="connsiteY205" fmla="*/ 906314 h 2047952"/>
              <a:gd name="connsiteX206" fmla="*/ 8306 w 2694793"/>
              <a:gd name="connsiteY206" fmla="*/ 906314 h 2047952"/>
              <a:gd name="connsiteX207" fmla="*/ 4982 w 2694793"/>
              <a:gd name="connsiteY207" fmla="*/ 930002 h 2047952"/>
              <a:gd name="connsiteX208" fmla="*/ 2772 w 2694793"/>
              <a:gd name="connsiteY208" fmla="*/ 954205 h 2047952"/>
              <a:gd name="connsiteX209" fmla="*/ 1105 w 2694793"/>
              <a:gd name="connsiteY209" fmla="*/ 978399 h 2047952"/>
              <a:gd name="connsiteX210" fmla="*/ 0 w 2694793"/>
              <a:gd name="connsiteY210" fmla="*/ 1003116 h 2047952"/>
              <a:gd name="connsiteX211" fmla="*/ 0 w 2694793"/>
              <a:gd name="connsiteY211" fmla="*/ 1027319 h 2047952"/>
              <a:gd name="connsiteX212" fmla="*/ 0 w 2694793"/>
              <a:gd name="connsiteY212" fmla="*/ 1051522 h 2047952"/>
              <a:gd name="connsiteX213" fmla="*/ 1105 w 2694793"/>
              <a:gd name="connsiteY213" fmla="*/ 1075211 h 2047952"/>
              <a:gd name="connsiteX214" fmla="*/ 2210 w 2694793"/>
              <a:gd name="connsiteY214" fmla="*/ 1100443 h 2047952"/>
              <a:gd name="connsiteX215" fmla="*/ 2210 w 2694793"/>
              <a:gd name="connsiteY215" fmla="*/ 1100443 h 2047952"/>
              <a:gd name="connsiteX216" fmla="*/ 2772 w 2694793"/>
              <a:gd name="connsiteY216" fmla="*/ 1115892 h 2047952"/>
              <a:gd name="connsiteX217" fmla="*/ 2772 w 2694793"/>
              <a:gd name="connsiteY217" fmla="*/ 1115892 h 2047952"/>
              <a:gd name="connsiteX218" fmla="*/ 4982 w 2694793"/>
              <a:gd name="connsiteY218" fmla="*/ 1127227 h 2047952"/>
              <a:gd name="connsiteX219" fmla="*/ 4982 w 2694793"/>
              <a:gd name="connsiteY219" fmla="*/ 1127227 h 2047952"/>
              <a:gd name="connsiteX220" fmla="*/ 9411 w 2694793"/>
              <a:gd name="connsiteY220" fmla="*/ 1150392 h 2047952"/>
              <a:gd name="connsiteX221" fmla="*/ 13287 w 2694793"/>
              <a:gd name="connsiteY221" fmla="*/ 1174081 h 2047952"/>
              <a:gd name="connsiteX222" fmla="*/ 13287 w 2694793"/>
              <a:gd name="connsiteY222" fmla="*/ 1174081 h 2047952"/>
              <a:gd name="connsiteX223" fmla="*/ 19374 w 2694793"/>
              <a:gd name="connsiteY223" fmla="*/ 1200351 h 2047952"/>
              <a:gd name="connsiteX224" fmla="*/ 26575 w 2694793"/>
              <a:gd name="connsiteY224" fmla="*/ 1226097 h 2047952"/>
              <a:gd name="connsiteX225" fmla="*/ 33766 w 2694793"/>
              <a:gd name="connsiteY225" fmla="*/ 1252357 h 2047952"/>
              <a:gd name="connsiteX226" fmla="*/ 42072 w 2694793"/>
              <a:gd name="connsiteY226" fmla="*/ 1278103 h 2047952"/>
              <a:gd name="connsiteX227" fmla="*/ 42072 w 2694793"/>
              <a:gd name="connsiteY227" fmla="*/ 1278103 h 2047952"/>
              <a:gd name="connsiteX228" fmla="*/ 50378 w 2694793"/>
              <a:gd name="connsiteY228" fmla="*/ 1299220 h 2047952"/>
              <a:gd name="connsiteX229" fmla="*/ 58674 w 2694793"/>
              <a:gd name="connsiteY229" fmla="*/ 1320327 h 2047952"/>
              <a:gd name="connsiteX230" fmla="*/ 58674 w 2694793"/>
              <a:gd name="connsiteY230" fmla="*/ 1320327 h 2047952"/>
              <a:gd name="connsiteX231" fmla="*/ 64770 w 2694793"/>
              <a:gd name="connsiteY231" fmla="*/ 1333720 h 2047952"/>
              <a:gd name="connsiteX232" fmla="*/ 64770 w 2694793"/>
              <a:gd name="connsiteY232" fmla="*/ 1333720 h 2047952"/>
              <a:gd name="connsiteX233" fmla="*/ 76390 w 2694793"/>
              <a:gd name="connsiteY233" fmla="*/ 1358951 h 2047952"/>
              <a:gd name="connsiteX234" fmla="*/ 76390 w 2694793"/>
              <a:gd name="connsiteY234" fmla="*/ 1358951 h 2047952"/>
              <a:gd name="connsiteX235" fmla="*/ 90783 w 2694793"/>
              <a:gd name="connsiteY235" fmla="*/ 1385726 h 2047952"/>
              <a:gd name="connsiteX236" fmla="*/ 106289 w 2694793"/>
              <a:gd name="connsiteY236" fmla="*/ 1413539 h 2047952"/>
              <a:gd name="connsiteX237" fmla="*/ 121787 w 2694793"/>
              <a:gd name="connsiteY237" fmla="*/ 1439800 h 2047952"/>
              <a:gd name="connsiteX238" fmla="*/ 138389 w 2694793"/>
              <a:gd name="connsiteY238" fmla="*/ 1466574 h 2047952"/>
              <a:gd name="connsiteX239" fmla="*/ 138389 w 2694793"/>
              <a:gd name="connsiteY239" fmla="*/ 1466574 h 2047952"/>
              <a:gd name="connsiteX240" fmla="*/ 153895 w 2694793"/>
              <a:gd name="connsiteY240" fmla="*/ 1489749 h 2047952"/>
              <a:gd name="connsiteX241" fmla="*/ 170497 w 2694793"/>
              <a:gd name="connsiteY241" fmla="*/ 1512409 h 2047952"/>
              <a:gd name="connsiteX242" fmla="*/ 203159 w 2694793"/>
              <a:gd name="connsiteY242" fmla="*/ 1558748 h 2047952"/>
              <a:gd name="connsiteX243" fmla="*/ 235267 w 2694793"/>
              <a:gd name="connsiteY243" fmla="*/ 1604582 h 2047952"/>
              <a:gd name="connsiteX244" fmla="*/ 250765 w 2694793"/>
              <a:gd name="connsiteY244" fmla="*/ 1627756 h 2047952"/>
              <a:gd name="connsiteX245" fmla="*/ 265157 w 2694793"/>
              <a:gd name="connsiteY245" fmla="*/ 1651960 h 2047952"/>
              <a:gd name="connsiteX246" fmla="*/ 265157 w 2694793"/>
              <a:gd name="connsiteY246" fmla="*/ 1651960 h 2047952"/>
              <a:gd name="connsiteX247" fmla="*/ 276787 w 2694793"/>
              <a:gd name="connsiteY247" fmla="*/ 1674096 h 2047952"/>
              <a:gd name="connsiteX248" fmla="*/ 287302 w 2694793"/>
              <a:gd name="connsiteY248" fmla="*/ 1695213 h 2047952"/>
              <a:gd name="connsiteX249" fmla="*/ 296161 w 2694793"/>
              <a:gd name="connsiteY249" fmla="*/ 1717358 h 2047952"/>
              <a:gd name="connsiteX250" fmla="*/ 303362 w 2694793"/>
              <a:gd name="connsiteY250" fmla="*/ 1739494 h 2047952"/>
              <a:gd name="connsiteX251" fmla="*/ 310553 w 2694793"/>
              <a:gd name="connsiteY251" fmla="*/ 1761640 h 2047952"/>
              <a:gd name="connsiteX252" fmla="*/ 316087 w 2694793"/>
              <a:gd name="connsiteY252" fmla="*/ 1784300 h 2047952"/>
              <a:gd name="connsiteX253" fmla="*/ 321069 w 2694793"/>
              <a:gd name="connsiteY253" fmla="*/ 1807474 h 2047952"/>
              <a:gd name="connsiteX254" fmla="*/ 324393 w 2694793"/>
              <a:gd name="connsiteY254" fmla="*/ 1830649 h 2047952"/>
              <a:gd name="connsiteX255" fmla="*/ 324393 w 2694793"/>
              <a:gd name="connsiteY255" fmla="*/ 1830649 h 2047952"/>
              <a:gd name="connsiteX256" fmla="*/ 325498 w 2694793"/>
              <a:gd name="connsiteY256" fmla="*/ 1845060 h 2047952"/>
              <a:gd name="connsiteX257" fmla="*/ 326050 w 2694793"/>
              <a:gd name="connsiteY257" fmla="*/ 1858452 h 2047952"/>
              <a:gd name="connsiteX258" fmla="*/ 326050 w 2694793"/>
              <a:gd name="connsiteY258" fmla="*/ 1872873 h 2047952"/>
              <a:gd name="connsiteX259" fmla="*/ 325498 w 2694793"/>
              <a:gd name="connsiteY259" fmla="*/ 1886256 h 2047952"/>
              <a:gd name="connsiteX260" fmla="*/ 322183 w 2694793"/>
              <a:gd name="connsiteY260" fmla="*/ 1913554 h 2047952"/>
              <a:gd name="connsiteX261" fmla="*/ 317201 w 2694793"/>
              <a:gd name="connsiteY261" fmla="*/ 1941358 h 2047952"/>
              <a:gd name="connsiteX262" fmla="*/ 308896 w 2694793"/>
              <a:gd name="connsiteY262" fmla="*/ 1968133 h 2047952"/>
              <a:gd name="connsiteX263" fmla="*/ 300590 w 2694793"/>
              <a:gd name="connsiteY263" fmla="*/ 1994917 h 2047952"/>
              <a:gd name="connsiteX264" fmla="*/ 290074 w 2694793"/>
              <a:gd name="connsiteY264" fmla="*/ 2021177 h 2047952"/>
              <a:gd name="connsiteX265" fmla="*/ 279559 w 2694793"/>
              <a:gd name="connsiteY265" fmla="*/ 2047952 h 2047952"/>
              <a:gd name="connsiteX266" fmla="*/ 279559 w 2694793"/>
              <a:gd name="connsiteY266" fmla="*/ 2047952 h 2047952"/>
              <a:gd name="connsiteX267" fmla="*/ 285093 w 2694793"/>
              <a:gd name="connsiteY267" fmla="*/ 2044866 h 2047952"/>
              <a:gd name="connsiteX268" fmla="*/ 285093 w 2694793"/>
              <a:gd name="connsiteY268" fmla="*/ 2044866 h 2047952"/>
              <a:gd name="connsiteX269" fmla="*/ 298380 w 2694793"/>
              <a:gd name="connsiteY269" fmla="*/ 2040227 h 2047952"/>
              <a:gd name="connsiteX270" fmla="*/ 298380 w 2694793"/>
              <a:gd name="connsiteY270" fmla="*/ 2040227 h 2047952"/>
              <a:gd name="connsiteX271" fmla="*/ 337680 w 2694793"/>
              <a:gd name="connsiteY271" fmla="*/ 2023749 h 2047952"/>
              <a:gd name="connsiteX272" fmla="*/ 337680 w 2694793"/>
              <a:gd name="connsiteY272" fmla="*/ 2023749 h 2047952"/>
              <a:gd name="connsiteX273" fmla="*/ 378095 w 2694793"/>
              <a:gd name="connsiteY273" fmla="*/ 2004699 h 2047952"/>
              <a:gd name="connsiteX274" fmla="*/ 417395 w 2694793"/>
              <a:gd name="connsiteY274" fmla="*/ 1983582 h 2047952"/>
              <a:gd name="connsiteX275" fmla="*/ 417395 w 2694793"/>
              <a:gd name="connsiteY275" fmla="*/ 1983582 h 2047952"/>
              <a:gd name="connsiteX276" fmla="*/ 454485 w 2694793"/>
              <a:gd name="connsiteY276" fmla="*/ 1963503 h 2047952"/>
              <a:gd name="connsiteX277" fmla="*/ 490461 w 2694793"/>
              <a:gd name="connsiteY277" fmla="*/ 1941358 h 2047952"/>
              <a:gd name="connsiteX278" fmla="*/ 561880 w 2694793"/>
              <a:gd name="connsiteY278" fmla="*/ 1895009 h 2047952"/>
              <a:gd name="connsiteX279" fmla="*/ 561880 w 2694793"/>
              <a:gd name="connsiteY279" fmla="*/ 1895009 h 2047952"/>
              <a:gd name="connsiteX280" fmla="*/ 634946 w 2694793"/>
              <a:gd name="connsiteY280" fmla="*/ 1848156 h 2047952"/>
              <a:gd name="connsiteX281" fmla="*/ 634946 w 2694793"/>
              <a:gd name="connsiteY281" fmla="*/ 1848156 h 2047952"/>
              <a:gd name="connsiteX282" fmla="*/ 644356 w 2694793"/>
              <a:gd name="connsiteY282" fmla="*/ 1841974 h 2047952"/>
              <a:gd name="connsiteX283" fmla="*/ 653767 w 2694793"/>
              <a:gd name="connsiteY283" fmla="*/ 1838364 h 2047952"/>
              <a:gd name="connsiteX284" fmla="*/ 663178 w 2694793"/>
              <a:gd name="connsiteY284" fmla="*/ 1835278 h 2047952"/>
              <a:gd name="connsiteX285" fmla="*/ 673141 w 2694793"/>
              <a:gd name="connsiteY285" fmla="*/ 1833735 h 2047952"/>
              <a:gd name="connsiteX286" fmla="*/ 682552 w 2694793"/>
              <a:gd name="connsiteY286" fmla="*/ 1831677 h 2047952"/>
              <a:gd name="connsiteX287" fmla="*/ 691962 w 2694793"/>
              <a:gd name="connsiteY287" fmla="*/ 1831677 h 2047952"/>
              <a:gd name="connsiteX288" fmla="*/ 702488 w 2694793"/>
              <a:gd name="connsiteY288" fmla="*/ 1831677 h 2047952"/>
              <a:gd name="connsiteX289" fmla="*/ 711336 w 2694793"/>
              <a:gd name="connsiteY289" fmla="*/ 1832706 h 2047952"/>
              <a:gd name="connsiteX290" fmla="*/ 731272 w 2694793"/>
              <a:gd name="connsiteY290" fmla="*/ 1836306 h 2047952"/>
              <a:gd name="connsiteX291" fmla="*/ 750646 w 2694793"/>
              <a:gd name="connsiteY291" fmla="*/ 1840431 h 2047952"/>
              <a:gd name="connsiteX292" fmla="*/ 788841 w 2694793"/>
              <a:gd name="connsiteY292" fmla="*/ 1850727 h 2047952"/>
              <a:gd name="connsiteX293" fmla="*/ 788841 w 2694793"/>
              <a:gd name="connsiteY293" fmla="*/ 1850727 h 2047952"/>
              <a:gd name="connsiteX294" fmla="*/ 837552 w 2694793"/>
              <a:gd name="connsiteY294" fmla="*/ 1862567 h 2047952"/>
              <a:gd name="connsiteX295" fmla="*/ 885167 w 2694793"/>
              <a:gd name="connsiteY295" fmla="*/ 1873902 h 2047952"/>
              <a:gd name="connsiteX296" fmla="*/ 933878 w 2694793"/>
              <a:gd name="connsiteY296" fmla="*/ 1883684 h 2047952"/>
              <a:gd name="connsiteX297" fmla="*/ 982037 w 2694793"/>
              <a:gd name="connsiteY297" fmla="*/ 1891923 h 2047952"/>
              <a:gd name="connsiteX298" fmla="*/ 982037 w 2694793"/>
              <a:gd name="connsiteY298" fmla="*/ 1891923 h 2047952"/>
              <a:gd name="connsiteX299" fmla="*/ 1031862 w 2694793"/>
              <a:gd name="connsiteY299" fmla="*/ 1900676 h 2047952"/>
              <a:gd name="connsiteX300" fmla="*/ 1031862 w 2694793"/>
              <a:gd name="connsiteY300" fmla="*/ 1900676 h 2047952"/>
              <a:gd name="connsiteX301" fmla="*/ 1057322 w 2694793"/>
              <a:gd name="connsiteY301" fmla="*/ 1904801 h 2047952"/>
              <a:gd name="connsiteX302" fmla="*/ 1057322 w 2694793"/>
              <a:gd name="connsiteY302" fmla="*/ 1904801 h 2047952"/>
              <a:gd name="connsiteX303" fmla="*/ 1060646 w 2694793"/>
              <a:gd name="connsiteY303" fmla="*/ 1905829 h 2047952"/>
              <a:gd name="connsiteX304" fmla="*/ 1060646 w 2694793"/>
              <a:gd name="connsiteY304" fmla="*/ 1905829 h 2047952"/>
              <a:gd name="connsiteX305" fmla="*/ 1061751 w 2694793"/>
              <a:gd name="connsiteY305" fmla="*/ 1905829 h 2047952"/>
              <a:gd name="connsiteX306" fmla="*/ 1061751 w 2694793"/>
              <a:gd name="connsiteY306" fmla="*/ 1905829 h 2047952"/>
              <a:gd name="connsiteX307" fmla="*/ 1119320 w 2694793"/>
              <a:gd name="connsiteY307" fmla="*/ 1912526 h 2047952"/>
              <a:gd name="connsiteX308" fmla="*/ 1177452 w 2694793"/>
              <a:gd name="connsiteY308" fmla="*/ 1919212 h 2047952"/>
              <a:gd name="connsiteX309" fmla="*/ 1177452 w 2694793"/>
              <a:gd name="connsiteY309" fmla="*/ 1919212 h 2047952"/>
              <a:gd name="connsiteX310" fmla="*/ 1234468 w 2694793"/>
              <a:gd name="connsiteY310" fmla="*/ 1923851 h 2047952"/>
              <a:gd name="connsiteX311" fmla="*/ 1292037 w 2694793"/>
              <a:gd name="connsiteY311" fmla="*/ 1927966 h 2047952"/>
              <a:gd name="connsiteX312" fmla="*/ 1349054 w 2694793"/>
              <a:gd name="connsiteY312" fmla="*/ 1929518 h 2047952"/>
              <a:gd name="connsiteX313" fmla="*/ 1406632 w 2694793"/>
              <a:gd name="connsiteY313" fmla="*/ 1930547 h 2047952"/>
              <a:gd name="connsiteX314" fmla="*/ 1406632 w 2694793"/>
              <a:gd name="connsiteY314" fmla="*/ 1930547 h 2047952"/>
              <a:gd name="connsiteX315" fmla="*/ 1462535 w 2694793"/>
              <a:gd name="connsiteY315" fmla="*/ 1930547 h 2047952"/>
              <a:gd name="connsiteX316" fmla="*/ 1518446 w 2694793"/>
              <a:gd name="connsiteY316" fmla="*/ 1928480 h 2047952"/>
              <a:gd name="connsiteX317" fmla="*/ 1518446 w 2694793"/>
              <a:gd name="connsiteY317" fmla="*/ 1928480 h 2047952"/>
              <a:gd name="connsiteX318" fmla="*/ 1546126 w 2694793"/>
              <a:gd name="connsiteY318" fmla="*/ 1926937 h 2047952"/>
              <a:gd name="connsiteX319" fmla="*/ 1573806 w 2694793"/>
              <a:gd name="connsiteY319" fmla="*/ 1924879 h 2047952"/>
              <a:gd name="connsiteX320" fmla="*/ 1573806 w 2694793"/>
              <a:gd name="connsiteY320" fmla="*/ 1924879 h 2047952"/>
              <a:gd name="connsiteX321" fmla="*/ 1602038 w 2694793"/>
              <a:gd name="connsiteY321" fmla="*/ 1922822 h 2047952"/>
              <a:gd name="connsiteX322" fmla="*/ 1602038 w 2694793"/>
              <a:gd name="connsiteY322" fmla="*/ 1922822 h 2047952"/>
              <a:gd name="connsiteX323" fmla="*/ 1617535 w 2694793"/>
              <a:gd name="connsiteY323" fmla="*/ 1920765 h 2047952"/>
              <a:gd name="connsiteX324" fmla="*/ 1617535 w 2694793"/>
              <a:gd name="connsiteY324" fmla="*/ 1920765 h 2047952"/>
              <a:gd name="connsiteX325" fmla="*/ 1617535 w 2694793"/>
              <a:gd name="connsiteY325" fmla="*/ 1920765 h 2047952"/>
              <a:gd name="connsiteX326" fmla="*/ 1617535 w 2694793"/>
              <a:gd name="connsiteY326" fmla="*/ 1920765 h 2047952"/>
              <a:gd name="connsiteX327" fmla="*/ 1674009 w 2694793"/>
              <a:gd name="connsiteY327" fmla="*/ 1913554 h 2047952"/>
              <a:gd name="connsiteX328" fmla="*/ 1729911 w 2694793"/>
              <a:gd name="connsiteY328" fmla="*/ 1903763 h 2047952"/>
              <a:gd name="connsiteX329" fmla="*/ 1785823 w 2694793"/>
              <a:gd name="connsiteY329" fmla="*/ 1891923 h 2047952"/>
              <a:gd name="connsiteX330" fmla="*/ 1840629 w 2694793"/>
              <a:gd name="connsiteY330" fmla="*/ 1878531 h 2047952"/>
              <a:gd name="connsiteX331" fmla="*/ 1840629 w 2694793"/>
              <a:gd name="connsiteY331" fmla="*/ 1878531 h 2047952"/>
              <a:gd name="connsiteX332" fmla="*/ 1882701 w 2694793"/>
              <a:gd name="connsiteY332" fmla="*/ 1866177 h 2047952"/>
              <a:gd name="connsiteX333" fmla="*/ 1926431 w 2694793"/>
              <a:gd name="connsiteY333" fmla="*/ 1852785 h 2047952"/>
              <a:gd name="connsiteX334" fmla="*/ 1926431 w 2694793"/>
              <a:gd name="connsiteY334" fmla="*/ 1852785 h 2047952"/>
              <a:gd name="connsiteX335" fmla="*/ 1967398 w 2694793"/>
              <a:gd name="connsiteY335" fmla="*/ 1838364 h 2047952"/>
              <a:gd name="connsiteX336" fmla="*/ 1967398 w 2694793"/>
              <a:gd name="connsiteY336" fmla="*/ 1838364 h 2047952"/>
              <a:gd name="connsiteX337" fmla="*/ 1974037 w 2694793"/>
              <a:gd name="connsiteY337" fmla="*/ 1835278 h 2047952"/>
              <a:gd name="connsiteX338" fmla="*/ 1974037 w 2694793"/>
              <a:gd name="connsiteY338" fmla="*/ 1835278 h 2047952"/>
              <a:gd name="connsiteX339" fmla="*/ 1994525 w 2694793"/>
              <a:gd name="connsiteY339" fmla="*/ 1827553 h 2047952"/>
              <a:gd name="connsiteX340" fmla="*/ 1994525 w 2694793"/>
              <a:gd name="connsiteY340" fmla="*/ 1827553 h 2047952"/>
              <a:gd name="connsiteX341" fmla="*/ 2036044 w 2694793"/>
              <a:gd name="connsiteY341" fmla="*/ 1811589 h 2047952"/>
              <a:gd name="connsiteX342" fmla="*/ 2075897 w 2694793"/>
              <a:gd name="connsiteY342" fmla="*/ 1794082 h 2047952"/>
              <a:gd name="connsiteX343" fmla="*/ 2116311 w 2694793"/>
              <a:gd name="connsiteY343" fmla="*/ 1775032 h 2047952"/>
              <a:gd name="connsiteX344" fmla="*/ 2156716 w 2694793"/>
              <a:gd name="connsiteY344" fmla="*/ 1755458 h 2047952"/>
              <a:gd name="connsiteX345" fmla="*/ 2194912 w 2694793"/>
              <a:gd name="connsiteY345" fmla="*/ 1734351 h 2047952"/>
              <a:gd name="connsiteX346" fmla="*/ 2234221 w 2694793"/>
              <a:gd name="connsiteY346" fmla="*/ 1712205 h 2047952"/>
              <a:gd name="connsiteX347" fmla="*/ 2271312 w 2694793"/>
              <a:gd name="connsiteY347" fmla="*/ 1689545 h 2047952"/>
              <a:gd name="connsiteX348" fmla="*/ 2308402 w 2694793"/>
              <a:gd name="connsiteY348" fmla="*/ 1665342 h 2047952"/>
              <a:gd name="connsiteX349" fmla="*/ 2308402 w 2694793"/>
              <a:gd name="connsiteY349" fmla="*/ 1665342 h 2047952"/>
              <a:gd name="connsiteX350" fmla="*/ 2332205 w 2694793"/>
              <a:gd name="connsiteY350" fmla="*/ 1647835 h 2047952"/>
              <a:gd name="connsiteX351" fmla="*/ 2332205 w 2694793"/>
              <a:gd name="connsiteY351" fmla="*/ 1647835 h 204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</a:cxnLst>
            <a:rect l="l" t="t" r="r" b="b"/>
            <a:pathLst>
              <a:path w="2694793" h="2047952">
                <a:moveTo>
                  <a:pt x="2332205" y="1647835"/>
                </a:moveTo>
                <a:lnTo>
                  <a:pt x="2332205" y="1647835"/>
                </a:lnTo>
                <a:lnTo>
                  <a:pt x="2366524" y="1622089"/>
                </a:lnTo>
                <a:lnTo>
                  <a:pt x="2366524" y="1622089"/>
                </a:lnTo>
                <a:lnTo>
                  <a:pt x="2401395" y="1593257"/>
                </a:lnTo>
                <a:lnTo>
                  <a:pt x="2435723" y="1562358"/>
                </a:lnTo>
                <a:lnTo>
                  <a:pt x="2435723" y="1562358"/>
                </a:lnTo>
                <a:lnTo>
                  <a:pt x="2466717" y="1533002"/>
                </a:lnTo>
                <a:lnTo>
                  <a:pt x="2495502" y="1502103"/>
                </a:lnTo>
                <a:lnTo>
                  <a:pt x="2495502" y="1502103"/>
                </a:lnTo>
                <a:lnTo>
                  <a:pt x="2501597" y="1494378"/>
                </a:lnTo>
                <a:lnTo>
                  <a:pt x="2501597" y="1494378"/>
                </a:lnTo>
                <a:lnTo>
                  <a:pt x="2509903" y="1485624"/>
                </a:lnTo>
                <a:lnTo>
                  <a:pt x="2509903" y="1485624"/>
                </a:lnTo>
                <a:lnTo>
                  <a:pt x="2524296" y="1466574"/>
                </a:lnTo>
                <a:lnTo>
                  <a:pt x="2539793" y="1447010"/>
                </a:lnTo>
                <a:lnTo>
                  <a:pt x="2539793" y="1447010"/>
                </a:lnTo>
                <a:lnTo>
                  <a:pt x="2563596" y="1412501"/>
                </a:lnTo>
                <a:lnTo>
                  <a:pt x="2586294" y="1378001"/>
                </a:lnTo>
                <a:lnTo>
                  <a:pt x="2586294" y="1378001"/>
                </a:lnTo>
                <a:lnTo>
                  <a:pt x="2607877" y="1341444"/>
                </a:lnTo>
                <a:lnTo>
                  <a:pt x="2607877" y="1341444"/>
                </a:lnTo>
                <a:lnTo>
                  <a:pt x="2617288" y="1322385"/>
                </a:lnTo>
                <a:lnTo>
                  <a:pt x="2617288" y="1322385"/>
                </a:lnTo>
                <a:lnTo>
                  <a:pt x="2621717" y="1314670"/>
                </a:lnTo>
                <a:lnTo>
                  <a:pt x="2621717" y="1314670"/>
                </a:lnTo>
                <a:lnTo>
                  <a:pt x="2630575" y="1293553"/>
                </a:lnTo>
                <a:lnTo>
                  <a:pt x="2638881" y="1272436"/>
                </a:lnTo>
                <a:lnTo>
                  <a:pt x="2647187" y="1251328"/>
                </a:lnTo>
                <a:lnTo>
                  <a:pt x="2654378" y="1230211"/>
                </a:lnTo>
                <a:lnTo>
                  <a:pt x="2667666" y="1186958"/>
                </a:lnTo>
                <a:lnTo>
                  <a:pt x="2678181" y="1143705"/>
                </a:lnTo>
                <a:lnTo>
                  <a:pt x="2678181" y="1143705"/>
                </a:lnTo>
                <a:lnTo>
                  <a:pt x="2683163" y="1121560"/>
                </a:lnTo>
                <a:lnTo>
                  <a:pt x="2683163" y="1121560"/>
                </a:lnTo>
                <a:lnTo>
                  <a:pt x="2684277" y="1112806"/>
                </a:lnTo>
                <a:lnTo>
                  <a:pt x="2684277" y="1112806"/>
                </a:lnTo>
                <a:lnTo>
                  <a:pt x="2689811" y="1074182"/>
                </a:lnTo>
                <a:lnTo>
                  <a:pt x="2689811" y="1074182"/>
                </a:lnTo>
                <a:lnTo>
                  <a:pt x="2692574" y="1048436"/>
                </a:lnTo>
                <a:lnTo>
                  <a:pt x="2693688" y="1022690"/>
                </a:lnTo>
                <a:lnTo>
                  <a:pt x="2694793" y="996430"/>
                </a:lnTo>
                <a:lnTo>
                  <a:pt x="2694793" y="970684"/>
                </a:lnTo>
                <a:lnTo>
                  <a:pt x="2694793" y="970684"/>
                </a:lnTo>
                <a:lnTo>
                  <a:pt x="2693688" y="930002"/>
                </a:lnTo>
                <a:lnTo>
                  <a:pt x="2691469" y="889835"/>
                </a:lnTo>
                <a:lnTo>
                  <a:pt x="2691469" y="889835"/>
                </a:lnTo>
                <a:lnTo>
                  <a:pt x="2690916" y="882111"/>
                </a:lnTo>
                <a:lnTo>
                  <a:pt x="2690916" y="882111"/>
                </a:lnTo>
                <a:lnTo>
                  <a:pt x="2689811" y="872328"/>
                </a:lnTo>
                <a:lnTo>
                  <a:pt x="2689811" y="872328"/>
                </a:lnTo>
                <a:lnTo>
                  <a:pt x="2683163" y="838848"/>
                </a:lnTo>
                <a:lnTo>
                  <a:pt x="2683163" y="838848"/>
                </a:lnTo>
                <a:lnTo>
                  <a:pt x="2681506" y="828552"/>
                </a:lnTo>
                <a:lnTo>
                  <a:pt x="2681506" y="828552"/>
                </a:lnTo>
                <a:lnTo>
                  <a:pt x="2672095" y="789928"/>
                </a:lnTo>
                <a:lnTo>
                  <a:pt x="2661579" y="751313"/>
                </a:lnTo>
                <a:lnTo>
                  <a:pt x="2648292" y="714232"/>
                </a:lnTo>
                <a:lnTo>
                  <a:pt x="2633900" y="677675"/>
                </a:lnTo>
                <a:lnTo>
                  <a:pt x="2633900" y="677675"/>
                </a:lnTo>
                <a:lnTo>
                  <a:pt x="2626699" y="660168"/>
                </a:lnTo>
                <a:lnTo>
                  <a:pt x="2626699" y="660168"/>
                </a:lnTo>
                <a:lnTo>
                  <a:pt x="2608992" y="625659"/>
                </a:lnTo>
                <a:lnTo>
                  <a:pt x="2608992" y="625659"/>
                </a:lnTo>
                <a:lnTo>
                  <a:pt x="2588504" y="589102"/>
                </a:lnTo>
                <a:lnTo>
                  <a:pt x="2565806" y="552536"/>
                </a:lnTo>
                <a:lnTo>
                  <a:pt x="2565806" y="552536"/>
                </a:lnTo>
                <a:lnTo>
                  <a:pt x="2544222" y="520103"/>
                </a:lnTo>
                <a:lnTo>
                  <a:pt x="2520419" y="488176"/>
                </a:lnTo>
                <a:lnTo>
                  <a:pt x="2520419" y="488176"/>
                </a:lnTo>
                <a:lnTo>
                  <a:pt x="2514885" y="481479"/>
                </a:lnTo>
                <a:lnTo>
                  <a:pt x="2514885" y="481479"/>
                </a:lnTo>
                <a:lnTo>
                  <a:pt x="2508789" y="472726"/>
                </a:lnTo>
                <a:lnTo>
                  <a:pt x="2508789" y="472726"/>
                </a:lnTo>
                <a:lnTo>
                  <a:pt x="2493292" y="455733"/>
                </a:lnTo>
                <a:lnTo>
                  <a:pt x="2476680" y="437188"/>
                </a:lnTo>
                <a:lnTo>
                  <a:pt x="2476680" y="437188"/>
                </a:lnTo>
                <a:lnTo>
                  <a:pt x="2447896" y="406299"/>
                </a:lnTo>
                <a:lnTo>
                  <a:pt x="2416901" y="376943"/>
                </a:lnTo>
                <a:lnTo>
                  <a:pt x="2384792" y="347072"/>
                </a:lnTo>
                <a:lnTo>
                  <a:pt x="2352131" y="319269"/>
                </a:lnTo>
                <a:lnTo>
                  <a:pt x="2352131" y="319269"/>
                </a:lnTo>
                <a:lnTo>
                  <a:pt x="2335520" y="305362"/>
                </a:lnTo>
                <a:lnTo>
                  <a:pt x="2318918" y="293008"/>
                </a:lnTo>
                <a:lnTo>
                  <a:pt x="2318918" y="293008"/>
                </a:lnTo>
                <a:lnTo>
                  <a:pt x="2317813" y="291979"/>
                </a:lnTo>
                <a:lnTo>
                  <a:pt x="2317813" y="291979"/>
                </a:lnTo>
                <a:lnTo>
                  <a:pt x="2301201" y="279616"/>
                </a:lnTo>
                <a:lnTo>
                  <a:pt x="2301201" y="279616"/>
                </a:lnTo>
                <a:lnTo>
                  <a:pt x="2261901" y="253870"/>
                </a:lnTo>
                <a:lnTo>
                  <a:pt x="2222591" y="227609"/>
                </a:lnTo>
                <a:lnTo>
                  <a:pt x="2222591" y="227609"/>
                </a:lnTo>
                <a:lnTo>
                  <a:pt x="2182186" y="204435"/>
                </a:lnTo>
                <a:lnTo>
                  <a:pt x="2141219" y="182804"/>
                </a:lnTo>
                <a:lnTo>
                  <a:pt x="2099700" y="161182"/>
                </a:lnTo>
                <a:lnTo>
                  <a:pt x="2057628" y="141094"/>
                </a:lnTo>
                <a:lnTo>
                  <a:pt x="2057628" y="141094"/>
                </a:lnTo>
                <a:lnTo>
                  <a:pt x="2018328" y="124101"/>
                </a:lnTo>
                <a:lnTo>
                  <a:pt x="2018328" y="124101"/>
                </a:lnTo>
                <a:lnTo>
                  <a:pt x="2012794" y="122044"/>
                </a:lnTo>
                <a:lnTo>
                  <a:pt x="2012794" y="122044"/>
                </a:lnTo>
                <a:lnTo>
                  <a:pt x="1992305" y="113290"/>
                </a:lnTo>
                <a:lnTo>
                  <a:pt x="1992305" y="113290"/>
                </a:lnTo>
                <a:lnTo>
                  <a:pt x="1943595" y="96298"/>
                </a:lnTo>
                <a:lnTo>
                  <a:pt x="1895436" y="79820"/>
                </a:lnTo>
                <a:lnTo>
                  <a:pt x="1895436" y="79820"/>
                </a:lnTo>
                <a:lnTo>
                  <a:pt x="1847830" y="65399"/>
                </a:lnTo>
                <a:lnTo>
                  <a:pt x="1799110" y="53035"/>
                </a:lnTo>
                <a:lnTo>
                  <a:pt x="1749847" y="41196"/>
                </a:lnTo>
                <a:lnTo>
                  <a:pt x="1700021" y="30899"/>
                </a:lnTo>
                <a:lnTo>
                  <a:pt x="1700021" y="30899"/>
                </a:lnTo>
                <a:lnTo>
                  <a:pt x="1651311" y="22146"/>
                </a:lnTo>
                <a:lnTo>
                  <a:pt x="1651311" y="22146"/>
                </a:lnTo>
                <a:lnTo>
                  <a:pt x="1627508" y="18021"/>
                </a:lnTo>
                <a:lnTo>
                  <a:pt x="1627508" y="18021"/>
                </a:lnTo>
                <a:lnTo>
                  <a:pt x="1624736" y="17507"/>
                </a:lnTo>
                <a:lnTo>
                  <a:pt x="1624736" y="17507"/>
                </a:lnTo>
                <a:lnTo>
                  <a:pt x="1569929" y="10297"/>
                </a:lnTo>
                <a:lnTo>
                  <a:pt x="1515132" y="5667"/>
                </a:lnTo>
                <a:lnTo>
                  <a:pt x="1515132" y="5667"/>
                </a:lnTo>
                <a:lnTo>
                  <a:pt x="1462535" y="3086"/>
                </a:lnTo>
                <a:lnTo>
                  <a:pt x="1411062" y="1029"/>
                </a:lnTo>
                <a:lnTo>
                  <a:pt x="1357912" y="0"/>
                </a:lnTo>
                <a:lnTo>
                  <a:pt x="1305325" y="1029"/>
                </a:lnTo>
                <a:lnTo>
                  <a:pt x="1305325" y="1029"/>
                </a:lnTo>
                <a:lnTo>
                  <a:pt x="1261043" y="3086"/>
                </a:lnTo>
                <a:lnTo>
                  <a:pt x="1216752" y="5667"/>
                </a:lnTo>
                <a:lnTo>
                  <a:pt x="1216752" y="5667"/>
                </a:lnTo>
                <a:lnTo>
                  <a:pt x="1172470" y="9782"/>
                </a:lnTo>
                <a:lnTo>
                  <a:pt x="1172470" y="9782"/>
                </a:lnTo>
                <a:lnTo>
                  <a:pt x="1163059" y="10297"/>
                </a:lnTo>
                <a:lnTo>
                  <a:pt x="1163059" y="10297"/>
                </a:lnTo>
                <a:lnTo>
                  <a:pt x="1142019" y="13392"/>
                </a:lnTo>
                <a:lnTo>
                  <a:pt x="1142019" y="13392"/>
                </a:lnTo>
                <a:lnTo>
                  <a:pt x="1096070" y="19050"/>
                </a:lnTo>
                <a:lnTo>
                  <a:pt x="1049578" y="26775"/>
                </a:lnTo>
                <a:lnTo>
                  <a:pt x="1003077" y="35528"/>
                </a:lnTo>
                <a:lnTo>
                  <a:pt x="956576" y="45320"/>
                </a:lnTo>
                <a:lnTo>
                  <a:pt x="956576" y="45320"/>
                </a:lnTo>
                <a:lnTo>
                  <a:pt x="920038" y="53559"/>
                </a:lnTo>
                <a:lnTo>
                  <a:pt x="884053" y="62313"/>
                </a:lnTo>
                <a:lnTo>
                  <a:pt x="848077" y="73123"/>
                </a:lnTo>
                <a:lnTo>
                  <a:pt x="812644" y="83420"/>
                </a:lnTo>
                <a:lnTo>
                  <a:pt x="812644" y="83420"/>
                </a:lnTo>
                <a:lnTo>
                  <a:pt x="774449" y="94240"/>
                </a:lnTo>
                <a:lnTo>
                  <a:pt x="774449" y="94240"/>
                </a:lnTo>
                <a:lnTo>
                  <a:pt x="732377" y="108652"/>
                </a:lnTo>
                <a:lnTo>
                  <a:pt x="732377" y="108652"/>
                </a:lnTo>
                <a:lnTo>
                  <a:pt x="720747" y="113290"/>
                </a:lnTo>
                <a:lnTo>
                  <a:pt x="720747" y="113290"/>
                </a:lnTo>
                <a:lnTo>
                  <a:pt x="709679" y="117405"/>
                </a:lnTo>
                <a:lnTo>
                  <a:pt x="709679" y="117405"/>
                </a:lnTo>
                <a:lnTo>
                  <a:pt x="664845" y="135436"/>
                </a:lnTo>
                <a:lnTo>
                  <a:pt x="620554" y="154486"/>
                </a:lnTo>
                <a:lnTo>
                  <a:pt x="620554" y="154486"/>
                </a:lnTo>
                <a:lnTo>
                  <a:pt x="569071" y="179718"/>
                </a:lnTo>
                <a:lnTo>
                  <a:pt x="518141" y="205464"/>
                </a:lnTo>
                <a:lnTo>
                  <a:pt x="468877" y="234306"/>
                </a:lnTo>
                <a:lnTo>
                  <a:pt x="421272" y="264166"/>
                </a:lnTo>
                <a:lnTo>
                  <a:pt x="421272" y="264166"/>
                </a:lnTo>
                <a:lnTo>
                  <a:pt x="414071" y="269319"/>
                </a:lnTo>
                <a:lnTo>
                  <a:pt x="414071" y="269319"/>
                </a:lnTo>
                <a:lnTo>
                  <a:pt x="396354" y="281673"/>
                </a:lnTo>
                <a:lnTo>
                  <a:pt x="396354" y="281673"/>
                </a:lnTo>
                <a:lnTo>
                  <a:pt x="373666" y="298666"/>
                </a:lnTo>
                <a:lnTo>
                  <a:pt x="350968" y="316183"/>
                </a:lnTo>
                <a:lnTo>
                  <a:pt x="350968" y="316183"/>
                </a:lnTo>
                <a:lnTo>
                  <a:pt x="328269" y="334204"/>
                </a:lnTo>
                <a:lnTo>
                  <a:pt x="306676" y="353768"/>
                </a:lnTo>
                <a:lnTo>
                  <a:pt x="286198" y="372828"/>
                </a:lnTo>
                <a:lnTo>
                  <a:pt x="265157" y="391878"/>
                </a:lnTo>
                <a:lnTo>
                  <a:pt x="265157" y="391878"/>
                </a:lnTo>
                <a:lnTo>
                  <a:pt x="248002" y="409385"/>
                </a:lnTo>
                <a:lnTo>
                  <a:pt x="231391" y="427406"/>
                </a:lnTo>
                <a:lnTo>
                  <a:pt x="231391" y="427406"/>
                </a:lnTo>
                <a:lnTo>
                  <a:pt x="213684" y="446980"/>
                </a:lnTo>
                <a:lnTo>
                  <a:pt x="213684" y="446980"/>
                </a:lnTo>
                <a:lnTo>
                  <a:pt x="206483" y="454705"/>
                </a:lnTo>
                <a:lnTo>
                  <a:pt x="206483" y="454705"/>
                </a:lnTo>
                <a:lnTo>
                  <a:pt x="188766" y="476841"/>
                </a:lnTo>
                <a:lnTo>
                  <a:pt x="172164" y="499501"/>
                </a:lnTo>
                <a:lnTo>
                  <a:pt x="156105" y="522675"/>
                </a:lnTo>
                <a:lnTo>
                  <a:pt x="140608" y="545849"/>
                </a:lnTo>
                <a:lnTo>
                  <a:pt x="140608" y="545849"/>
                </a:lnTo>
                <a:lnTo>
                  <a:pt x="125663" y="570052"/>
                </a:lnTo>
                <a:lnTo>
                  <a:pt x="111271" y="594770"/>
                </a:lnTo>
                <a:lnTo>
                  <a:pt x="111271" y="594770"/>
                </a:lnTo>
                <a:lnTo>
                  <a:pt x="97984" y="620002"/>
                </a:lnTo>
                <a:lnTo>
                  <a:pt x="97984" y="620002"/>
                </a:lnTo>
                <a:lnTo>
                  <a:pt x="91897" y="632355"/>
                </a:lnTo>
                <a:lnTo>
                  <a:pt x="91897" y="632355"/>
                </a:lnTo>
                <a:lnTo>
                  <a:pt x="80267" y="657073"/>
                </a:lnTo>
                <a:lnTo>
                  <a:pt x="70304" y="683333"/>
                </a:lnTo>
                <a:lnTo>
                  <a:pt x="59788" y="709089"/>
                </a:lnTo>
                <a:lnTo>
                  <a:pt x="51483" y="735349"/>
                </a:lnTo>
                <a:lnTo>
                  <a:pt x="51483" y="735349"/>
                </a:lnTo>
                <a:lnTo>
                  <a:pt x="37090" y="780145"/>
                </a:lnTo>
                <a:lnTo>
                  <a:pt x="24908" y="826494"/>
                </a:lnTo>
                <a:lnTo>
                  <a:pt x="24908" y="826494"/>
                </a:lnTo>
                <a:lnTo>
                  <a:pt x="14392" y="872328"/>
                </a:lnTo>
                <a:lnTo>
                  <a:pt x="14392" y="872328"/>
                </a:lnTo>
                <a:lnTo>
                  <a:pt x="9963" y="895493"/>
                </a:lnTo>
                <a:lnTo>
                  <a:pt x="9963" y="895493"/>
                </a:lnTo>
                <a:lnTo>
                  <a:pt x="9963" y="897560"/>
                </a:lnTo>
                <a:lnTo>
                  <a:pt x="9963" y="897560"/>
                </a:lnTo>
                <a:lnTo>
                  <a:pt x="8306" y="906314"/>
                </a:lnTo>
                <a:lnTo>
                  <a:pt x="8306" y="906314"/>
                </a:lnTo>
                <a:lnTo>
                  <a:pt x="4982" y="930002"/>
                </a:lnTo>
                <a:lnTo>
                  <a:pt x="2772" y="954205"/>
                </a:lnTo>
                <a:lnTo>
                  <a:pt x="1105" y="978399"/>
                </a:lnTo>
                <a:lnTo>
                  <a:pt x="0" y="1003116"/>
                </a:lnTo>
                <a:lnTo>
                  <a:pt x="0" y="1027319"/>
                </a:lnTo>
                <a:lnTo>
                  <a:pt x="0" y="1051522"/>
                </a:lnTo>
                <a:lnTo>
                  <a:pt x="1105" y="1075211"/>
                </a:lnTo>
                <a:lnTo>
                  <a:pt x="2210" y="1100443"/>
                </a:lnTo>
                <a:lnTo>
                  <a:pt x="2210" y="1100443"/>
                </a:lnTo>
                <a:lnTo>
                  <a:pt x="2772" y="1115892"/>
                </a:lnTo>
                <a:lnTo>
                  <a:pt x="2772" y="1115892"/>
                </a:lnTo>
                <a:lnTo>
                  <a:pt x="4982" y="1127227"/>
                </a:lnTo>
                <a:lnTo>
                  <a:pt x="4982" y="1127227"/>
                </a:lnTo>
                <a:lnTo>
                  <a:pt x="9411" y="1150392"/>
                </a:lnTo>
                <a:lnTo>
                  <a:pt x="13287" y="1174081"/>
                </a:lnTo>
                <a:lnTo>
                  <a:pt x="13287" y="1174081"/>
                </a:lnTo>
                <a:lnTo>
                  <a:pt x="19374" y="1200351"/>
                </a:lnTo>
                <a:lnTo>
                  <a:pt x="26575" y="1226097"/>
                </a:lnTo>
                <a:lnTo>
                  <a:pt x="33766" y="1252357"/>
                </a:lnTo>
                <a:lnTo>
                  <a:pt x="42072" y="1278103"/>
                </a:lnTo>
                <a:lnTo>
                  <a:pt x="42072" y="1278103"/>
                </a:lnTo>
                <a:lnTo>
                  <a:pt x="50378" y="1299220"/>
                </a:lnTo>
                <a:lnTo>
                  <a:pt x="58674" y="1320327"/>
                </a:lnTo>
                <a:lnTo>
                  <a:pt x="58674" y="1320327"/>
                </a:lnTo>
                <a:lnTo>
                  <a:pt x="64770" y="1333720"/>
                </a:lnTo>
                <a:lnTo>
                  <a:pt x="64770" y="1333720"/>
                </a:lnTo>
                <a:lnTo>
                  <a:pt x="76390" y="1358951"/>
                </a:lnTo>
                <a:lnTo>
                  <a:pt x="76390" y="1358951"/>
                </a:lnTo>
                <a:lnTo>
                  <a:pt x="90783" y="1385726"/>
                </a:lnTo>
                <a:lnTo>
                  <a:pt x="106289" y="1413539"/>
                </a:lnTo>
                <a:lnTo>
                  <a:pt x="121787" y="1439800"/>
                </a:lnTo>
                <a:lnTo>
                  <a:pt x="138389" y="1466574"/>
                </a:lnTo>
                <a:lnTo>
                  <a:pt x="138389" y="1466574"/>
                </a:lnTo>
                <a:lnTo>
                  <a:pt x="153895" y="1489749"/>
                </a:lnTo>
                <a:lnTo>
                  <a:pt x="170497" y="1512409"/>
                </a:lnTo>
                <a:lnTo>
                  <a:pt x="203159" y="1558748"/>
                </a:lnTo>
                <a:lnTo>
                  <a:pt x="235267" y="1604582"/>
                </a:lnTo>
                <a:lnTo>
                  <a:pt x="250765" y="1627756"/>
                </a:lnTo>
                <a:lnTo>
                  <a:pt x="265157" y="1651960"/>
                </a:lnTo>
                <a:lnTo>
                  <a:pt x="265157" y="1651960"/>
                </a:lnTo>
                <a:lnTo>
                  <a:pt x="276787" y="1674096"/>
                </a:lnTo>
                <a:lnTo>
                  <a:pt x="287302" y="1695213"/>
                </a:lnTo>
                <a:lnTo>
                  <a:pt x="296161" y="1717358"/>
                </a:lnTo>
                <a:lnTo>
                  <a:pt x="303362" y="1739494"/>
                </a:lnTo>
                <a:lnTo>
                  <a:pt x="310553" y="1761640"/>
                </a:lnTo>
                <a:lnTo>
                  <a:pt x="316087" y="1784300"/>
                </a:lnTo>
                <a:lnTo>
                  <a:pt x="321069" y="1807474"/>
                </a:lnTo>
                <a:lnTo>
                  <a:pt x="324393" y="1830649"/>
                </a:lnTo>
                <a:lnTo>
                  <a:pt x="324393" y="1830649"/>
                </a:lnTo>
                <a:lnTo>
                  <a:pt x="325498" y="1845060"/>
                </a:lnTo>
                <a:lnTo>
                  <a:pt x="326050" y="1858452"/>
                </a:lnTo>
                <a:lnTo>
                  <a:pt x="326050" y="1872873"/>
                </a:lnTo>
                <a:lnTo>
                  <a:pt x="325498" y="1886256"/>
                </a:lnTo>
                <a:lnTo>
                  <a:pt x="322183" y="1913554"/>
                </a:lnTo>
                <a:lnTo>
                  <a:pt x="317201" y="1941358"/>
                </a:lnTo>
                <a:lnTo>
                  <a:pt x="308896" y="1968133"/>
                </a:lnTo>
                <a:lnTo>
                  <a:pt x="300590" y="1994917"/>
                </a:lnTo>
                <a:lnTo>
                  <a:pt x="290074" y="2021177"/>
                </a:lnTo>
                <a:lnTo>
                  <a:pt x="279559" y="2047952"/>
                </a:lnTo>
                <a:lnTo>
                  <a:pt x="279559" y="2047952"/>
                </a:lnTo>
                <a:lnTo>
                  <a:pt x="285093" y="2044866"/>
                </a:lnTo>
                <a:lnTo>
                  <a:pt x="285093" y="2044866"/>
                </a:lnTo>
                <a:lnTo>
                  <a:pt x="298380" y="2040227"/>
                </a:lnTo>
                <a:lnTo>
                  <a:pt x="298380" y="2040227"/>
                </a:lnTo>
                <a:lnTo>
                  <a:pt x="337680" y="2023749"/>
                </a:lnTo>
                <a:lnTo>
                  <a:pt x="337680" y="2023749"/>
                </a:lnTo>
                <a:lnTo>
                  <a:pt x="378095" y="2004699"/>
                </a:lnTo>
                <a:lnTo>
                  <a:pt x="417395" y="1983582"/>
                </a:lnTo>
                <a:lnTo>
                  <a:pt x="417395" y="1983582"/>
                </a:lnTo>
                <a:lnTo>
                  <a:pt x="454485" y="1963503"/>
                </a:lnTo>
                <a:lnTo>
                  <a:pt x="490461" y="1941358"/>
                </a:lnTo>
                <a:lnTo>
                  <a:pt x="561880" y="1895009"/>
                </a:lnTo>
                <a:lnTo>
                  <a:pt x="561880" y="1895009"/>
                </a:lnTo>
                <a:lnTo>
                  <a:pt x="634946" y="1848156"/>
                </a:lnTo>
                <a:lnTo>
                  <a:pt x="634946" y="1848156"/>
                </a:lnTo>
                <a:lnTo>
                  <a:pt x="644356" y="1841974"/>
                </a:lnTo>
                <a:lnTo>
                  <a:pt x="653767" y="1838364"/>
                </a:lnTo>
                <a:lnTo>
                  <a:pt x="663178" y="1835278"/>
                </a:lnTo>
                <a:lnTo>
                  <a:pt x="673141" y="1833735"/>
                </a:lnTo>
                <a:lnTo>
                  <a:pt x="682552" y="1831677"/>
                </a:lnTo>
                <a:lnTo>
                  <a:pt x="691962" y="1831677"/>
                </a:lnTo>
                <a:lnTo>
                  <a:pt x="702488" y="1831677"/>
                </a:lnTo>
                <a:lnTo>
                  <a:pt x="711336" y="1832706"/>
                </a:lnTo>
                <a:lnTo>
                  <a:pt x="731272" y="1836306"/>
                </a:lnTo>
                <a:lnTo>
                  <a:pt x="750646" y="1840431"/>
                </a:lnTo>
                <a:lnTo>
                  <a:pt x="788841" y="1850727"/>
                </a:lnTo>
                <a:lnTo>
                  <a:pt x="788841" y="1850727"/>
                </a:lnTo>
                <a:lnTo>
                  <a:pt x="837552" y="1862567"/>
                </a:lnTo>
                <a:lnTo>
                  <a:pt x="885167" y="1873902"/>
                </a:lnTo>
                <a:lnTo>
                  <a:pt x="933878" y="1883684"/>
                </a:lnTo>
                <a:lnTo>
                  <a:pt x="982037" y="1891923"/>
                </a:lnTo>
                <a:lnTo>
                  <a:pt x="982037" y="1891923"/>
                </a:lnTo>
                <a:lnTo>
                  <a:pt x="1031862" y="1900676"/>
                </a:lnTo>
                <a:lnTo>
                  <a:pt x="1031862" y="1900676"/>
                </a:lnTo>
                <a:lnTo>
                  <a:pt x="1057322" y="1904801"/>
                </a:lnTo>
                <a:lnTo>
                  <a:pt x="1057322" y="1904801"/>
                </a:lnTo>
                <a:lnTo>
                  <a:pt x="1060646" y="1905829"/>
                </a:lnTo>
                <a:lnTo>
                  <a:pt x="1060646" y="1905829"/>
                </a:lnTo>
                <a:lnTo>
                  <a:pt x="1061751" y="1905829"/>
                </a:lnTo>
                <a:lnTo>
                  <a:pt x="1061751" y="1905829"/>
                </a:lnTo>
                <a:lnTo>
                  <a:pt x="1119320" y="1912526"/>
                </a:lnTo>
                <a:lnTo>
                  <a:pt x="1177452" y="1919212"/>
                </a:lnTo>
                <a:lnTo>
                  <a:pt x="1177452" y="1919212"/>
                </a:lnTo>
                <a:lnTo>
                  <a:pt x="1234468" y="1923851"/>
                </a:lnTo>
                <a:lnTo>
                  <a:pt x="1292037" y="1927966"/>
                </a:lnTo>
                <a:lnTo>
                  <a:pt x="1349054" y="1929518"/>
                </a:lnTo>
                <a:lnTo>
                  <a:pt x="1406632" y="1930547"/>
                </a:lnTo>
                <a:lnTo>
                  <a:pt x="1406632" y="1930547"/>
                </a:lnTo>
                <a:lnTo>
                  <a:pt x="1462535" y="1930547"/>
                </a:lnTo>
                <a:lnTo>
                  <a:pt x="1518446" y="1928480"/>
                </a:lnTo>
                <a:lnTo>
                  <a:pt x="1518446" y="1928480"/>
                </a:lnTo>
                <a:lnTo>
                  <a:pt x="1546126" y="1926937"/>
                </a:lnTo>
                <a:lnTo>
                  <a:pt x="1573806" y="1924879"/>
                </a:lnTo>
                <a:lnTo>
                  <a:pt x="1573806" y="1924879"/>
                </a:lnTo>
                <a:lnTo>
                  <a:pt x="1602038" y="1922822"/>
                </a:lnTo>
                <a:lnTo>
                  <a:pt x="1602038" y="1922822"/>
                </a:lnTo>
                <a:lnTo>
                  <a:pt x="1617535" y="1920765"/>
                </a:lnTo>
                <a:lnTo>
                  <a:pt x="1617535" y="1920765"/>
                </a:lnTo>
                <a:lnTo>
                  <a:pt x="1617535" y="1920765"/>
                </a:lnTo>
                <a:lnTo>
                  <a:pt x="1617535" y="1920765"/>
                </a:lnTo>
                <a:lnTo>
                  <a:pt x="1674009" y="1913554"/>
                </a:lnTo>
                <a:lnTo>
                  <a:pt x="1729911" y="1903763"/>
                </a:lnTo>
                <a:lnTo>
                  <a:pt x="1785823" y="1891923"/>
                </a:lnTo>
                <a:lnTo>
                  <a:pt x="1840629" y="1878531"/>
                </a:lnTo>
                <a:lnTo>
                  <a:pt x="1840629" y="1878531"/>
                </a:lnTo>
                <a:lnTo>
                  <a:pt x="1882701" y="1866177"/>
                </a:lnTo>
                <a:lnTo>
                  <a:pt x="1926431" y="1852785"/>
                </a:lnTo>
                <a:lnTo>
                  <a:pt x="1926431" y="1852785"/>
                </a:lnTo>
                <a:lnTo>
                  <a:pt x="1967398" y="1838364"/>
                </a:lnTo>
                <a:lnTo>
                  <a:pt x="1967398" y="1838364"/>
                </a:lnTo>
                <a:lnTo>
                  <a:pt x="1974037" y="1835278"/>
                </a:lnTo>
                <a:lnTo>
                  <a:pt x="1974037" y="1835278"/>
                </a:lnTo>
                <a:lnTo>
                  <a:pt x="1994525" y="1827553"/>
                </a:lnTo>
                <a:lnTo>
                  <a:pt x="1994525" y="1827553"/>
                </a:lnTo>
                <a:lnTo>
                  <a:pt x="2036044" y="1811589"/>
                </a:lnTo>
                <a:lnTo>
                  <a:pt x="2075897" y="1794082"/>
                </a:lnTo>
                <a:lnTo>
                  <a:pt x="2116311" y="1775032"/>
                </a:lnTo>
                <a:lnTo>
                  <a:pt x="2156716" y="1755458"/>
                </a:lnTo>
                <a:lnTo>
                  <a:pt x="2194912" y="1734351"/>
                </a:lnTo>
                <a:lnTo>
                  <a:pt x="2234221" y="1712205"/>
                </a:lnTo>
                <a:lnTo>
                  <a:pt x="2271312" y="1689545"/>
                </a:lnTo>
                <a:lnTo>
                  <a:pt x="2308402" y="1665342"/>
                </a:lnTo>
                <a:lnTo>
                  <a:pt x="2308402" y="1665342"/>
                </a:lnTo>
                <a:lnTo>
                  <a:pt x="2332205" y="1647835"/>
                </a:lnTo>
                <a:lnTo>
                  <a:pt x="2332205" y="1647835"/>
                </a:lnTo>
                <a:close/>
              </a:path>
            </a:pathLst>
          </a:custGeom>
          <a:solidFill>
            <a:srgbClr val="F5B642">
              <a:alpha val="100000"/>
            </a:srgbClr>
          </a:solidFill>
          <a:ln w="26987">
            <a:solidFill>
              <a:srgbClr val="D8D8D8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形状5"/>
          <p:cNvSpPr txBox="1"/>
          <p:nvPr/>
        </p:nvSpPr>
        <p:spPr>
          <a:xfrm flipH="0">
            <a:off x="6663440" y="3193373"/>
            <a:ext cx="2658139" cy="1871853"/>
          </a:xfrm>
          <a:custGeom>
            <a:avLst/>
            <a:gdLst>
              <a:gd name="connsiteX0" fmla="*/ 357663 w 2658139"/>
              <a:gd name="connsiteY0" fmla="*/ 1506141 h 1871853"/>
              <a:gd name="connsiteX1" fmla="*/ 357663 w 2658139"/>
              <a:gd name="connsiteY1" fmla="*/ 1506141 h 1871853"/>
              <a:gd name="connsiteX2" fmla="*/ 323802 w 2658139"/>
              <a:gd name="connsiteY2" fmla="*/ 1482614 h 1871853"/>
              <a:gd name="connsiteX3" fmla="*/ 323802 w 2658139"/>
              <a:gd name="connsiteY3" fmla="*/ 1482614 h 1871853"/>
              <a:gd name="connsiteX4" fmla="*/ 289407 w 2658139"/>
              <a:gd name="connsiteY4" fmla="*/ 1456249 h 1871853"/>
              <a:gd name="connsiteX5" fmla="*/ 255555 w 2658139"/>
              <a:gd name="connsiteY5" fmla="*/ 1428007 h 1871853"/>
              <a:gd name="connsiteX6" fmla="*/ 255555 w 2658139"/>
              <a:gd name="connsiteY6" fmla="*/ 1428007 h 1871853"/>
              <a:gd name="connsiteX7" fmla="*/ 224971 w 2658139"/>
              <a:gd name="connsiteY7" fmla="*/ 1401185 h 1871853"/>
              <a:gd name="connsiteX8" fmla="*/ 196577 w 2658139"/>
              <a:gd name="connsiteY8" fmla="*/ 1372943 h 1871853"/>
              <a:gd name="connsiteX9" fmla="*/ 196577 w 2658139"/>
              <a:gd name="connsiteY9" fmla="*/ 1372943 h 1871853"/>
              <a:gd name="connsiteX10" fmla="*/ 190576 w 2658139"/>
              <a:gd name="connsiteY10" fmla="*/ 1365885 h 1871853"/>
              <a:gd name="connsiteX11" fmla="*/ 190576 w 2658139"/>
              <a:gd name="connsiteY11" fmla="*/ 1365885 h 1871853"/>
              <a:gd name="connsiteX12" fmla="*/ 182384 w 2658139"/>
              <a:gd name="connsiteY12" fmla="*/ 1357884 h 1871853"/>
              <a:gd name="connsiteX13" fmla="*/ 182384 w 2658139"/>
              <a:gd name="connsiteY13" fmla="*/ 1357884 h 1871853"/>
              <a:gd name="connsiteX14" fmla="*/ 168183 w 2658139"/>
              <a:gd name="connsiteY14" fmla="*/ 1340463 h 1871853"/>
              <a:gd name="connsiteX15" fmla="*/ 152895 w 2658139"/>
              <a:gd name="connsiteY15" fmla="*/ 1322584 h 1871853"/>
              <a:gd name="connsiteX16" fmla="*/ 152895 w 2658139"/>
              <a:gd name="connsiteY16" fmla="*/ 1322584 h 1871853"/>
              <a:gd name="connsiteX17" fmla="*/ 129416 w 2658139"/>
              <a:gd name="connsiteY17" fmla="*/ 1291047 h 1871853"/>
              <a:gd name="connsiteX18" fmla="*/ 107023 w 2658139"/>
              <a:gd name="connsiteY18" fmla="*/ 1259510 h 1871853"/>
              <a:gd name="connsiteX19" fmla="*/ 107023 w 2658139"/>
              <a:gd name="connsiteY19" fmla="*/ 1259510 h 1871853"/>
              <a:gd name="connsiteX20" fmla="*/ 85734 w 2658139"/>
              <a:gd name="connsiteY20" fmla="*/ 1226096 h 1871853"/>
              <a:gd name="connsiteX21" fmla="*/ 85734 w 2658139"/>
              <a:gd name="connsiteY21" fmla="*/ 1226096 h 1871853"/>
              <a:gd name="connsiteX22" fmla="*/ 76448 w 2658139"/>
              <a:gd name="connsiteY22" fmla="*/ 1208675 h 1871853"/>
              <a:gd name="connsiteX23" fmla="*/ 76448 w 2658139"/>
              <a:gd name="connsiteY23" fmla="*/ 1208675 h 1871853"/>
              <a:gd name="connsiteX24" fmla="*/ 72085 w 2658139"/>
              <a:gd name="connsiteY24" fmla="*/ 1201617 h 1871853"/>
              <a:gd name="connsiteX25" fmla="*/ 72085 w 2658139"/>
              <a:gd name="connsiteY25" fmla="*/ 1201617 h 1871853"/>
              <a:gd name="connsiteX26" fmla="*/ 63341 w 2658139"/>
              <a:gd name="connsiteY26" fmla="*/ 1182319 h 1871853"/>
              <a:gd name="connsiteX27" fmla="*/ 55150 w 2658139"/>
              <a:gd name="connsiteY27" fmla="*/ 1163022 h 1871853"/>
              <a:gd name="connsiteX28" fmla="*/ 46958 w 2658139"/>
              <a:gd name="connsiteY28" fmla="*/ 1143724 h 1871853"/>
              <a:gd name="connsiteX29" fmla="*/ 39862 w 2658139"/>
              <a:gd name="connsiteY29" fmla="*/ 1124426 h 1871853"/>
              <a:gd name="connsiteX30" fmla="*/ 26756 w 2658139"/>
              <a:gd name="connsiteY30" fmla="*/ 1084898 h 1871853"/>
              <a:gd name="connsiteX31" fmla="*/ 16383 w 2658139"/>
              <a:gd name="connsiteY31" fmla="*/ 1045359 h 1871853"/>
              <a:gd name="connsiteX32" fmla="*/ 16383 w 2658139"/>
              <a:gd name="connsiteY32" fmla="*/ 1045359 h 1871853"/>
              <a:gd name="connsiteX33" fmla="*/ 11468 w 2658139"/>
              <a:gd name="connsiteY33" fmla="*/ 1025119 h 1871853"/>
              <a:gd name="connsiteX34" fmla="*/ 11468 w 2658139"/>
              <a:gd name="connsiteY34" fmla="*/ 1025119 h 1871853"/>
              <a:gd name="connsiteX35" fmla="*/ 10382 w 2658139"/>
              <a:gd name="connsiteY35" fmla="*/ 1017118 h 1871853"/>
              <a:gd name="connsiteX36" fmla="*/ 10382 w 2658139"/>
              <a:gd name="connsiteY36" fmla="*/ 1017118 h 1871853"/>
              <a:gd name="connsiteX37" fmla="*/ 4915 w 2658139"/>
              <a:gd name="connsiteY37" fmla="*/ 981818 h 1871853"/>
              <a:gd name="connsiteX38" fmla="*/ 4915 w 2658139"/>
              <a:gd name="connsiteY38" fmla="*/ 981818 h 1871853"/>
              <a:gd name="connsiteX39" fmla="*/ 2191 w 2658139"/>
              <a:gd name="connsiteY39" fmla="*/ 958282 h 1871853"/>
              <a:gd name="connsiteX40" fmla="*/ 1095 w 2658139"/>
              <a:gd name="connsiteY40" fmla="*/ 934745 h 1871853"/>
              <a:gd name="connsiteX41" fmla="*/ 0 w 2658139"/>
              <a:gd name="connsiteY41" fmla="*/ 910742 h 1871853"/>
              <a:gd name="connsiteX42" fmla="*/ 0 w 2658139"/>
              <a:gd name="connsiteY42" fmla="*/ 887216 h 1871853"/>
              <a:gd name="connsiteX43" fmla="*/ 0 w 2658139"/>
              <a:gd name="connsiteY43" fmla="*/ 887216 h 1871853"/>
              <a:gd name="connsiteX44" fmla="*/ 1095 w 2658139"/>
              <a:gd name="connsiteY44" fmla="*/ 850030 h 1871853"/>
              <a:gd name="connsiteX45" fmla="*/ 3277 w 2658139"/>
              <a:gd name="connsiteY45" fmla="*/ 813321 h 1871853"/>
              <a:gd name="connsiteX46" fmla="*/ 3277 w 2658139"/>
              <a:gd name="connsiteY46" fmla="*/ 813321 h 1871853"/>
              <a:gd name="connsiteX47" fmla="*/ 3829 w 2658139"/>
              <a:gd name="connsiteY47" fmla="*/ 806253 h 1871853"/>
              <a:gd name="connsiteX48" fmla="*/ 3829 w 2658139"/>
              <a:gd name="connsiteY48" fmla="*/ 806253 h 1871853"/>
              <a:gd name="connsiteX49" fmla="*/ 4915 w 2658139"/>
              <a:gd name="connsiteY49" fmla="*/ 797319 h 1871853"/>
              <a:gd name="connsiteX50" fmla="*/ 4915 w 2658139"/>
              <a:gd name="connsiteY50" fmla="*/ 797319 h 1871853"/>
              <a:gd name="connsiteX51" fmla="*/ 11468 w 2658139"/>
              <a:gd name="connsiteY51" fmla="*/ 766724 h 1871853"/>
              <a:gd name="connsiteX52" fmla="*/ 11468 w 2658139"/>
              <a:gd name="connsiteY52" fmla="*/ 766724 h 1871853"/>
              <a:gd name="connsiteX53" fmla="*/ 13106 w 2658139"/>
              <a:gd name="connsiteY53" fmla="*/ 757304 h 1871853"/>
              <a:gd name="connsiteX54" fmla="*/ 13106 w 2658139"/>
              <a:gd name="connsiteY54" fmla="*/ 757304 h 1871853"/>
              <a:gd name="connsiteX55" fmla="*/ 22393 w 2658139"/>
              <a:gd name="connsiteY55" fmla="*/ 722005 h 1871853"/>
              <a:gd name="connsiteX56" fmla="*/ 32766 w 2658139"/>
              <a:gd name="connsiteY56" fmla="*/ 686705 h 1871853"/>
              <a:gd name="connsiteX57" fmla="*/ 45872 w 2658139"/>
              <a:gd name="connsiteY57" fmla="*/ 652815 h 1871853"/>
              <a:gd name="connsiteX58" fmla="*/ 60065 w 2658139"/>
              <a:gd name="connsiteY58" fmla="*/ 619401 h 1871853"/>
              <a:gd name="connsiteX59" fmla="*/ 60065 w 2658139"/>
              <a:gd name="connsiteY59" fmla="*/ 619401 h 1871853"/>
              <a:gd name="connsiteX60" fmla="*/ 67170 w 2658139"/>
              <a:gd name="connsiteY60" fmla="*/ 603399 h 1871853"/>
              <a:gd name="connsiteX61" fmla="*/ 67170 w 2658139"/>
              <a:gd name="connsiteY61" fmla="*/ 603399 h 1871853"/>
              <a:gd name="connsiteX62" fmla="*/ 84639 w 2658139"/>
              <a:gd name="connsiteY62" fmla="*/ 571862 h 1871853"/>
              <a:gd name="connsiteX63" fmla="*/ 84639 w 2658139"/>
              <a:gd name="connsiteY63" fmla="*/ 571862 h 1871853"/>
              <a:gd name="connsiteX64" fmla="*/ 104842 w 2658139"/>
              <a:gd name="connsiteY64" fmla="*/ 538448 h 1871853"/>
              <a:gd name="connsiteX65" fmla="*/ 127235 w 2658139"/>
              <a:gd name="connsiteY65" fmla="*/ 505025 h 1871853"/>
              <a:gd name="connsiteX66" fmla="*/ 127235 w 2658139"/>
              <a:gd name="connsiteY66" fmla="*/ 505025 h 1871853"/>
              <a:gd name="connsiteX67" fmla="*/ 148523 w 2658139"/>
              <a:gd name="connsiteY67" fmla="*/ 475374 h 1871853"/>
              <a:gd name="connsiteX68" fmla="*/ 172002 w 2658139"/>
              <a:gd name="connsiteY68" fmla="*/ 446199 h 1871853"/>
              <a:gd name="connsiteX69" fmla="*/ 172002 w 2658139"/>
              <a:gd name="connsiteY69" fmla="*/ 446199 h 1871853"/>
              <a:gd name="connsiteX70" fmla="*/ 177470 w 2658139"/>
              <a:gd name="connsiteY70" fmla="*/ 440074 h 1871853"/>
              <a:gd name="connsiteX71" fmla="*/ 177470 w 2658139"/>
              <a:gd name="connsiteY71" fmla="*/ 440074 h 1871853"/>
              <a:gd name="connsiteX72" fmla="*/ 183470 w 2658139"/>
              <a:gd name="connsiteY72" fmla="*/ 432073 h 1871853"/>
              <a:gd name="connsiteX73" fmla="*/ 183470 w 2658139"/>
              <a:gd name="connsiteY73" fmla="*/ 432073 h 1871853"/>
              <a:gd name="connsiteX74" fmla="*/ 198758 w 2658139"/>
              <a:gd name="connsiteY74" fmla="*/ 416547 h 1871853"/>
              <a:gd name="connsiteX75" fmla="*/ 215141 w 2658139"/>
              <a:gd name="connsiteY75" fmla="*/ 399602 h 1871853"/>
              <a:gd name="connsiteX76" fmla="*/ 215141 w 2658139"/>
              <a:gd name="connsiteY76" fmla="*/ 399602 h 1871853"/>
              <a:gd name="connsiteX77" fmla="*/ 243535 w 2658139"/>
              <a:gd name="connsiteY77" fmla="*/ 371361 h 1871853"/>
              <a:gd name="connsiteX78" fmla="*/ 274120 w 2658139"/>
              <a:gd name="connsiteY78" fmla="*/ 344529 h 1871853"/>
              <a:gd name="connsiteX79" fmla="*/ 305790 w 2658139"/>
              <a:gd name="connsiteY79" fmla="*/ 317230 h 1871853"/>
              <a:gd name="connsiteX80" fmla="*/ 338004 w 2658139"/>
              <a:gd name="connsiteY80" fmla="*/ 291817 h 1871853"/>
              <a:gd name="connsiteX81" fmla="*/ 338004 w 2658139"/>
              <a:gd name="connsiteY81" fmla="*/ 291817 h 1871853"/>
              <a:gd name="connsiteX82" fmla="*/ 354387 w 2658139"/>
              <a:gd name="connsiteY82" fmla="*/ 279111 h 1871853"/>
              <a:gd name="connsiteX83" fmla="*/ 370770 w 2658139"/>
              <a:gd name="connsiteY83" fmla="*/ 267814 h 1871853"/>
              <a:gd name="connsiteX84" fmla="*/ 370770 w 2658139"/>
              <a:gd name="connsiteY84" fmla="*/ 267814 h 1871853"/>
              <a:gd name="connsiteX85" fmla="*/ 371856 w 2658139"/>
              <a:gd name="connsiteY85" fmla="*/ 266871 h 1871853"/>
              <a:gd name="connsiteX86" fmla="*/ 371856 w 2658139"/>
              <a:gd name="connsiteY86" fmla="*/ 266871 h 1871853"/>
              <a:gd name="connsiteX87" fmla="*/ 388239 w 2658139"/>
              <a:gd name="connsiteY87" fmla="*/ 255575 h 1871853"/>
              <a:gd name="connsiteX88" fmla="*/ 388239 w 2658139"/>
              <a:gd name="connsiteY88" fmla="*/ 255575 h 1871853"/>
              <a:gd name="connsiteX89" fmla="*/ 427005 w 2658139"/>
              <a:gd name="connsiteY89" fmla="*/ 232039 h 1871853"/>
              <a:gd name="connsiteX90" fmla="*/ 465782 w 2658139"/>
              <a:gd name="connsiteY90" fmla="*/ 208036 h 1871853"/>
              <a:gd name="connsiteX91" fmla="*/ 465782 w 2658139"/>
              <a:gd name="connsiteY91" fmla="*/ 208036 h 1871853"/>
              <a:gd name="connsiteX92" fmla="*/ 505634 w 2658139"/>
              <a:gd name="connsiteY92" fmla="*/ 186852 h 1871853"/>
              <a:gd name="connsiteX93" fmla="*/ 546049 w 2658139"/>
              <a:gd name="connsiteY93" fmla="*/ 167088 h 1871853"/>
              <a:gd name="connsiteX94" fmla="*/ 586997 w 2658139"/>
              <a:gd name="connsiteY94" fmla="*/ 147323 h 1871853"/>
              <a:gd name="connsiteX95" fmla="*/ 628497 w 2658139"/>
              <a:gd name="connsiteY95" fmla="*/ 128959 h 1871853"/>
              <a:gd name="connsiteX96" fmla="*/ 628497 w 2658139"/>
              <a:gd name="connsiteY96" fmla="*/ 128959 h 1871853"/>
              <a:gd name="connsiteX97" fmla="*/ 667264 w 2658139"/>
              <a:gd name="connsiteY97" fmla="*/ 113433 h 1871853"/>
              <a:gd name="connsiteX98" fmla="*/ 667264 w 2658139"/>
              <a:gd name="connsiteY98" fmla="*/ 113433 h 1871853"/>
              <a:gd name="connsiteX99" fmla="*/ 672731 w 2658139"/>
              <a:gd name="connsiteY99" fmla="*/ 111547 h 1871853"/>
              <a:gd name="connsiteX100" fmla="*/ 672731 w 2658139"/>
              <a:gd name="connsiteY100" fmla="*/ 111547 h 1871853"/>
              <a:gd name="connsiteX101" fmla="*/ 692933 w 2658139"/>
              <a:gd name="connsiteY101" fmla="*/ 103546 h 1871853"/>
              <a:gd name="connsiteX102" fmla="*/ 692933 w 2658139"/>
              <a:gd name="connsiteY102" fmla="*/ 103546 h 1871853"/>
              <a:gd name="connsiteX103" fmla="*/ 740987 w 2658139"/>
              <a:gd name="connsiteY103" fmla="*/ 88011 h 1871853"/>
              <a:gd name="connsiteX104" fmla="*/ 788488 w 2658139"/>
              <a:gd name="connsiteY104" fmla="*/ 72952 h 1871853"/>
              <a:gd name="connsiteX105" fmla="*/ 788488 w 2658139"/>
              <a:gd name="connsiteY105" fmla="*/ 72952 h 1871853"/>
              <a:gd name="connsiteX106" fmla="*/ 835446 w 2658139"/>
              <a:gd name="connsiteY106" fmla="*/ 59779 h 1871853"/>
              <a:gd name="connsiteX107" fmla="*/ 883500 w 2658139"/>
              <a:gd name="connsiteY107" fmla="*/ 48482 h 1871853"/>
              <a:gd name="connsiteX108" fmla="*/ 932096 w 2658139"/>
              <a:gd name="connsiteY108" fmla="*/ 37652 h 1871853"/>
              <a:gd name="connsiteX109" fmla="*/ 981245 w 2658139"/>
              <a:gd name="connsiteY109" fmla="*/ 28242 h 1871853"/>
              <a:gd name="connsiteX110" fmla="*/ 981245 w 2658139"/>
              <a:gd name="connsiteY110" fmla="*/ 28242 h 1871853"/>
              <a:gd name="connsiteX111" fmla="*/ 1029289 w 2658139"/>
              <a:gd name="connsiteY111" fmla="*/ 20241 h 1871853"/>
              <a:gd name="connsiteX112" fmla="*/ 1029289 w 2658139"/>
              <a:gd name="connsiteY112" fmla="*/ 20241 h 1871853"/>
              <a:gd name="connsiteX113" fmla="*/ 1052769 w 2658139"/>
              <a:gd name="connsiteY113" fmla="*/ 16469 h 1871853"/>
              <a:gd name="connsiteX114" fmla="*/ 1052769 w 2658139"/>
              <a:gd name="connsiteY114" fmla="*/ 16469 h 1871853"/>
              <a:gd name="connsiteX115" fmla="*/ 1055502 w 2658139"/>
              <a:gd name="connsiteY115" fmla="*/ 16002 h 1871853"/>
              <a:gd name="connsiteX116" fmla="*/ 1055502 w 2658139"/>
              <a:gd name="connsiteY116" fmla="*/ 16002 h 1871853"/>
              <a:gd name="connsiteX117" fmla="*/ 1109566 w 2658139"/>
              <a:gd name="connsiteY117" fmla="*/ 9411 h 1871853"/>
              <a:gd name="connsiteX118" fmla="*/ 1163620 w 2658139"/>
              <a:gd name="connsiteY118" fmla="*/ 5182 h 1871853"/>
              <a:gd name="connsiteX119" fmla="*/ 1163620 w 2658139"/>
              <a:gd name="connsiteY119" fmla="*/ 5182 h 1871853"/>
              <a:gd name="connsiteX120" fmla="*/ 1215494 w 2658139"/>
              <a:gd name="connsiteY120" fmla="*/ 2819 h 1871853"/>
              <a:gd name="connsiteX121" fmla="*/ 1266271 w 2658139"/>
              <a:gd name="connsiteY121" fmla="*/ 943 h 1871853"/>
              <a:gd name="connsiteX122" fmla="*/ 1318697 w 2658139"/>
              <a:gd name="connsiteY122" fmla="*/ 0 h 1871853"/>
              <a:gd name="connsiteX123" fmla="*/ 1370570 w 2658139"/>
              <a:gd name="connsiteY123" fmla="*/ 943 h 1871853"/>
              <a:gd name="connsiteX124" fmla="*/ 1370570 w 2658139"/>
              <a:gd name="connsiteY124" fmla="*/ 943 h 1871853"/>
              <a:gd name="connsiteX125" fmla="*/ 1414251 w 2658139"/>
              <a:gd name="connsiteY125" fmla="*/ 2819 h 1871853"/>
              <a:gd name="connsiteX126" fmla="*/ 1457933 w 2658139"/>
              <a:gd name="connsiteY126" fmla="*/ 5182 h 1871853"/>
              <a:gd name="connsiteX127" fmla="*/ 1457933 w 2658139"/>
              <a:gd name="connsiteY127" fmla="*/ 5182 h 1871853"/>
              <a:gd name="connsiteX128" fmla="*/ 1501624 w 2658139"/>
              <a:gd name="connsiteY128" fmla="*/ 8944 h 1871853"/>
              <a:gd name="connsiteX129" fmla="*/ 1501624 w 2658139"/>
              <a:gd name="connsiteY129" fmla="*/ 8944 h 1871853"/>
              <a:gd name="connsiteX130" fmla="*/ 1510902 w 2658139"/>
              <a:gd name="connsiteY130" fmla="*/ 9411 h 1871853"/>
              <a:gd name="connsiteX131" fmla="*/ 1510902 w 2658139"/>
              <a:gd name="connsiteY131" fmla="*/ 9411 h 1871853"/>
              <a:gd name="connsiteX132" fmla="*/ 1531656 w 2658139"/>
              <a:gd name="connsiteY132" fmla="*/ 12240 h 1871853"/>
              <a:gd name="connsiteX133" fmla="*/ 1531656 w 2658139"/>
              <a:gd name="connsiteY133" fmla="*/ 12240 h 1871853"/>
              <a:gd name="connsiteX134" fmla="*/ 1576976 w 2658139"/>
              <a:gd name="connsiteY134" fmla="*/ 17412 h 1871853"/>
              <a:gd name="connsiteX135" fmla="*/ 1622839 w 2658139"/>
              <a:gd name="connsiteY135" fmla="*/ 24479 h 1871853"/>
              <a:gd name="connsiteX136" fmla="*/ 1668712 w 2658139"/>
              <a:gd name="connsiteY136" fmla="*/ 32480 h 1871853"/>
              <a:gd name="connsiteX137" fmla="*/ 1714574 w 2658139"/>
              <a:gd name="connsiteY137" fmla="*/ 41415 h 1871853"/>
              <a:gd name="connsiteX138" fmla="*/ 1714574 w 2658139"/>
              <a:gd name="connsiteY138" fmla="*/ 41415 h 1871853"/>
              <a:gd name="connsiteX139" fmla="*/ 1750617 w 2658139"/>
              <a:gd name="connsiteY139" fmla="*/ 48949 h 1871853"/>
              <a:gd name="connsiteX140" fmla="*/ 1786107 w 2658139"/>
              <a:gd name="connsiteY140" fmla="*/ 56950 h 1871853"/>
              <a:gd name="connsiteX141" fmla="*/ 1821597 w 2658139"/>
              <a:gd name="connsiteY141" fmla="*/ 66837 h 1871853"/>
              <a:gd name="connsiteX142" fmla="*/ 1856544 w 2658139"/>
              <a:gd name="connsiteY142" fmla="*/ 76248 h 1871853"/>
              <a:gd name="connsiteX143" fmla="*/ 1856544 w 2658139"/>
              <a:gd name="connsiteY143" fmla="*/ 76248 h 1871853"/>
              <a:gd name="connsiteX144" fmla="*/ 1894225 w 2658139"/>
              <a:gd name="connsiteY144" fmla="*/ 86135 h 1871853"/>
              <a:gd name="connsiteX145" fmla="*/ 1894225 w 2658139"/>
              <a:gd name="connsiteY145" fmla="*/ 86135 h 1871853"/>
              <a:gd name="connsiteX146" fmla="*/ 1935726 w 2658139"/>
              <a:gd name="connsiteY146" fmla="*/ 99308 h 1871853"/>
              <a:gd name="connsiteX147" fmla="*/ 1935726 w 2658139"/>
              <a:gd name="connsiteY147" fmla="*/ 99308 h 1871853"/>
              <a:gd name="connsiteX148" fmla="*/ 1947194 w 2658139"/>
              <a:gd name="connsiteY148" fmla="*/ 103546 h 1871853"/>
              <a:gd name="connsiteX149" fmla="*/ 1947194 w 2658139"/>
              <a:gd name="connsiteY149" fmla="*/ 103546 h 1871853"/>
              <a:gd name="connsiteX150" fmla="*/ 1958109 w 2658139"/>
              <a:gd name="connsiteY150" fmla="*/ 107309 h 1871853"/>
              <a:gd name="connsiteX151" fmla="*/ 1958109 w 2658139"/>
              <a:gd name="connsiteY151" fmla="*/ 107309 h 1871853"/>
              <a:gd name="connsiteX152" fmla="*/ 2002343 w 2658139"/>
              <a:gd name="connsiteY152" fmla="*/ 123787 h 1871853"/>
              <a:gd name="connsiteX153" fmla="*/ 2046025 w 2658139"/>
              <a:gd name="connsiteY153" fmla="*/ 141199 h 1871853"/>
              <a:gd name="connsiteX154" fmla="*/ 2046025 w 2658139"/>
              <a:gd name="connsiteY154" fmla="*/ 141199 h 1871853"/>
              <a:gd name="connsiteX155" fmla="*/ 2096803 w 2658139"/>
              <a:gd name="connsiteY155" fmla="*/ 164268 h 1871853"/>
              <a:gd name="connsiteX156" fmla="*/ 2147047 w 2658139"/>
              <a:gd name="connsiteY156" fmla="*/ 187795 h 1871853"/>
              <a:gd name="connsiteX157" fmla="*/ 2195644 w 2658139"/>
              <a:gd name="connsiteY157" fmla="*/ 214151 h 1871853"/>
              <a:gd name="connsiteX158" fmla="*/ 2242602 w 2658139"/>
              <a:gd name="connsiteY158" fmla="*/ 241449 h 1871853"/>
              <a:gd name="connsiteX159" fmla="*/ 2242602 w 2658139"/>
              <a:gd name="connsiteY159" fmla="*/ 241449 h 1871853"/>
              <a:gd name="connsiteX160" fmla="*/ 2249698 w 2658139"/>
              <a:gd name="connsiteY160" fmla="*/ 246164 h 1871853"/>
              <a:gd name="connsiteX161" fmla="*/ 2249698 w 2658139"/>
              <a:gd name="connsiteY161" fmla="*/ 246164 h 1871853"/>
              <a:gd name="connsiteX162" fmla="*/ 2267176 w 2658139"/>
              <a:gd name="connsiteY162" fmla="*/ 257461 h 1871853"/>
              <a:gd name="connsiteX163" fmla="*/ 2267176 w 2658139"/>
              <a:gd name="connsiteY163" fmla="*/ 257461 h 1871853"/>
              <a:gd name="connsiteX164" fmla="*/ 2289560 w 2658139"/>
              <a:gd name="connsiteY164" fmla="*/ 272987 h 1871853"/>
              <a:gd name="connsiteX165" fmla="*/ 2311944 w 2658139"/>
              <a:gd name="connsiteY165" fmla="*/ 288989 h 1871853"/>
              <a:gd name="connsiteX166" fmla="*/ 2311944 w 2658139"/>
              <a:gd name="connsiteY166" fmla="*/ 288989 h 1871853"/>
              <a:gd name="connsiteX167" fmla="*/ 2334337 w 2658139"/>
              <a:gd name="connsiteY167" fmla="*/ 305467 h 1871853"/>
              <a:gd name="connsiteX168" fmla="*/ 2355635 w 2658139"/>
              <a:gd name="connsiteY168" fmla="*/ 323355 h 1871853"/>
              <a:gd name="connsiteX169" fmla="*/ 2375837 w 2658139"/>
              <a:gd name="connsiteY169" fmla="*/ 340766 h 1871853"/>
              <a:gd name="connsiteX170" fmla="*/ 2396583 w 2658139"/>
              <a:gd name="connsiteY170" fmla="*/ 358178 h 1871853"/>
              <a:gd name="connsiteX171" fmla="*/ 2396583 w 2658139"/>
              <a:gd name="connsiteY171" fmla="*/ 358178 h 1871853"/>
              <a:gd name="connsiteX172" fmla="*/ 2413509 w 2658139"/>
              <a:gd name="connsiteY172" fmla="*/ 374180 h 1871853"/>
              <a:gd name="connsiteX173" fmla="*/ 2429892 w 2658139"/>
              <a:gd name="connsiteY173" fmla="*/ 390658 h 1871853"/>
              <a:gd name="connsiteX174" fmla="*/ 2429892 w 2658139"/>
              <a:gd name="connsiteY174" fmla="*/ 390658 h 1871853"/>
              <a:gd name="connsiteX175" fmla="*/ 2447370 w 2658139"/>
              <a:gd name="connsiteY175" fmla="*/ 408537 h 1871853"/>
              <a:gd name="connsiteX176" fmla="*/ 2447370 w 2658139"/>
              <a:gd name="connsiteY176" fmla="*/ 408537 h 1871853"/>
              <a:gd name="connsiteX177" fmla="*/ 2454466 w 2658139"/>
              <a:gd name="connsiteY177" fmla="*/ 415604 h 1871853"/>
              <a:gd name="connsiteX178" fmla="*/ 2454466 w 2658139"/>
              <a:gd name="connsiteY178" fmla="*/ 415604 h 1871853"/>
              <a:gd name="connsiteX179" fmla="*/ 2471935 w 2658139"/>
              <a:gd name="connsiteY179" fmla="*/ 435835 h 1871853"/>
              <a:gd name="connsiteX180" fmla="*/ 2488318 w 2658139"/>
              <a:gd name="connsiteY180" fmla="*/ 456552 h 1871853"/>
              <a:gd name="connsiteX181" fmla="*/ 2504158 w 2658139"/>
              <a:gd name="connsiteY181" fmla="*/ 477726 h 1871853"/>
              <a:gd name="connsiteX182" fmla="*/ 2519446 w 2658139"/>
              <a:gd name="connsiteY182" fmla="*/ 498910 h 1871853"/>
              <a:gd name="connsiteX183" fmla="*/ 2519446 w 2658139"/>
              <a:gd name="connsiteY183" fmla="*/ 498910 h 1871853"/>
              <a:gd name="connsiteX184" fmla="*/ 2534190 w 2658139"/>
              <a:gd name="connsiteY184" fmla="*/ 521027 h 1871853"/>
              <a:gd name="connsiteX185" fmla="*/ 2548383 w 2658139"/>
              <a:gd name="connsiteY185" fmla="*/ 543620 h 1871853"/>
              <a:gd name="connsiteX186" fmla="*/ 2548383 w 2658139"/>
              <a:gd name="connsiteY186" fmla="*/ 543620 h 1871853"/>
              <a:gd name="connsiteX187" fmla="*/ 2561489 w 2658139"/>
              <a:gd name="connsiteY187" fmla="*/ 566690 h 1871853"/>
              <a:gd name="connsiteX188" fmla="*/ 2561489 w 2658139"/>
              <a:gd name="connsiteY188" fmla="*/ 566690 h 1871853"/>
              <a:gd name="connsiteX189" fmla="*/ 2567499 w 2658139"/>
              <a:gd name="connsiteY189" fmla="*/ 577987 h 1871853"/>
              <a:gd name="connsiteX190" fmla="*/ 2567499 w 2658139"/>
              <a:gd name="connsiteY190" fmla="*/ 577987 h 1871853"/>
              <a:gd name="connsiteX191" fmla="*/ 2578967 w 2658139"/>
              <a:gd name="connsiteY191" fmla="*/ 600570 h 1871853"/>
              <a:gd name="connsiteX192" fmla="*/ 2588788 w 2658139"/>
              <a:gd name="connsiteY192" fmla="*/ 624583 h 1871853"/>
              <a:gd name="connsiteX193" fmla="*/ 2599170 w 2658139"/>
              <a:gd name="connsiteY193" fmla="*/ 648110 h 1871853"/>
              <a:gd name="connsiteX194" fmla="*/ 2607361 w 2658139"/>
              <a:gd name="connsiteY194" fmla="*/ 672113 h 1871853"/>
              <a:gd name="connsiteX195" fmla="*/ 2607361 w 2658139"/>
              <a:gd name="connsiteY195" fmla="*/ 672113 h 1871853"/>
              <a:gd name="connsiteX196" fmla="*/ 2621553 w 2658139"/>
              <a:gd name="connsiteY196" fmla="*/ 713061 h 1871853"/>
              <a:gd name="connsiteX197" fmla="*/ 2633565 w 2658139"/>
              <a:gd name="connsiteY197" fmla="*/ 755428 h 1871853"/>
              <a:gd name="connsiteX198" fmla="*/ 2633565 w 2658139"/>
              <a:gd name="connsiteY198" fmla="*/ 755428 h 1871853"/>
              <a:gd name="connsiteX199" fmla="*/ 2643937 w 2658139"/>
              <a:gd name="connsiteY199" fmla="*/ 797319 h 1871853"/>
              <a:gd name="connsiteX200" fmla="*/ 2643937 w 2658139"/>
              <a:gd name="connsiteY200" fmla="*/ 797319 h 1871853"/>
              <a:gd name="connsiteX201" fmla="*/ 2648309 w 2658139"/>
              <a:gd name="connsiteY201" fmla="*/ 818493 h 1871853"/>
              <a:gd name="connsiteX202" fmla="*/ 2648309 w 2658139"/>
              <a:gd name="connsiteY202" fmla="*/ 818493 h 1871853"/>
              <a:gd name="connsiteX203" fmla="*/ 2648309 w 2658139"/>
              <a:gd name="connsiteY203" fmla="*/ 820379 h 1871853"/>
              <a:gd name="connsiteX204" fmla="*/ 2648309 w 2658139"/>
              <a:gd name="connsiteY204" fmla="*/ 820379 h 1871853"/>
              <a:gd name="connsiteX205" fmla="*/ 2649947 w 2658139"/>
              <a:gd name="connsiteY205" fmla="*/ 828380 h 1871853"/>
              <a:gd name="connsiteX206" fmla="*/ 2649947 w 2658139"/>
              <a:gd name="connsiteY206" fmla="*/ 828380 h 1871853"/>
              <a:gd name="connsiteX207" fmla="*/ 2653224 w 2658139"/>
              <a:gd name="connsiteY207" fmla="*/ 850030 h 1871853"/>
              <a:gd name="connsiteX208" fmla="*/ 2655405 w 2658139"/>
              <a:gd name="connsiteY208" fmla="*/ 872147 h 1871853"/>
              <a:gd name="connsiteX209" fmla="*/ 2657044 w 2658139"/>
              <a:gd name="connsiteY209" fmla="*/ 894274 h 1871853"/>
              <a:gd name="connsiteX210" fmla="*/ 2658139 w 2658139"/>
              <a:gd name="connsiteY210" fmla="*/ 916867 h 1871853"/>
              <a:gd name="connsiteX211" fmla="*/ 2658139 w 2658139"/>
              <a:gd name="connsiteY211" fmla="*/ 938984 h 1871853"/>
              <a:gd name="connsiteX212" fmla="*/ 2658139 w 2658139"/>
              <a:gd name="connsiteY212" fmla="*/ 961111 h 1871853"/>
              <a:gd name="connsiteX213" fmla="*/ 2657044 w 2658139"/>
              <a:gd name="connsiteY213" fmla="*/ 982761 h 1871853"/>
              <a:gd name="connsiteX214" fmla="*/ 2655958 w 2658139"/>
              <a:gd name="connsiteY214" fmla="*/ 1005821 h 1871853"/>
              <a:gd name="connsiteX215" fmla="*/ 2655958 w 2658139"/>
              <a:gd name="connsiteY215" fmla="*/ 1005821 h 1871853"/>
              <a:gd name="connsiteX216" fmla="*/ 2655405 w 2658139"/>
              <a:gd name="connsiteY216" fmla="*/ 1019937 h 1871853"/>
              <a:gd name="connsiteX217" fmla="*/ 2655405 w 2658139"/>
              <a:gd name="connsiteY217" fmla="*/ 1019937 h 1871853"/>
              <a:gd name="connsiteX218" fmla="*/ 2653224 w 2658139"/>
              <a:gd name="connsiteY218" fmla="*/ 1030300 h 1871853"/>
              <a:gd name="connsiteX219" fmla="*/ 2653224 w 2658139"/>
              <a:gd name="connsiteY219" fmla="*/ 1030300 h 1871853"/>
              <a:gd name="connsiteX220" fmla="*/ 2648852 w 2658139"/>
              <a:gd name="connsiteY220" fmla="*/ 1051474 h 1871853"/>
              <a:gd name="connsiteX221" fmla="*/ 2645033 w 2658139"/>
              <a:gd name="connsiteY221" fmla="*/ 1073125 h 1871853"/>
              <a:gd name="connsiteX222" fmla="*/ 2645033 w 2658139"/>
              <a:gd name="connsiteY222" fmla="*/ 1073125 h 1871853"/>
              <a:gd name="connsiteX223" fmla="*/ 2639032 w 2658139"/>
              <a:gd name="connsiteY223" fmla="*/ 1097128 h 1871853"/>
              <a:gd name="connsiteX224" fmla="*/ 2631926 w 2658139"/>
              <a:gd name="connsiteY224" fmla="*/ 1120664 h 1871853"/>
              <a:gd name="connsiteX225" fmla="*/ 2624830 w 2658139"/>
              <a:gd name="connsiteY225" fmla="*/ 1144667 h 1871853"/>
              <a:gd name="connsiteX226" fmla="*/ 2616639 w 2658139"/>
              <a:gd name="connsiteY226" fmla="*/ 1168203 h 1871853"/>
              <a:gd name="connsiteX227" fmla="*/ 2616639 w 2658139"/>
              <a:gd name="connsiteY227" fmla="*/ 1168203 h 1871853"/>
              <a:gd name="connsiteX228" fmla="*/ 2608447 w 2658139"/>
              <a:gd name="connsiteY228" fmla="*/ 1187501 h 1871853"/>
              <a:gd name="connsiteX229" fmla="*/ 2600256 w 2658139"/>
              <a:gd name="connsiteY229" fmla="*/ 1206798 h 1871853"/>
              <a:gd name="connsiteX230" fmla="*/ 2600256 w 2658139"/>
              <a:gd name="connsiteY230" fmla="*/ 1206798 h 1871853"/>
              <a:gd name="connsiteX231" fmla="*/ 2594255 w 2658139"/>
              <a:gd name="connsiteY231" fmla="*/ 1219038 h 1871853"/>
              <a:gd name="connsiteX232" fmla="*/ 2594255 w 2658139"/>
              <a:gd name="connsiteY232" fmla="*/ 1219038 h 1871853"/>
              <a:gd name="connsiteX233" fmla="*/ 2582787 w 2658139"/>
              <a:gd name="connsiteY233" fmla="*/ 1242098 h 1871853"/>
              <a:gd name="connsiteX234" fmla="*/ 2582787 w 2658139"/>
              <a:gd name="connsiteY234" fmla="*/ 1242098 h 1871853"/>
              <a:gd name="connsiteX235" fmla="*/ 2568585 w 2658139"/>
              <a:gd name="connsiteY235" fmla="*/ 1266568 h 1871853"/>
              <a:gd name="connsiteX236" fmla="*/ 2553297 w 2658139"/>
              <a:gd name="connsiteY236" fmla="*/ 1291990 h 1871853"/>
              <a:gd name="connsiteX237" fmla="*/ 2538010 w 2658139"/>
              <a:gd name="connsiteY237" fmla="*/ 1315993 h 1871853"/>
              <a:gd name="connsiteX238" fmla="*/ 2521627 w 2658139"/>
              <a:gd name="connsiteY238" fmla="*/ 1340463 h 1871853"/>
              <a:gd name="connsiteX239" fmla="*/ 2521627 w 2658139"/>
              <a:gd name="connsiteY239" fmla="*/ 1340463 h 1871853"/>
              <a:gd name="connsiteX240" fmla="*/ 2506339 w 2658139"/>
              <a:gd name="connsiteY240" fmla="*/ 1361646 h 1871853"/>
              <a:gd name="connsiteX241" fmla="*/ 2489956 w 2658139"/>
              <a:gd name="connsiteY241" fmla="*/ 1382354 h 1871853"/>
              <a:gd name="connsiteX242" fmla="*/ 2457743 w 2658139"/>
              <a:gd name="connsiteY242" fmla="*/ 1424721 h 1871853"/>
              <a:gd name="connsiteX243" fmla="*/ 2426072 w 2658139"/>
              <a:gd name="connsiteY243" fmla="*/ 1466602 h 1871853"/>
              <a:gd name="connsiteX244" fmla="*/ 2410785 w 2658139"/>
              <a:gd name="connsiteY244" fmla="*/ 1487786 h 1871853"/>
              <a:gd name="connsiteX245" fmla="*/ 2396583 w 2658139"/>
              <a:gd name="connsiteY245" fmla="*/ 1509913 h 1871853"/>
              <a:gd name="connsiteX246" fmla="*/ 2396583 w 2658139"/>
              <a:gd name="connsiteY246" fmla="*/ 1509913 h 1871853"/>
              <a:gd name="connsiteX247" fmla="*/ 2385115 w 2658139"/>
              <a:gd name="connsiteY247" fmla="*/ 1530144 h 1871853"/>
              <a:gd name="connsiteX248" fmla="*/ 2374742 w 2658139"/>
              <a:gd name="connsiteY248" fmla="*/ 1549441 h 1871853"/>
              <a:gd name="connsiteX249" fmla="*/ 2366008 w 2658139"/>
              <a:gd name="connsiteY249" fmla="*/ 1569682 h 1871853"/>
              <a:gd name="connsiteX250" fmla="*/ 2358911 w 2658139"/>
              <a:gd name="connsiteY250" fmla="*/ 1589923 h 1871853"/>
              <a:gd name="connsiteX251" fmla="*/ 2351806 w 2658139"/>
              <a:gd name="connsiteY251" fmla="*/ 1610163 h 1871853"/>
              <a:gd name="connsiteX252" fmla="*/ 2346348 w 2658139"/>
              <a:gd name="connsiteY252" fmla="*/ 1630871 h 1871853"/>
              <a:gd name="connsiteX253" fmla="*/ 2341433 w 2658139"/>
              <a:gd name="connsiteY253" fmla="*/ 1652054 h 1871853"/>
              <a:gd name="connsiteX254" fmla="*/ 2338156 w 2658139"/>
              <a:gd name="connsiteY254" fmla="*/ 1673228 h 1871853"/>
              <a:gd name="connsiteX255" fmla="*/ 2338156 w 2658139"/>
              <a:gd name="connsiteY255" fmla="*/ 1673228 h 1871853"/>
              <a:gd name="connsiteX256" fmla="*/ 2337061 w 2658139"/>
              <a:gd name="connsiteY256" fmla="*/ 1686411 h 1871853"/>
              <a:gd name="connsiteX257" fmla="*/ 2336518 w 2658139"/>
              <a:gd name="connsiteY257" fmla="*/ 1698650 h 1871853"/>
              <a:gd name="connsiteX258" fmla="*/ 2336518 w 2658139"/>
              <a:gd name="connsiteY258" fmla="*/ 1711824 h 1871853"/>
              <a:gd name="connsiteX259" fmla="*/ 2337061 w 2658139"/>
              <a:gd name="connsiteY259" fmla="*/ 1724063 h 1871853"/>
              <a:gd name="connsiteX260" fmla="*/ 2340338 w 2658139"/>
              <a:gd name="connsiteY260" fmla="*/ 1749009 h 1871853"/>
              <a:gd name="connsiteX261" fmla="*/ 2345253 w 2658139"/>
              <a:gd name="connsiteY261" fmla="*/ 1774422 h 1871853"/>
              <a:gd name="connsiteX262" fmla="*/ 2353444 w 2658139"/>
              <a:gd name="connsiteY262" fmla="*/ 1798901 h 1871853"/>
              <a:gd name="connsiteX263" fmla="*/ 2361636 w 2658139"/>
              <a:gd name="connsiteY263" fmla="*/ 1823371 h 1871853"/>
              <a:gd name="connsiteX264" fmla="*/ 2372008 w 2658139"/>
              <a:gd name="connsiteY264" fmla="*/ 1847374 h 1871853"/>
              <a:gd name="connsiteX265" fmla="*/ 2382391 w 2658139"/>
              <a:gd name="connsiteY265" fmla="*/ 1871853 h 1871853"/>
              <a:gd name="connsiteX266" fmla="*/ 2382391 w 2658139"/>
              <a:gd name="connsiteY266" fmla="*/ 1871853 h 1871853"/>
              <a:gd name="connsiteX267" fmla="*/ 2376923 w 2658139"/>
              <a:gd name="connsiteY267" fmla="*/ 1869034 h 1871853"/>
              <a:gd name="connsiteX268" fmla="*/ 2376923 w 2658139"/>
              <a:gd name="connsiteY268" fmla="*/ 1869034 h 1871853"/>
              <a:gd name="connsiteX269" fmla="*/ 2363826 w 2658139"/>
              <a:gd name="connsiteY269" fmla="*/ 1864795 h 1871853"/>
              <a:gd name="connsiteX270" fmla="*/ 2363826 w 2658139"/>
              <a:gd name="connsiteY270" fmla="*/ 1864795 h 1871853"/>
              <a:gd name="connsiteX271" fmla="*/ 2325050 w 2658139"/>
              <a:gd name="connsiteY271" fmla="*/ 1849736 h 1871853"/>
              <a:gd name="connsiteX272" fmla="*/ 2325050 w 2658139"/>
              <a:gd name="connsiteY272" fmla="*/ 1849736 h 1871853"/>
              <a:gd name="connsiteX273" fmla="*/ 2285188 w 2658139"/>
              <a:gd name="connsiteY273" fmla="*/ 1832315 h 1871853"/>
              <a:gd name="connsiteX274" fmla="*/ 2246421 w 2658139"/>
              <a:gd name="connsiteY274" fmla="*/ 1813017 h 1871853"/>
              <a:gd name="connsiteX275" fmla="*/ 2246421 w 2658139"/>
              <a:gd name="connsiteY275" fmla="*/ 1813017 h 1871853"/>
              <a:gd name="connsiteX276" fmla="*/ 2209836 w 2658139"/>
              <a:gd name="connsiteY276" fmla="*/ 1794662 h 1871853"/>
              <a:gd name="connsiteX277" fmla="*/ 2174346 w 2658139"/>
              <a:gd name="connsiteY277" fmla="*/ 1774422 h 1871853"/>
              <a:gd name="connsiteX278" fmla="*/ 2103908 w 2658139"/>
              <a:gd name="connsiteY278" fmla="*/ 1732064 h 1871853"/>
              <a:gd name="connsiteX279" fmla="*/ 2103908 w 2658139"/>
              <a:gd name="connsiteY279" fmla="*/ 1732064 h 1871853"/>
              <a:gd name="connsiteX280" fmla="*/ 2031823 w 2658139"/>
              <a:gd name="connsiteY280" fmla="*/ 1689230 h 1871853"/>
              <a:gd name="connsiteX281" fmla="*/ 2031823 w 2658139"/>
              <a:gd name="connsiteY281" fmla="*/ 1689230 h 1871853"/>
              <a:gd name="connsiteX282" fmla="*/ 2022546 w 2658139"/>
              <a:gd name="connsiteY282" fmla="*/ 1683582 h 1871853"/>
              <a:gd name="connsiteX283" fmla="*/ 2013259 w 2658139"/>
              <a:gd name="connsiteY283" fmla="*/ 1680286 h 1871853"/>
              <a:gd name="connsiteX284" fmla="*/ 2003982 w 2658139"/>
              <a:gd name="connsiteY284" fmla="*/ 1677467 h 1871853"/>
              <a:gd name="connsiteX285" fmla="*/ 1994152 w 2658139"/>
              <a:gd name="connsiteY285" fmla="*/ 1676057 h 1871853"/>
              <a:gd name="connsiteX286" fmla="*/ 1984865 w 2658139"/>
              <a:gd name="connsiteY286" fmla="*/ 1674171 h 1871853"/>
              <a:gd name="connsiteX287" fmla="*/ 1975588 w 2658139"/>
              <a:gd name="connsiteY287" fmla="*/ 1674171 h 1871853"/>
              <a:gd name="connsiteX288" fmla="*/ 1965215 w 2658139"/>
              <a:gd name="connsiteY288" fmla="*/ 1674171 h 1871853"/>
              <a:gd name="connsiteX289" fmla="*/ 1956471 w 2658139"/>
              <a:gd name="connsiteY289" fmla="*/ 1675114 h 1871853"/>
              <a:gd name="connsiteX290" fmla="*/ 1936821 w 2658139"/>
              <a:gd name="connsiteY290" fmla="*/ 1678410 h 1871853"/>
              <a:gd name="connsiteX291" fmla="*/ 1917704 w 2658139"/>
              <a:gd name="connsiteY291" fmla="*/ 1682172 h 1871853"/>
              <a:gd name="connsiteX292" fmla="*/ 1880023 w 2658139"/>
              <a:gd name="connsiteY292" fmla="*/ 1691583 h 1871853"/>
              <a:gd name="connsiteX293" fmla="*/ 1880023 w 2658139"/>
              <a:gd name="connsiteY293" fmla="*/ 1691583 h 1871853"/>
              <a:gd name="connsiteX294" fmla="*/ 1831979 w 2658139"/>
              <a:gd name="connsiteY294" fmla="*/ 1702413 h 1871853"/>
              <a:gd name="connsiteX295" fmla="*/ 1785021 w 2658139"/>
              <a:gd name="connsiteY295" fmla="*/ 1712767 h 1871853"/>
              <a:gd name="connsiteX296" fmla="*/ 1736968 w 2658139"/>
              <a:gd name="connsiteY296" fmla="*/ 1721710 h 1871853"/>
              <a:gd name="connsiteX297" fmla="*/ 1689457 w 2658139"/>
              <a:gd name="connsiteY297" fmla="*/ 1729245 h 1871853"/>
              <a:gd name="connsiteX298" fmla="*/ 1689457 w 2658139"/>
              <a:gd name="connsiteY298" fmla="*/ 1729245 h 1871853"/>
              <a:gd name="connsiteX299" fmla="*/ 1640318 w 2658139"/>
              <a:gd name="connsiteY299" fmla="*/ 1737246 h 1871853"/>
              <a:gd name="connsiteX300" fmla="*/ 1640318 w 2658139"/>
              <a:gd name="connsiteY300" fmla="*/ 1737246 h 1871853"/>
              <a:gd name="connsiteX301" fmla="*/ 1615200 w 2658139"/>
              <a:gd name="connsiteY301" fmla="*/ 1741008 h 1871853"/>
              <a:gd name="connsiteX302" fmla="*/ 1615200 w 2658139"/>
              <a:gd name="connsiteY302" fmla="*/ 1741008 h 1871853"/>
              <a:gd name="connsiteX303" fmla="*/ 1611924 w 2658139"/>
              <a:gd name="connsiteY303" fmla="*/ 1741951 h 1871853"/>
              <a:gd name="connsiteX304" fmla="*/ 1611924 w 2658139"/>
              <a:gd name="connsiteY304" fmla="*/ 1741951 h 1871853"/>
              <a:gd name="connsiteX305" fmla="*/ 1610828 w 2658139"/>
              <a:gd name="connsiteY305" fmla="*/ 1741951 h 1871853"/>
              <a:gd name="connsiteX306" fmla="*/ 1610828 w 2658139"/>
              <a:gd name="connsiteY306" fmla="*/ 1741951 h 1871853"/>
              <a:gd name="connsiteX307" fmla="*/ 1554040 w 2658139"/>
              <a:gd name="connsiteY307" fmla="*/ 1748066 h 1871853"/>
              <a:gd name="connsiteX308" fmla="*/ 1496709 w 2658139"/>
              <a:gd name="connsiteY308" fmla="*/ 1754181 h 1871853"/>
              <a:gd name="connsiteX309" fmla="*/ 1496709 w 2658139"/>
              <a:gd name="connsiteY309" fmla="*/ 1754181 h 1871853"/>
              <a:gd name="connsiteX310" fmla="*/ 1440464 w 2658139"/>
              <a:gd name="connsiteY310" fmla="*/ 1758420 h 1871853"/>
              <a:gd name="connsiteX311" fmla="*/ 1383676 w 2658139"/>
              <a:gd name="connsiteY311" fmla="*/ 1762192 h 1871853"/>
              <a:gd name="connsiteX312" fmla="*/ 1327431 w 2658139"/>
              <a:gd name="connsiteY312" fmla="*/ 1763601 h 1871853"/>
              <a:gd name="connsiteX313" fmla="*/ 1270643 w 2658139"/>
              <a:gd name="connsiteY313" fmla="*/ 1764544 h 1871853"/>
              <a:gd name="connsiteX314" fmla="*/ 1270643 w 2658139"/>
              <a:gd name="connsiteY314" fmla="*/ 1764544 h 1871853"/>
              <a:gd name="connsiteX315" fmla="*/ 1215494 w 2658139"/>
              <a:gd name="connsiteY315" fmla="*/ 1764544 h 1871853"/>
              <a:gd name="connsiteX316" fmla="*/ 1160344 w 2658139"/>
              <a:gd name="connsiteY316" fmla="*/ 1762658 h 1871853"/>
              <a:gd name="connsiteX317" fmla="*/ 1160344 w 2658139"/>
              <a:gd name="connsiteY317" fmla="*/ 1762658 h 1871853"/>
              <a:gd name="connsiteX318" fmla="*/ 1133045 w 2658139"/>
              <a:gd name="connsiteY318" fmla="*/ 1761249 h 1871853"/>
              <a:gd name="connsiteX319" fmla="*/ 1105737 w 2658139"/>
              <a:gd name="connsiteY319" fmla="*/ 1759363 h 1871853"/>
              <a:gd name="connsiteX320" fmla="*/ 1105737 w 2658139"/>
              <a:gd name="connsiteY320" fmla="*/ 1759363 h 1871853"/>
              <a:gd name="connsiteX321" fmla="*/ 1077895 w 2658139"/>
              <a:gd name="connsiteY321" fmla="*/ 1757477 h 1871853"/>
              <a:gd name="connsiteX322" fmla="*/ 1077895 w 2658139"/>
              <a:gd name="connsiteY322" fmla="*/ 1757477 h 1871853"/>
              <a:gd name="connsiteX323" fmla="*/ 1062598 w 2658139"/>
              <a:gd name="connsiteY323" fmla="*/ 1755600 h 1871853"/>
              <a:gd name="connsiteX324" fmla="*/ 1062598 w 2658139"/>
              <a:gd name="connsiteY324" fmla="*/ 1755600 h 1871853"/>
              <a:gd name="connsiteX325" fmla="*/ 1062598 w 2658139"/>
              <a:gd name="connsiteY325" fmla="*/ 1755600 h 1871853"/>
              <a:gd name="connsiteX326" fmla="*/ 1062598 w 2658139"/>
              <a:gd name="connsiteY326" fmla="*/ 1755600 h 1871853"/>
              <a:gd name="connsiteX327" fmla="*/ 1006906 w 2658139"/>
              <a:gd name="connsiteY327" fmla="*/ 1749009 h 1871853"/>
              <a:gd name="connsiteX328" fmla="*/ 951756 w 2658139"/>
              <a:gd name="connsiteY328" fmla="*/ 1740065 h 1871853"/>
              <a:gd name="connsiteX329" fmla="*/ 896606 w 2658139"/>
              <a:gd name="connsiteY329" fmla="*/ 1729245 h 1871853"/>
              <a:gd name="connsiteX330" fmla="*/ 842543 w 2658139"/>
              <a:gd name="connsiteY330" fmla="*/ 1717005 h 1871853"/>
              <a:gd name="connsiteX331" fmla="*/ 842543 w 2658139"/>
              <a:gd name="connsiteY331" fmla="*/ 1717005 h 1871853"/>
              <a:gd name="connsiteX332" fmla="*/ 801052 w 2658139"/>
              <a:gd name="connsiteY332" fmla="*/ 1705708 h 1871853"/>
              <a:gd name="connsiteX333" fmla="*/ 757913 w 2658139"/>
              <a:gd name="connsiteY333" fmla="*/ 1693469 h 1871853"/>
              <a:gd name="connsiteX334" fmla="*/ 757913 w 2658139"/>
              <a:gd name="connsiteY334" fmla="*/ 1693469 h 1871853"/>
              <a:gd name="connsiteX335" fmla="*/ 717498 w 2658139"/>
              <a:gd name="connsiteY335" fmla="*/ 1680286 h 1871853"/>
              <a:gd name="connsiteX336" fmla="*/ 717498 w 2658139"/>
              <a:gd name="connsiteY336" fmla="*/ 1680286 h 1871853"/>
              <a:gd name="connsiteX337" fmla="*/ 710955 w 2658139"/>
              <a:gd name="connsiteY337" fmla="*/ 1677467 h 1871853"/>
              <a:gd name="connsiteX338" fmla="*/ 710955 w 2658139"/>
              <a:gd name="connsiteY338" fmla="*/ 1677467 h 1871853"/>
              <a:gd name="connsiteX339" fmla="*/ 690743 w 2658139"/>
              <a:gd name="connsiteY339" fmla="*/ 1670409 h 1871853"/>
              <a:gd name="connsiteX340" fmla="*/ 690743 w 2658139"/>
              <a:gd name="connsiteY340" fmla="*/ 1670409 h 1871853"/>
              <a:gd name="connsiteX341" fmla="*/ 649795 w 2658139"/>
              <a:gd name="connsiteY341" fmla="*/ 1655817 h 1871853"/>
              <a:gd name="connsiteX342" fmla="*/ 610476 w 2658139"/>
              <a:gd name="connsiteY342" fmla="*/ 1639815 h 1871853"/>
              <a:gd name="connsiteX343" fmla="*/ 570614 w 2658139"/>
              <a:gd name="connsiteY343" fmla="*/ 1622403 h 1871853"/>
              <a:gd name="connsiteX344" fmla="*/ 530761 w 2658139"/>
              <a:gd name="connsiteY344" fmla="*/ 1604515 h 1871853"/>
              <a:gd name="connsiteX345" fmla="*/ 493080 w 2658139"/>
              <a:gd name="connsiteY345" fmla="*/ 1585217 h 1871853"/>
              <a:gd name="connsiteX346" fmla="*/ 454313 w 2658139"/>
              <a:gd name="connsiteY346" fmla="*/ 1564977 h 1871853"/>
              <a:gd name="connsiteX347" fmla="*/ 417728 w 2658139"/>
              <a:gd name="connsiteY347" fmla="*/ 1544269 h 1871853"/>
              <a:gd name="connsiteX348" fmla="*/ 381142 w 2658139"/>
              <a:gd name="connsiteY348" fmla="*/ 1522143 h 1871853"/>
              <a:gd name="connsiteX349" fmla="*/ 381142 w 2658139"/>
              <a:gd name="connsiteY349" fmla="*/ 1522143 h 1871853"/>
              <a:gd name="connsiteX350" fmla="*/ 357663 w 2658139"/>
              <a:gd name="connsiteY350" fmla="*/ 1506141 h 1871853"/>
              <a:gd name="connsiteX351" fmla="*/ 357663 w 2658139"/>
              <a:gd name="connsiteY351" fmla="*/ 1506141 h 1871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</a:cxnLst>
            <a:rect l="l" t="t" r="r" b="b"/>
            <a:pathLst>
              <a:path w="2658139" h="1871853">
                <a:moveTo>
                  <a:pt x="357663" y="1506141"/>
                </a:moveTo>
                <a:lnTo>
                  <a:pt x="357663" y="1506141"/>
                </a:lnTo>
                <a:lnTo>
                  <a:pt x="323802" y="1482614"/>
                </a:lnTo>
                <a:lnTo>
                  <a:pt x="323802" y="1482614"/>
                </a:lnTo>
                <a:lnTo>
                  <a:pt x="289407" y="1456249"/>
                </a:lnTo>
                <a:lnTo>
                  <a:pt x="255555" y="1428007"/>
                </a:lnTo>
                <a:lnTo>
                  <a:pt x="255555" y="1428007"/>
                </a:lnTo>
                <a:lnTo>
                  <a:pt x="224971" y="1401185"/>
                </a:lnTo>
                <a:lnTo>
                  <a:pt x="196577" y="1372943"/>
                </a:lnTo>
                <a:lnTo>
                  <a:pt x="196577" y="1372943"/>
                </a:lnTo>
                <a:lnTo>
                  <a:pt x="190576" y="1365885"/>
                </a:lnTo>
                <a:lnTo>
                  <a:pt x="190576" y="1365885"/>
                </a:lnTo>
                <a:lnTo>
                  <a:pt x="182384" y="1357884"/>
                </a:lnTo>
                <a:lnTo>
                  <a:pt x="182384" y="1357884"/>
                </a:lnTo>
                <a:lnTo>
                  <a:pt x="168183" y="1340463"/>
                </a:lnTo>
                <a:lnTo>
                  <a:pt x="152895" y="1322584"/>
                </a:lnTo>
                <a:lnTo>
                  <a:pt x="152895" y="1322584"/>
                </a:lnTo>
                <a:lnTo>
                  <a:pt x="129416" y="1291047"/>
                </a:lnTo>
                <a:lnTo>
                  <a:pt x="107023" y="1259510"/>
                </a:lnTo>
                <a:lnTo>
                  <a:pt x="107023" y="1259510"/>
                </a:lnTo>
                <a:lnTo>
                  <a:pt x="85734" y="1226096"/>
                </a:lnTo>
                <a:lnTo>
                  <a:pt x="85734" y="1226096"/>
                </a:lnTo>
                <a:lnTo>
                  <a:pt x="76448" y="1208675"/>
                </a:lnTo>
                <a:lnTo>
                  <a:pt x="76448" y="1208675"/>
                </a:lnTo>
                <a:lnTo>
                  <a:pt x="72085" y="1201617"/>
                </a:lnTo>
                <a:lnTo>
                  <a:pt x="72085" y="1201617"/>
                </a:lnTo>
                <a:lnTo>
                  <a:pt x="63341" y="1182319"/>
                </a:lnTo>
                <a:lnTo>
                  <a:pt x="55150" y="1163022"/>
                </a:lnTo>
                <a:lnTo>
                  <a:pt x="46958" y="1143724"/>
                </a:lnTo>
                <a:lnTo>
                  <a:pt x="39862" y="1124426"/>
                </a:lnTo>
                <a:lnTo>
                  <a:pt x="26756" y="1084898"/>
                </a:lnTo>
                <a:lnTo>
                  <a:pt x="16383" y="1045359"/>
                </a:lnTo>
                <a:lnTo>
                  <a:pt x="16383" y="1045359"/>
                </a:lnTo>
                <a:lnTo>
                  <a:pt x="11468" y="1025119"/>
                </a:lnTo>
                <a:lnTo>
                  <a:pt x="11468" y="1025119"/>
                </a:lnTo>
                <a:lnTo>
                  <a:pt x="10382" y="1017118"/>
                </a:lnTo>
                <a:lnTo>
                  <a:pt x="10382" y="1017118"/>
                </a:lnTo>
                <a:lnTo>
                  <a:pt x="4915" y="981818"/>
                </a:lnTo>
                <a:lnTo>
                  <a:pt x="4915" y="981818"/>
                </a:lnTo>
                <a:lnTo>
                  <a:pt x="2191" y="958282"/>
                </a:lnTo>
                <a:lnTo>
                  <a:pt x="1095" y="934745"/>
                </a:lnTo>
                <a:lnTo>
                  <a:pt x="0" y="910742"/>
                </a:lnTo>
                <a:lnTo>
                  <a:pt x="0" y="887216"/>
                </a:lnTo>
                <a:lnTo>
                  <a:pt x="0" y="887216"/>
                </a:lnTo>
                <a:lnTo>
                  <a:pt x="1095" y="850030"/>
                </a:lnTo>
                <a:lnTo>
                  <a:pt x="3277" y="813321"/>
                </a:lnTo>
                <a:lnTo>
                  <a:pt x="3277" y="813321"/>
                </a:lnTo>
                <a:lnTo>
                  <a:pt x="3829" y="806253"/>
                </a:lnTo>
                <a:lnTo>
                  <a:pt x="3829" y="806253"/>
                </a:lnTo>
                <a:lnTo>
                  <a:pt x="4915" y="797319"/>
                </a:lnTo>
                <a:lnTo>
                  <a:pt x="4915" y="797319"/>
                </a:lnTo>
                <a:lnTo>
                  <a:pt x="11468" y="766724"/>
                </a:lnTo>
                <a:lnTo>
                  <a:pt x="11468" y="766724"/>
                </a:lnTo>
                <a:lnTo>
                  <a:pt x="13106" y="757304"/>
                </a:lnTo>
                <a:lnTo>
                  <a:pt x="13106" y="757304"/>
                </a:lnTo>
                <a:lnTo>
                  <a:pt x="22393" y="722005"/>
                </a:lnTo>
                <a:lnTo>
                  <a:pt x="32766" y="686705"/>
                </a:lnTo>
                <a:lnTo>
                  <a:pt x="45872" y="652815"/>
                </a:lnTo>
                <a:lnTo>
                  <a:pt x="60065" y="619401"/>
                </a:lnTo>
                <a:lnTo>
                  <a:pt x="60065" y="619401"/>
                </a:lnTo>
                <a:lnTo>
                  <a:pt x="67170" y="603399"/>
                </a:lnTo>
                <a:lnTo>
                  <a:pt x="67170" y="603399"/>
                </a:lnTo>
                <a:lnTo>
                  <a:pt x="84639" y="571862"/>
                </a:lnTo>
                <a:lnTo>
                  <a:pt x="84639" y="571862"/>
                </a:lnTo>
                <a:lnTo>
                  <a:pt x="104842" y="538448"/>
                </a:lnTo>
                <a:lnTo>
                  <a:pt x="127235" y="505025"/>
                </a:lnTo>
                <a:lnTo>
                  <a:pt x="127235" y="505025"/>
                </a:lnTo>
                <a:lnTo>
                  <a:pt x="148523" y="475374"/>
                </a:lnTo>
                <a:lnTo>
                  <a:pt x="172002" y="446199"/>
                </a:lnTo>
                <a:lnTo>
                  <a:pt x="172002" y="446199"/>
                </a:lnTo>
                <a:lnTo>
                  <a:pt x="177470" y="440074"/>
                </a:lnTo>
                <a:lnTo>
                  <a:pt x="177470" y="440074"/>
                </a:lnTo>
                <a:lnTo>
                  <a:pt x="183470" y="432073"/>
                </a:lnTo>
                <a:lnTo>
                  <a:pt x="183470" y="432073"/>
                </a:lnTo>
                <a:lnTo>
                  <a:pt x="198758" y="416547"/>
                </a:lnTo>
                <a:lnTo>
                  <a:pt x="215141" y="399602"/>
                </a:lnTo>
                <a:lnTo>
                  <a:pt x="215141" y="399602"/>
                </a:lnTo>
                <a:lnTo>
                  <a:pt x="243535" y="371361"/>
                </a:lnTo>
                <a:lnTo>
                  <a:pt x="274120" y="344529"/>
                </a:lnTo>
                <a:lnTo>
                  <a:pt x="305790" y="317230"/>
                </a:lnTo>
                <a:lnTo>
                  <a:pt x="338004" y="291817"/>
                </a:lnTo>
                <a:lnTo>
                  <a:pt x="338004" y="291817"/>
                </a:lnTo>
                <a:lnTo>
                  <a:pt x="354387" y="279111"/>
                </a:lnTo>
                <a:lnTo>
                  <a:pt x="370770" y="267814"/>
                </a:lnTo>
                <a:lnTo>
                  <a:pt x="370770" y="267814"/>
                </a:lnTo>
                <a:lnTo>
                  <a:pt x="371856" y="266871"/>
                </a:lnTo>
                <a:lnTo>
                  <a:pt x="371856" y="266871"/>
                </a:lnTo>
                <a:lnTo>
                  <a:pt x="388239" y="255575"/>
                </a:lnTo>
                <a:lnTo>
                  <a:pt x="388239" y="255575"/>
                </a:lnTo>
                <a:lnTo>
                  <a:pt x="427005" y="232039"/>
                </a:lnTo>
                <a:lnTo>
                  <a:pt x="465782" y="208036"/>
                </a:lnTo>
                <a:lnTo>
                  <a:pt x="465782" y="208036"/>
                </a:lnTo>
                <a:lnTo>
                  <a:pt x="505634" y="186852"/>
                </a:lnTo>
                <a:lnTo>
                  <a:pt x="546049" y="167088"/>
                </a:lnTo>
                <a:lnTo>
                  <a:pt x="586997" y="147323"/>
                </a:lnTo>
                <a:lnTo>
                  <a:pt x="628497" y="128959"/>
                </a:lnTo>
                <a:lnTo>
                  <a:pt x="628497" y="128959"/>
                </a:lnTo>
                <a:lnTo>
                  <a:pt x="667264" y="113433"/>
                </a:lnTo>
                <a:lnTo>
                  <a:pt x="667264" y="113433"/>
                </a:lnTo>
                <a:lnTo>
                  <a:pt x="672731" y="111547"/>
                </a:lnTo>
                <a:lnTo>
                  <a:pt x="672731" y="111547"/>
                </a:lnTo>
                <a:lnTo>
                  <a:pt x="692933" y="103546"/>
                </a:lnTo>
                <a:lnTo>
                  <a:pt x="692933" y="103546"/>
                </a:lnTo>
                <a:lnTo>
                  <a:pt x="740987" y="88011"/>
                </a:lnTo>
                <a:lnTo>
                  <a:pt x="788488" y="72952"/>
                </a:lnTo>
                <a:lnTo>
                  <a:pt x="788488" y="72952"/>
                </a:lnTo>
                <a:lnTo>
                  <a:pt x="835446" y="59779"/>
                </a:lnTo>
                <a:lnTo>
                  <a:pt x="883500" y="48482"/>
                </a:lnTo>
                <a:lnTo>
                  <a:pt x="932096" y="37652"/>
                </a:lnTo>
                <a:lnTo>
                  <a:pt x="981245" y="28242"/>
                </a:lnTo>
                <a:lnTo>
                  <a:pt x="981245" y="28242"/>
                </a:lnTo>
                <a:lnTo>
                  <a:pt x="1029289" y="20241"/>
                </a:lnTo>
                <a:lnTo>
                  <a:pt x="1029289" y="20241"/>
                </a:lnTo>
                <a:lnTo>
                  <a:pt x="1052769" y="16469"/>
                </a:lnTo>
                <a:lnTo>
                  <a:pt x="1052769" y="16469"/>
                </a:lnTo>
                <a:lnTo>
                  <a:pt x="1055502" y="16002"/>
                </a:lnTo>
                <a:lnTo>
                  <a:pt x="1055502" y="16002"/>
                </a:lnTo>
                <a:lnTo>
                  <a:pt x="1109566" y="9411"/>
                </a:lnTo>
                <a:lnTo>
                  <a:pt x="1163620" y="5182"/>
                </a:lnTo>
                <a:lnTo>
                  <a:pt x="1163620" y="5182"/>
                </a:lnTo>
                <a:lnTo>
                  <a:pt x="1215494" y="2819"/>
                </a:lnTo>
                <a:lnTo>
                  <a:pt x="1266271" y="943"/>
                </a:lnTo>
                <a:lnTo>
                  <a:pt x="1318697" y="0"/>
                </a:lnTo>
                <a:lnTo>
                  <a:pt x="1370570" y="943"/>
                </a:lnTo>
                <a:lnTo>
                  <a:pt x="1370570" y="943"/>
                </a:lnTo>
                <a:lnTo>
                  <a:pt x="1414251" y="2819"/>
                </a:lnTo>
                <a:lnTo>
                  <a:pt x="1457933" y="5182"/>
                </a:lnTo>
                <a:lnTo>
                  <a:pt x="1457933" y="5182"/>
                </a:lnTo>
                <a:lnTo>
                  <a:pt x="1501624" y="8944"/>
                </a:lnTo>
                <a:lnTo>
                  <a:pt x="1501624" y="8944"/>
                </a:lnTo>
                <a:lnTo>
                  <a:pt x="1510902" y="9411"/>
                </a:lnTo>
                <a:lnTo>
                  <a:pt x="1510902" y="9411"/>
                </a:lnTo>
                <a:lnTo>
                  <a:pt x="1531656" y="12240"/>
                </a:lnTo>
                <a:lnTo>
                  <a:pt x="1531656" y="12240"/>
                </a:lnTo>
                <a:lnTo>
                  <a:pt x="1576976" y="17412"/>
                </a:lnTo>
                <a:lnTo>
                  <a:pt x="1622839" y="24479"/>
                </a:lnTo>
                <a:lnTo>
                  <a:pt x="1668712" y="32480"/>
                </a:lnTo>
                <a:lnTo>
                  <a:pt x="1714574" y="41415"/>
                </a:lnTo>
                <a:lnTo>
                  <a:pt x="1714574" y="41415"/>
                </a:lnTo>
                <a:lnTo>
                  <a:pt x="1750617" y="48949"/>
                </a:lnTo>
                <a:lnTo>
                  <a:pt x="1786107" y="56950"/>
                </a:lnTo>
                <a:lnTo>
                  <a:pt x="1821597" y="66837"/>
                </a:lnTo>
                <a:lnTo>
                  <a:pt x="1856544" y="76248"/>
                </a:lnTo>
                <a:lnTo>
                  <a:pt x="1856544" y="76248"/>
                </a:lnTo>
                <a:lnTo>
                  <a:pt x="1894225" y="86135"/>
                </a:lnTo>
                <a:lnTo>
                  <a:pt x="1894225" y="86135"/>
                </a:lnTo>
                <a:lnTo>
                  <a:pt x="1935726" y="99308"/>
                </a:lnTo>
                <a:lnTo>
                  <a:pt x="1935726" y="99308"/>
                </a:lnTo>
                <a:lnTo>
                  <a:pt x="1947194" y="103546"/>
                </a:lnTo>
                <a:lnTo>
                  <a:pt x="1947194" y="103546"/>
                </a:lnTo>
                <a:lnTo>
                  <a:pt x="1958109" y="107309"/>
                </a:lnTo>
                <a:lnTo>
                  <a:pt x="1958109" y="107309"/>
                </a:lnTo>
                <a:lnTo>
                  <a:pt x="2002343" y="123787"/>
                </a:lnTo>
                <a:lnTo>
                  <a:pt x="2046025" y="141199"/>
                </a:lnTo>
                <a:lnTo>
                  <a:pt x="2046025" y="141199"/>
                </a:lnTo>
                <a:lnTo>
                  <a:pt x="2096803" y="164268"/>
                </a:lnTo>
                <a:lnTo>
                  <a:pt x="2147047" y="187795"/>
                </a:lnTo>
                <a:lnTo>
                  <a:pt x="2195644" y="214151"/>
                </a:lnTo>
                <a:lnTo>
                  <a:pt x="2242602" y="241449"/>
                </a:lnTo>
                <a:lnTo>
                  <a:pt x="2242602" y="241449"/>
                </a:lnTo>
                <a:lnTo>
                  <a:pt x="2249698" y="246164"/>
                </a:lnTo>
                <a:lnTo>
                  <a:pt x="2249698" y="246164"/>
                </a:lnTo>
                <a:lnTo>
                  <a:pt x="2267176" y="257461"/>
                </a:lnTo>
                <a:lnTo>
                  <a:pt x="2267176" y="257461"/>
                </a:lnTo>
                <a:lnTo>
                  <a:pt x="2289560" y="272987"/>
                </a:lnTo>
                <a:lnTo>
                  <a:pt x="2311944" y="288989"/>
                </a:lnTo>
                <a:lnTo>
                  <a:pt x="2311944" y="288989"/>
                </a:lnTo>
                <a:lnTo>
                  <a:pt x="2334337" y="305467"/>
                </a:lnTo>
                <a:lnTo>
                  <a:pt x="2355635" y="323355"/>
                </a:lnTo>
                <a:lnTo>
                  <a:pt x="2375837" y="340766"/>
                </a:lnTo>
                <a:lnTo>
                  <a:pt x="2396583" y="358178"/>
                </a:lnTo>
                <a:lnTo>
                  <a:pt x="2396583" y="358178"/>
                </a:lnTo>
                <a:lnTo>
                  <a:pt x="2413509" y="374180"/>
                </a:lnTo>
                <a:lnTo>
                  <a:pt x="2429892" y="390658"/>
                </a:lnTo>
                <a:lnTo>
                  <a:pt x="2429892" y="390658"/>
                </a:lnTo>
                <a:lnTo>
                  <a:pt x="2447370" y="408537"/>
                </a:lnTo>
                <a:lnTo>
                  <a:pt x="2447370" y="408537"/>
                </a:lnTo>
                <a:lnTo>
                  <a:pt x="2454466" y="415604"/>
                </a:lnTo>
                <a:lnTo>
                  <a:pt x="2454466" y="415604"/>
                </a:lnTo>
                <a:lnTo>
                  <a:pt x="2471935" y="435835"/>
                </a:lnTo>
                <a:lnTo>
                  <a:pt x="2488318" y="456552"/>
                </a:lnTo>
                <a:lnTo>
                  <a:pt x="2504158" y="477726"/>
                </a:lnTo>
                <a:lnTo>
                  <a:pt x="2519446" y="498910"/>
                </a:lnTo>
                <a:lnTo>
                  <a:pt x="2519446" y="498910"/>
                </a:lnTo>
                <a:lnTo>
                  <a:pt x="2534190" y="521027"/>
                </a:lnTo>
                <a:lnTo>
                  <a:pt x="2548383" y="543620"/>
                </a:lnTo>
                <a:lnTo>
                  <a:pt x="2548383" y="543620"/>
                </a:lnTo>
                <a:lnTo>
                  <a:pt x="2561489" y="566690"/>
                </a:lnTo>
                <a:lnTo>
                  <a:pt x="2561489" y="566690"/>
                </a:lnTo>
                <a:lnTo>
                  <a:pt x="2567499" y="577987"/>
                </a:lnTo>
                <a:lnTo>
                  <a:pt x="2567499" y="577987"/>
                </a:lnTo>
                <a:lnTo>
                  <a:pt x="2578967" y="600570"/>
                </a:lnTo>
                <a:lnTo>
                  <a:pt x="2588788" y="624583"/>
                </a:lnTo>
                <a:lnTo>
                  <a:pt x="2599170" y="648110"/>
                </a:lnTo>
                <a:lnTo>
                  <a:pt x="2607361" y="672113"/>
                </a:lnTo>
                <a:lnTo>
                  <a:pt x="2607361" y="672113"/>
                </a:lnTo>
                <a:lnTo>
                  <a:pt x="2621553" y="713061"/>
                </a:lnTo>
                <a:lnTo>
                  <a:pt x="2633565" y="755428"/>
                </a:lnTo>
                <a:lnTo>
                  <a:pt x="2633565" y="755428"/>
                </a:lnTo>
                <a:lnTo>
                  <a:pt x="2643937" y="797319"/>
                </a:lnTo>
                <a:lnTo>
                  <a:pt x="2643937" y="797319"/>
                </a:lnTo>
                <a:lnTo>
                  <a:pt x="2648309" y="818493"/>
                </a:lnTo>
                <a:lnTo>
                  <a:pt x="2648309" y="818493"/>
                </a:lnTo>
                <a:lnTo>
                  <a:pt x="2648309" y="820379"/>
                </a:lnTo>
                <a:lnTo>
                  <a:pt x="2648309" y="820379"/>
                </a:lnTo>
                <a:lnTo>
                  <a:pt x="2649947" y="828380"/>
                </a:lnTo>
                <a:lnTo>
                  <a:pt x="2649947" y="828380"/>
                </a:lnTo>
                <a:lnTo>
                  <a:pt x="2653224" y="850030"/>
                </a:lnTo>
                <a:lnTo>
                  <a:pt x="2655405" y="872147"/>
                </a:lnTo>
                <a:lnTo>
                  <a:pt x="2657044" y="894274"/>
                </a:lnTo>
                <a:lnTo>
                  <a:pt x="2658139" y="916867"/>
                </a:lnTo>
                <a:lnTo>
                  <a:pt x="2658139" y="938984"/>
                </a:lnTo>
                <a:lnTo>
                  <a:pt x="2658139" y="961111"/>
                </a:lnTo>
                <a:lnTo>
                  <a:pt x="2657044" y="982761"/>
                </a:lnTo>
                <a:lnTo>
                  <a:pt x="2655958" y="1005821"/>
                </a:lnTo>
                <a:lnTo>
                  <a:pt x="2655958" y="1005821"/>
                </a:lnTo>
                <a:lnTo>
                  <a:pt x="2655405" y="1019937"/>
                </a:lnTo>
                <a:lnTo>
                  <a:pt x="2655405" y="1019937"/>
                </a:lnTo>
                <a:lnTo>
                  <a:pt x="2653224" y="1030300"/>
                </a:lnTo>
                <a:lnTo>
                  <a:pt x="2653224" y="1030300"/>
                </a:lnTo>
                <a:lnTo>
                  <a:pt x="2648852" y="1051474"/>
                </a:lnTo>
                <a:lnTo>
                  <a:pt x="2645033" y="1073125"/>
                </a:lnTo>
                <a:lnTo>
                  <a:pt x="2645033" y="1073125"/>
                </a:lnTo>
                <a:lnTo>
                  <a:pt x="2639032" y="1097128"/>
                </a:lnTo>
                <a:lnTo>
                  <a:pt x="2631926" y="1120664"/>
                </a:lnTo>
                <a:lnTo>
                  <a:pt x="2624830" y="1144667"/>
                </a:lnTo>
                <a:lnTo>
                  <a:pt x="2616639" y="1168203"/>
                </a:lnTo>
                <a:lnTo>
                  <a:pt x="2616639" y="1168203"/>
                </a:lnTo>
                <a:lnTo>
                  <a:pt x="2608447" y="1187501"/>
                </a:lnTo>
                <a:lnTo>
                  <a:pt x="2600256" y="1206798"/>
                </a:lnTo>
                <a:lnTo>
                  <a:pt x="2600256" y="1206798"/>
                </a:lnTo>
                <a:lnTo>
                  <a:pt x="2594255" y="1219038"/>
                </a:lnTo>
                <a:lnTo>
                  <a:pt x="2594255" y="1219038"/>
                </a:lnTo>
                <a:lnTo>
                  <a:pt x="2582787" y="1242098"/>
                </a:lnTo>
                <a:lnTo>
                  <a:pt x="2582787" y="1242098"/>
                </a:lnTo>
                <a:lnTo>
                  <a:pt x="2568585" y="1266568"/>
                </a:lnTo>
                <a:lnTo>
                  <a:pt x="2553297" y="1291990"/>
                </a:lnTo>
                <a:lnTo>
                  <a:pt x="2538010" y="1315993"/>
                </a:lnTo>
                <a:lnTo>
                  <a:pt x="2521627" y="1340463"/>
                </a:lnTo>
                <a:lnTo>
                  <a:pt x="2521627" y="1340463"/>
                </a:lnTo>
                <a:lnTo>
                  <a:pt x="2506339" y="1361646"/>
                </a:lnTo>
                <a:lnTo>
                  <a:pt x="2489956" y="1382354"/>
                </a:lnTo>
                <a:lnTo>
                  <a:pt x="2457743" y="1424721"/>
                </a:lnTo>
                <a:lnTo>
                  <a:pt x="2426072" y="1466602"/>
                </a:lnTo>
                <a:lnTo>
                  <a:pt x="2410785" y="1487786"/>
                </a:lnTo>
                <a:lnTo>
                  <a:pt x="2396583" y="1509913"/>
                </a:lnTo>
                <a:lnTo>
                  <a:pt x="2396583" y="1509913"/>
                </a:lnTo>
                <a:lnTo>
                  <a:pt x="2385115" y="1530144"/>
                </a:lnTo>
                <a:lnTo>
                  <a:pt x="2374742" y="1549441"/>
                </a:lnTo>
                <a:lnTo>
                  <a:pt x="2366008" y="1569682"/>
                </a:lnTo>
                <a:lnTo>
                  <a:pt x="2358911" y="1589923"/>
                </a:lnTo>
                <a:lnTo>
                  <a:pt x="2351806" y="1610163"/>
                </a:lnTo>
                <a:lnTo>
                  <a:pt x="2346348" y="1630871"/>
                </a:lnTo>
                <a:lnTo>
                  <a:pt x="2341433" y="1652054"/>
                </a:lnTo>
                <a:lnTo>
                  <a:pt x="2338156" y="1673228"/>
                </a:lnTo>
                <a:lnTo>
                  <a:pt x="2338156" y="1673228"/>
                </a:lnTo>
                <a:lnTo>
                  <a:pt x="2337061" y="1686411"/>
                </a:lnTo>
                <a:lnTo>
                  <a:pt x="2336518" y="1698650"/>
                </a:lnTo>
                <a:lnTo>
                  <a:pt x="2336518" y="1711824"/>
                </a:lnTo>
                <a:lnTo>
                  <a:pt x="2337061" y="1724063"/>
                </a:lnTo>
                <a:lnTo>
                  <a:pt x="2340338" y="1749009"/>
                </a:lnTo>
                <a:lnTo>
                  <a:pt x="2345253" y="1774422"/>
                </a:lnTo>
                <a:lnTo>
                  <a:pt x="2353444" y="1798901"/>
                </a:lnTo>
                <a:lnTo>
                  <a:pt x="2361636" y="1823371"/>
                </a:lnTo>
                <a:lnTo>
                  <a:pt x="2372008" y="1847374"/>
                </a:lnTo>
                <a:lnTo>
                  <a:pt x="2382391" y="1871853"/>
                </a:lnTo>
                <a:lnTo>
                  <a:pt x="2382391" y="1871853"/>
                </a:lnTo>
                <a:lnTo>
                  <a:pt x="2376923" y="1869034"/>
                </a:lnTo>
                <a:lnTo>
                  <a:pt x="2376923" y="1869034"/>
                </a:lnTo>
                <a:lnTo>
                  <a:pt x="2363826" y="1864795"/>
                </a:lnTo>
                <a:lnTo>
                  <a:pt x="2363826" y="1864795"/>
                </a:lnTo>
                <a:lnTo>
                  <a:pt x="2325050" y="1849736"/>
                </a:lnTo>
                <a:lnTo>
                  <a:pt x="2325050" y="1849736"/>
                </a:lnTo>
                <a:lnTo>
                  <a:pt x="2285188" y="1832315"/>
                </a:lnTo>
                <a:lnTo>
                  <a:pt x="2246421" y="1813017"/>
                </a:lnTo>
                <a:lnTo>
                  <a:pt x="2246421" y="1813017"/>
                </a:lnTo>
                <a:lnTo>
                  <a:pt x="2209836" y="1794662"/>
                </a:lnTo>
                <a:lnTo>
                  <a:pt x="2174346" y="1774422"/>
                </a:lnTo>
                <a:lnTo>
                  <a:pt x="2103908" y="1732064"/>
                </a:lnTo>
                <a:lnTo>
                  <a:pt x="2103908" y="1732064"/>
                </a:lnTo>
                <a:lnTo>
                  <a:pt x="2031823" y="1689230"/>
                </a:lnTo>
                <a:lnTo>
                  <a:pt x="2031823" y="1689230"/>
                </a:lnTo>
                <a:lnTo>
                  <a:pt x="2022546" y="1683582"/>
                </a:lnTo>
                <a:lnTo>
                  <a:pt x="2013259" y="1680286"/>
                </a:lnTo>
                <a:lnTo>
                  <a:pt x="2003982" y="1677467"/>
                </a:lnTo>
                <a:lnTo>
                  <a:pt x="1994152" y="1676057"/>
                </a:lnTo>
                <a:lnTo>
                  <a:pt x="1984865" y="1674171"/>
                </a:lnTo>
                <a:lnTo>
                  <a:pt x="1975588" y="1674171"/>
                </a:lnTo>
                <a:lnTo>
                  <a:pt x="1965215" y="1674171"/>
                </a:lnTo>
                <a:lnTo>
                  <a:pt x="1956471" y="1675114"/>
                </a:lnTo>
                <a:lnTo>
                  <a:pt x="1936821" y="1678410"/>
                </a:lnTo>
                <a:lnTo>
                  <a:pt x="1917704" y="1682172"/>
                </a:lnTo>
                <a:lnTo>
                  <a:pt x="1880023" y="1691583"/>
                </a:lnTo>
                <a:lnTo>
                  <a:pt x="1880023" y="1691583"/>
                </a:lnTo>
                <a:lnTo>
                  <a:pt x="1831979" y="1702413"/>
                </a:lnTo>
                <a:lnTo>
                  <a:pt x="1785021" y="1712767"/>
                </a:lnTo>
                <a:lnTo>
                  <a:pt x="1736968" y="1721710"/>
                </a:lnTo>
                <a:lnTo>
                  <a:pt x="1689457" y="1729245"/>
                </a:lnTo>
                <a:lnTo>
                  <a:pt x="1689457" y="1729245"/>
                </a:lnTo>
                <a:lnTo>
                  <a:pt x="1640318" y="1737246"/>
                </a:lnTo>
                <a:lnTo>
                  <a:pt x="1640318" y="1737246"/>
                </a:lnTo>
                <a:lnTo>
                  <a:pt x="1615200" y="1741008"/>
                </a:lnTo>
                <a:lnTo>
                  <a:pt x="1615200" y="1741008"/>
                </a:lnTo>
                <a:lnTo>
                  <a:pt x="1611924" y="1741951"/>
                </a:lnTo>
                <a:lnTo>
                  <a:pt x="1611924" y="1741951"/>
                </a:lnTo>
                <a:lnTo>
                  <a:pt x="1610828" y="1741951"/>
                </a:lnTo>
                <a:lnTo>
                  <a:pt x="1610828" y="1741951"/>
                </a:lnTo>
                <a:lnTo>
                  <a:pt x="1554040" y="1748066"/>
                </a:lnTo>
                <a:lnTo>
                  <a:pt x="1496709" y="1754181"/>
                </a:lnTo>
                <a:lnTo>
                  <a:pt x="1496709" y="1754181"/>
                </a:lnTo>
                <a:lnTo>
                  <a:pt x="1440464" y="1758420"/>
                </a:lnTo>
                <a:lnTo>
                  <a:pt x="1383676" y="1762192"/>
                </a:lnTo>
                <a:lnTo>
                  <a:pt x="1327431" y="1763601"/>
                </a:lnTo>
                <a:lnTo>
                  <a:pt x="1270643" y="1764544"/>
                </a:lnTo>
                <a:lnTo>
                  <a:pt x="1270643" y="1764544"/>
                </a:lnTo>
                <a:lnTo>
                  <a:pt x="1215494" y="1764544"/>
                </a:lnTo>
                <a:lnTo>
                  <a:pt x="1160344" y="1762658"/>
                </a:lnTo>
                <a:lnTo>
                  <a:pt x="1160344" y="1762658"/>
                </a:lnTo>
                <a:lnTo>
                  <a:pt x="1133045" y="1761249"/>
                </a:lnTo>
                <a:lnTo>
                  <a:pt x="1105737" y="1759363"/>
                </a:lnTo>
                <a:lnTo>
                  <a:pt x="1105737" y="1759363"/>
                </a:lnTo>
                <a:lnTo>
                  <a:pt x="1077895" y="1757477"/>
                </a:lnTo>
                <a:lnTo>
                  <a:pt x="1077895" y="1757477"/>
                </a:lnTo>
                <a:lnTo>
                  <a:pt x="1062598" y="1755600"/>
                </a:lnTo>
                <a:lnTo>
                  <a:pt x="1062598" y="1755600"/>
                </a:lnTo>
                <a:lnTo>
                  <a:pt x="1062598" y="1755600"/>
                </a:lnTo>
                <a:lnTo>
                  <a:pt x="1062598" y="1755600"/>
                </a:lnTo>
                <a:lnTo>
                  <a:pt x="1006906" y="1749009"/>
                </a:lnTo>
                <a:lnTo>
                  <a:pt x="951756" y="1740065"/>
                </a:lnTo>
                <a:lnTo>
                  <a:pt x="896606" y="1729245"/>
                </a:lnTo>
                <a:lnTo>
                  <a:pt x="842543" y="1717005"/>
                </a:lnTo>
                <a:lnTo>
                  <a:pt x="842543" y="1717005"/>
                </a:lnTo>
                <a:lnTo>
                  <a:pt x="801052" y="1705708"/>
                </a:lnTo>
                <a:lnTo>
                  <a:pt x="757913" y="1693469"/>
                </a:lnTo>
                <a:lnTo>
                  <a:pt x="757913" y="1693469"/>
                </a:lnTo>
                <a:lnTo>
                  <a:pt x="717498" y="1680286"/>
                </a:lnTo>
                <a:lnTo>
                  <a:pt x="717498" y="1680286"/>
                </a:lnTo>
                <a:lnTo>
                  <a:pt x="710955" y="1677467"/>
                </a:lnTo>
                <a:lnTo>
                  <a:pt x="710955" y="1677467"/>
                </a:lnTo>
                <a:lnTo>
                  <a:pt x="690743" y="1670409"/>
                </a:lnTo>
                <a:lnTo>
                  <a:pt x="690743" y="1670409"/>
                </a:lnTo>
                <a:lnTo>
                  <a:pt x="649795" y="1655817"/>
                </a:lnTo>
                <a:lnTo>
                  <a:pt x="610476" y="1639815"/>
                </a:lnTo>
                <a:lnTo>
                  <a:pt x="570614" y="1622403"/>
                </a:lnTo>
                <a:lnTo>
                  <a:pt x="530761" y="1604515"/>
                </a:lnTo>
                <a:lnTo>
                  <a:pt x="493080" y="1585217"/>
                </a:lnTo>
                <a:lnTo>
                  <a:pt x="454313" y="1564977"/>
                </a:lnTo>
                <a:lnTo>
                  <a:pt x="417728" y="1544269"/>
                </a:lnTo>
                <a:lnTo>
                  <a:pt x="381142" y="1522143"/>
                </a:lnTo>
                <a:lnTo>
                  <a:pt x="381142" y="1522143"/>
                </a:lnTo>
                <a:lnTo>
                  <a:pt x="357663" y="1506141"/>
                </a:lnTo>
                <a:lnTo>
                  <a:pt x="357663" y="1506141"/>
                </a:lnTo>
                <a:close/>
              </a:path>
            </a:pathLst>
          </a:custGeom>
          <a:solidFill>
            <a:srgbClr val="986F69">
              <a:alpha val="100000"/>
            </a:srgbClr>
          </a:solidFill>
          <a:ln w="26987">
            <a:solidFill>
              <a:srgbClr val="D8D8D8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6"/>
          <p:cNvSpPr txBox="1"/>
          <p:nvPr/>
        </p:nvSpPr>
        <p:spPr>
          <a:xfrm flipH="0">
            <a:off x="6590160" y="1113626"/>
            <a:ext cx="2406385" cy="2103813"/>
          </a:xfrm>
          <a:custGeom>
            <a:avLst/>
            <a:gdLst>
              <a:gd name="connsiteX0" fmla="*/ 323783 w 2406385"/>
              <a:gd name="connsiteY0" fmla="*/ 1692781 h 2103813"/>
              <a:gd name="connsiteX1" fmla="*/ 323783 w 2406385"/>
              <a:gd name="connsiteY1" fmla="*/ 1692781 h 2103813"/>
              <a:gd name="connsiteX2" fmla="*/ 293141 w 2406385"/>
              <a:gd name="connsiteY2" fmla="*/ 1666330 h 2103813"/>
              <a:gd name="connsiteX3" fmla="*/ 293141 w 2406385"/>
              <a:gd name="connsiteY3" fmla="*/ 1666330 h 2103813"/>
              <a:gd name="connsiteX4" fmla="*/ 261995 w 2406385"/>
              <a:gd name="connsiteY4" fmla="*/ 1636708 h 2103813"/>
              <a:gd name="connsiteX5" fmla="*/ 231343 w 2406385"/>
              <a:gd name="connsiteY5" fmla="*/ 1604970 h 2103813"/>
              <a:gd name="connsiteX6" fmla="*/ 231343 w 2406385"/>
              <a:gd name="connsiteY6" fmla="*/ 1604970 h 2103813"/>
              <a:gd name="connsiteX7" fmla="*/ 203663 w 2406385"/>
              <a:gd name="connsiteY7" fmla="*/ 1574814 h 2103813"/>
              <a:gd name="connsiteX8" fmla="*/ 177955 w 2406385"/>
              <a:gd name="connsiteY8" fmla="*/ 1543077 h 2103813"/>
              <a:gd name="connsiteX9" fmla="*/ 177955 w 2406385"/>
              <a:gd name="connsiteY9" fmla="*/ 1543077 h 2103813"/>
              <a:gd name="connsiteX10" fmla="*/ 172526 w 2406385"/>
              <a:gd name="connsiteY10" fmla="*/ 1535143 h 2103813"/>
              <a:gd name="connsiteX11" fmla="*/ 172526 w 2406385"/>
              <a:gd name="connsiteY11" fmla="*/ 1535143 h 2103813"/>
              <a:gd name="connsiteX12" fmla="*/ 165106 w 2406385"/>
              <a:gd name="connsiteY12" fmla="*/ 1526151 h 2103813"/>
              <a:gd name="connsiteX13" fmla="*/ 165106 w 2406385"/>
              <a:gd name="connsiteY13" fmla="*/ 1526151 h 2103813"/>
              <a:gd name="connsiteX14" fmla="*/ 152257 w 2406385"/>
              <a:gd name="connsiteY14" fmla="*/ 1506577 h 2103813"/>
              <a:gd name="connsiteX15" fmla="*/ 138417 w 2406385"/>
              <a:gd name="connsiteY15" fmla="*/ 1486470 h 2103813"/>
              <a:gd name="connsiteX16" fmla="*/ 138417 w 2406385"/>
              <a:gd name="connsiteY16" fmla="*/ 1486470 h 2103813"/>
              <a:gd name="connsiteX17" fmla="*/ 117157 w 2406385"/>
              <a:gd name="connsiteY17" fmla="*/ 1451027 h 2103813"/>
              <a:gd name="connsiteX18" fmla="*/ 96888 w 2406385"/>
              <a:gd name="connsiteY18" fmla="*/ 1415585 h 2103813"/>
              <a:gd name="connsiteX19" fmla="*/ 96888 w 2406385"/>
              <a:gd name="connsiteY19" fmla="*/ 1415585 h 2103813"/>
              <a:gd name="connsiteX20" fmla="*/ 77610 w 2406385"/>
              <a:gd name="connsiteY20" fmla="*/ 1378028 h 2103813"/>
              <a:gd name="connsiteX21" fmla="*/ 77610 w 2406385"/>
              <a:gd name="connsiteY21" fmla="*/ 1378028 h 2103813"/>
              <a:gd name="connsiteX22" fmla="*/ 69209 w 2406385"/>
              <a:gd name="connsiteY22" fmla="*/ 1358454 h 2103813"/>
              <a:gd name="connsiteX23" fmla="*/ 69209 w 2406385"/>
              <a:gd name="connsiteY23" fmla="*/ 1358454 h 2103813"/>
              <a:gd name="connsiteX24" fmla="*/ 65256 w 2406385"/>
              <a:gd name="connsiteY24" fmla="*/ 1350520 h 2103813"/>
              <a:gd name="connsiteX25" fmla="*/ 65256 w 2406385"/>
              <a:gd name="connsiteY25" fmla="*/ 1350520 h 2103813"/>
              <a:gd name="connsiteX26" fmla="*/ 57340 w 2406385"/>
              <a:gd name="connsiteY26" fmla="*/ 1328831 h 2103813"/>
              <a:gd name="connsiteX27" fmla="*/ 49930 w 2406385"/>
              <a:gd name="connsiteY27" fmla="*/ 1307143 h 2103813"/>
              <a:gd name="connsiteX28" fmla="*/ 42510 w 2406385"/>
              <a:gd name="connsiteY28" fmla="*/ 1285454 h 2103813"/>
              <a:gd name="connsiteX29" fmla="*/ 36090 w 2406385"/>
              <a:gd name="connsiteY29" fmla="*/ 1263766 h 2103813"/>
              <a:gd name="connsiteX30" fmla="*/ 24222 w 2406385"/>
              <a:gd name="connsiteY30" fmla="*/ 1219332 h 2103813"/>
              <a:gd name="connsiteX31" fmla="*/ 14830 w 2406385"/>
              <a:gd name="connsiteY31" fmla="*/ 1174898 h 2103813"/>
              <a:gd name="connsiteX32" fmla="*/ 14830 w 2406385"/>
              <a:gd name="connsiteY32" fmla="*/ 1174898 h 2103813"/>
              <a:gd name="connsiteX33" fmla="*/ 10382 w 2406385"/>
              <a:gd name="connsiteY33" fmla="*/ 1152152 h 2103813"/>
              <a:gd name="connsiteX34" fmla="*/ 10382 w 2406385"/>
              <a:gd name="connsiteY34" fmla="*/ 1152152 h 2103813"/>
              <a:gd name="connsiteX35" fmla="*/ 9392 w 2406385"/>
              <a:gd name="connsiteY35" fmla="*/ 1143161 h 2103813"/>
              <a:gd name="connsiteX36" fmla="*/ 9392 w 2406385"/>
              <a:gd name="connsiteY36" fmla="*/ 1143161 h 2103813"/>
              <a:gd name="connsiteX37" fmla="*/ 4448 w 2406385"/>
              <a:gd name="connsiteY37" fmla="*/ 1103480 h 2103813"/>
              <a:gd name="connsiteX38" fmla="*/ 4448 w 2406385"/>
              <a:gd name="connsiteY38" fmla="*/ 1103480 h 2103813"/>
              <a:gd name="connsiteX39" fmla="*/ 1981 w 2406385"/>
              <a:gd name="connsiteY39" fmla="*/ 1077029 h 2103813"/>
              <a:gd name="connsiteX40" fmla="*/ 991 w 2406385"/>
              <a:gd name="connsiteY40" fmla="*/ 1050587 h 2103813"/>
              <a:gd name="connsiteX41" fmla="*/ 0 w 2406385"/>
              <a:gd name="connsiteY41" fmla="*/ 1023603 h 2103813"/>
              <a:gd name="connsiteX42" fmla="*/ 0 w 2406385"/>
              <a:gd name="connsiteY42" fmla="*/ 997152 h 2103813"/>
              <a:gd name="connsiteX43" fmla="*/ 0 w 2406385"/>
              <a:gd name="connsiteY43" fmla="*/ 997152 h 2103813"/>
              <a:gd name="connsiteX44" fmla="*/ 991 w 2406385"/>
              <a:gd name="connsiteY44" fmla="*/ 955366 h 2103813"/>
              <a:gd name="connsiteX45" fmla="*/ 2972 w 2406385"/>
              <a:gd name="connsiteY45" fmla="*/ 914104 h 2103813"/>
              <a:gd name="connsiteX46" fmla="*/ 2972 w 2406385"/>
              <a:gd name="connsiteY46" fmla="*/ 914104 h 2103813"/>
              <a:gd name="connsiteX47" fmla="*/ 3458 w 2406385"/>
              <a:gd name="connsiteY47" fmla="*/ 906169 h 2103813"/>
              <a:gd name="connsiteX48" fmla="*/ 3458 w 2406385"/>
              <a:gd name="connsiteY48" fmla="*/ 906169 h 2103813"/>
              <a:gd name="connsiteX49" fmla="*/ 4448 w 2406385"/>
              <a:gd name="connsiteY49" fmla="*/ 896121 h 2103813"/>
              <a:gd name="connsiteX50" fmla="*/ 4448 w 2406385"/>
              <a:gd name="connsiteY50" fmla="*/ 896121 h 2103813"/>
              <a:gd name="connsiteX51" fmla="*/ 10382 w 2406385"/>
              <a:gd name="connsiteY51" fmla="*/ 861735 h 2103813"/>
              <a:gd name="connsiteX52" fmla="*/ 10382 w 2406385"/>
              <a:gd name="connsiteY52" fmla="*/ 861735 h 2103813"/>
              <a:gd name="connsiteX53" fmla="*/ 11868 w 2406385"/>
              <a:gd name="connsiteY53" fmla="*/ 851153 h 2103813"/>
              <a:gd name="connsiteX54" fmla="*/ 11868 w 2406385"/>
              <a:gd name="connsiteY54" fmla="*/ 851153 h 2103813"/>
              <a:gd name="connsiteX55" fmla="*/ 20269 w 2406385"/>
              <a:gd name="connsiteY55" fmla="*/ 811481 h 2103813"/>
              <a:gd name="connsiteX56" fmla="*/ 29661 w 2406385"/>
              <a:gd name="connsiteY56" fmla="*/ 771800 h 2103813"/>
              <a:gd name="connsiteX57" fmla="*/ 41529 w 2406385"/>
              <a:gd name="connsiteY57" fmla="*/ 733719 h 2103813"/>
              <a:gd name="connsiteX58" fmla="*/ 54378 w 2406385"/>
              <a:gd name="connsiteY58" fmla="*/ 696153 h 2103813"/>
              <a:gd name="connsiteX59" fmla="*/ 54378 w 2406385"/>
              <a:gd name="connsiteY59" fmla="*/ 696153 h 2103813"/>
              <a:gd name="connsiteX60" fmla="*/ 60808 w 2406385"/>
              <a:gd name="connsiteY60" fmla="*/ 678170 h 2103813"/>
              <a:gd name="connsiteX61" fmla="*/ 60808 w 2406385"/>
              <a:gd name="connsiteY61" fmla="*/ 678170 h 2103813"/>
              <a:gd name="connsiteX62" fmla="*/ 76619 w 2406385"/>
              <a:gd name="connsiteY62" fmla="*/ 642727 h 2103813"/>
              <a:gd name="connsiteX63" fmla="*/ 76619 w 2406385"/>
              <a:gd name="connsiteY63" fmla="*/ 642727 h 2103813"/>
              <a:gd name="connsiteX64" fmla="*/ 94917 w 2406385"/>
              <a:gd name="connsiteY64" fmla="*/ 605170 h 2103813"/>
              <a:gd name="connsiteX65" fmla="*/ 115176 w 2406385"/>
              <a:gd name="connsiteY65" fmla="*/ 567613 h 2103813"/>
              <a:gd name="connsiteX66" fmla="*/ 115176 w 2406385"/>
              <a:gd name="connsiteY66" fmla="*/ 567613 h 2103813"/>
              <a:gd name="connsiteX67" fmla="*/ 134455 w 2406385"/>
              <a:gd name="connsiteY67" fmla="*/ 534285 h 2103813"/>
              <a:gd name="connsiteX68" fmla="*/ 155715 w 2406385"/>
              <a:gd name="connsiteY68" fmla="*/ 501491 h 2103813"/>
              <a:gd name="connsiteX69" fmla="*/ 155715 w 2406385"/>
              <a:gd name="connsiteY69" fmla="*/ 501491 h 2103813"/>
              <a:gd name="connsiteX70" fmla="*/ 160658 w 2406385"/>
              <a:gd name="connsiteY70" fmla="*/ 494614 h 2103813"/>
              <a:gd name="connsiteX71" fmla="*/ 160658 w 2406385"/>
              <a:gd name="connsiteY71" fmla="*/ 494614 h 2103813"/>
              <a:gd name="connsiteX72" fmla="*/ 166097 w 2406385"/>
              <a:gd name="connsiteY72" fmla="*/ 485613 h 2103813"/>
              <a:gd name="connsiteX73" fmla="*/ 166097 w 2406385"/>
              <a:gd name="connsiteY73" fmla="*/ 485613 h 2103813"/>
              <a:gd name="connsiteX74" fmla="*/ 179937 w 2406385"/>
              <a:gd name="connsiteY74" fmla="*/ 468163 h 2103813"/>
              <a:gd name="connsiteX75" fmla="*/ 194767 w 2406385"/>
              <a:gd name="connsiteY75" fmla="*/ 449113 h 2103813"/>
              <a:gd name="connsiteX76" fmla="*/ 194767 w 2406385"/>
              <a:gd name="connsiteY76" fmla="*/ 449113 h 2103813"/>
              <a:gd name="connsiteX77" fmla="*/ 220475 w 2406385"/>
              <a:gd name="connsiteY77" fmla="*/ 417376 h 2103813"/>
              <a:gd name="connsiteX78" fmla="*/ 248155 w 2406385"/>
              <a:gd name="connsiteY78" fmla="*/ 387219 h 2103813"/>
              <a:gd name="connsiteX79" fmla="*/ 276825 w 2406385"/>
              <a:gd name="connsiteY79" fmla="*/ 356539 h 2103813"/>
              <a:gd name="connsiteX80" fmla="*/ 305990 w 2406385"/>
              <a:gd name="connsiteY80" fmla="*/ 327974 h 2103813"/>
              <a:gd name="connsiteX81" fmla="*/ 305990 w 2406385"/>
              <a:gd name="connsiteY81" fmla="*/ 327974 h 2103813"/>
              <a:gd name="connsiteX82" fmla="*/ 320821 w 2406385"/>
              <a:gd name="connsiteY82" fmla="*/ 313696 h 2103813"/>
              <a:gd name="connsiteX83" fmla="*/ 335651 w 2406385"/>
              <a:gd name="connsiteY83" fmla="*/ 300999 h 2103813"/>
              <a:gd name="connsiteX84" fmla="*/ 335651 w 2406385"/>
              <a:gd name="connsiteY84" fmla="*/ 300999 h 2103813"/>
              <a:gd name="connsiteX85" fmla="*/ 336642 w 2406385"/>
              <a:gd name="connsiteY85" fmla="*/ 299942 h 2103813"/>
              <a:gd name="connsiteX86" fmla="*/ 336642 w 2406385"/>
              <a:gd name="connsiteY86" fmla="*/ 299942 h 2103813"/>
              <a:gd name="connsiteX87" fmla="*/ 351472 w 2406385"/>
              <a:gd name="connsiteY87" fmla="*/ 287245 h 2103813"/>
              <a:gd name="connsiteX88" fmla="*/ 351472 w 2406385"/>
              <a:gd name="connsiteY88" fmla="*/ 287245 h 2103813"/>
              <a:gd name="connsiteX89" fmla="*/ 386562 w 2406385"/>
              <a:gd name="connsiteY89" fmla="*/ 260794 h 2103813"/>
              <a:gd name="connsiteX90" fmla="*/ 421662 w 2406385"/>
              <a:gd name="connsiteY90" fmla="*/ 233819 h 2103813"/>
              <a:gd name="connsiteX91" fmla="*/ 421662 w 2406385"/>
              <a:gd name="connsiteY91" fmla="*/ 233819 h 2103813"/>
              <a:gd name="connsiteX92" fmla="*/ 457752 w 2406385"/>
              <a:gd name="connsiteY92" fmla="*/ 210007 h 2103813"/>
              <a:gd name="connsiteX93" fmla="*/ 494328 w 2406385"/>
              <a:gd name="connsiteY93" fmla="*/ 187795 h 2103813"/>
              <a:gd name="connsiteX94" fmla="*/ 531399 w 2406385"/>
              <a:gd name="connsiteY94" fmla="*/ 165573 h 2103813"/>
              <a:gd name="connsiteX95" fmla="*/ 568976 w 2406385"/>
              <a:gd name="connsiteY95" fmla="*/ 144942 h 2103813"/>
              <a:gd name="connsiteX96" fmla="*/ 568976 w 2406385"/>
              <a:gd name="connsiteY96" fmla="*/ 144942 h 2103813"/>
              <a:gd name="connsiteX97" fmla="*/ 604066 w 2406385"/>
              <a:gd name="connsiteY97" fmla="*/ 127492 h 2103813"/>
              <a:gd name="connsiteX98" fmla="*/ 604066 w 2406385"/>
              <a:gd name="connsiteY98" fmla="*/ 127492 h 2103813"/>
              <a:gd name="connsiteX99" fmla="*/ 609009 w 2406385"/>
              <a:gd name="connsiteY99" fmla="*/ 125368 h 2103813"/>
              <a:gd name="connsiteX100" fmla="*/ 609009 w 2406385"/>
              <a:gd name="connsiteY100" fmla="*/ 125368 h 2103813"/>
              <a:gd name="connsiteX101" fmla="*/ 627307 w 2406385"/>
              <a:gd name="connsiteY101" fmla="*/ 116376 h 2103813"/>
              <a:gd name="connsiteX102" fmla="*/ 627307 w 2406385"/>
              <a:gd name="connsiteY102" fmla="*/ 116376 h 2103813"/>
              <a:gd name="connsiteX103" fmla="*/ 670807 w 2406385"/>
              <a:gd name="connsiteY103" fmla="*/ 98927 h 2103813"/>
              <a:gd name="connsiteX104" fmla="*/ 713813 w 2406385"/>
              <a:gd name="connsiteY104" fmla="*/ 81991 h 2103813"/>
              <a:gd name="connsiteX105" fmla="*/ 713813 w 2406385"/>
              <a:gd name="connsiteY105" fmla="*/ 81991 h 2103813"/>
              <a:gd name="connsiteX106" fmla="*/ 756323 w 2406385"/>
              <a:gd name="connsiteY106" fmla="*/ 67180 h 2103813"/>
              <a:gd name="connsiteX107" fmla="*/ 799823 w 2406385"/>
              <a:gd name="connsiteY107" fmla="*/ 54483 h 2103813"/>
              <a:gd name="connsiteX108" fmla="*/ 843819 w 2406385"/>
              <a:gd name="connsiteY108" fmla="*/ 42320 h 2103813"/>
              <a:gd name="connsiteX109" fmla="*/ 888310 w 2406385"/>
              <a:gd name="connsiteY109" fmla="*/ 31737 h 2103813"/>
              <a:gd name="connsiteX110" fmla="*/ 888310 w 2406385"/>
              <a:gd name="connsiteY110" fmla="*/ 31737 h 2103813"/>
              <a:gd name="connsiteX111" fmla="*/ 931811 w 2406385"/>
              <a:gd name="connsiteY111" fmla="*/ 22746 h 2103813"/>
              <a:gd name="connsiteX112" fmla="*/ 931811 w 2406385"/>
              <a:gd name="connsiteY112" fmla="*/ 22746 h 2103813"/>
              <a:gd name="connsiteX113" fmla="*/ 953061 w 2406385"/>
              <a:gd name="connsiteY113" fmla="*/ 18517 h 2103813"/>
              <a:gd name="connsiteX114" fmla="*/ 953061 w 2406385"/>
              <a:gd name="connsiteY114" fmla="*/ 18517 h 2103813"/>
              <a:gd name="connsiteX115" fmla="*/ 955538 w 2406385"/>
              <a:gd name="connsiteY115" fmla="*/ 17983 h 2103813"/>
              <a:gd name="connsiteX116" fmla="*/ 955538 w 2406385"/>
              <a:gd name="connsiteY116" fmla="*/ 17983 h 2103813"/>
              <a:gd name="connsiteX117" fmla="*/ 1004477 w 2406385"/>
              <a:gd name="connsiteY117" fmla="*/ 10582 h 2103813"/>
              <a:gd name="connsiteX118" fmla="*/ 1053417 w 2406385"/>
              <a:gd name="connsiteY118" fmla="*/ 5820 h 2103813"/>
              <a:gd name="connsiteX119" fmla="*/ 1053417 w 2406385"/>
              <a:gd name="connsiteY119" fmla="*/ 5820 h 2103813"/>
              <a:gd name="connsiteX120" fmla="*/ 1100375 w 2406385"/>
              <a:gd name="connsiteY120" fmla="*/ 3172 h 2103813"/>
              <a:gd name="connsiteX121" fmla="*/ 1146343 w 2406385"/>
              <a:gd name="connsiteY121" fmla="*/ 1057 h 2103813"/>
              <a:gd name="connsiteX122" fmla="*/ 1193806 w 2406385"/>
              <a:gd name="connsiteY122" fmla="*/ 0 h 2103813"/>
              <a:gd name="connsiteX123" fmla="*/ 1240764 w 2406385"/>
              <a:gd name="connsiteY123" fmla="*/ 1057 h 2103813"/>
              <a:gd name="connsiteX124" fmla="*/ 1240764 w 2406385"/>
              <a:gd name="connsiteY124" fmla="*/ 1057 h 2103813"/>
              <a:gd name="connsiteX125" fmla="*/ 1280312 w 2406385"/>
              <a:gd name="connsiteY125" fmla="*/ 3172 h 2103813"/>
              <a:gd name="connsiteX126" fmla="*/ 1319850 w 2406385"/>
              <a:gd name="connsiteY126" fmla="*/ 5820 h 2103813"/>
              <a:gd name="connsiteX127" fmla="*/ 1319850 w 2406385"/>
              <a:gd name="connsiteY127" fmla="*/ 5820 h 2103813"/>
              <a:gd name="connsiteX128" fmla="*/ 1359398 w 2406385"/>
              <a:gd name="connsiteY128" fmla="*/ 10049 h 2103813"/>
              <a:gd name="connsiteX129" fmla="*/ 1359398 w 2406385"/>
              <a:gd name="connsiteY129" fmla="*/ 10049 h 2103813"/>
              <a:gd name="connsiteX130" fmla="*/ 1367808 w 2406385"/>
              <a:gd name="connsiteY130" fmla="*/ 10582 h 2103813"/>
              <a:gd name="connsiteX131" fmla="*/ 1367808 w 2406385"/>
              <a:gd name="connsiteY131" fmla="*/ 10582 h 2103813"/>
              <a:gd name="connsiteX132" fmla="*/ 1386591 w 2406385"/>
              <a:gd name="connsiteY132" fmla="*/ 13754 h 2103813"/>
              <a:gd name="connsiteX133" fmla="*/ 1386591 w 2406385"/>
              <a:gd name="connsiteY133" fmla="*/ 13754 h 2103813"/>
              <a:gd name="connsiteX134" fmla="*/ 1427616 w 2406385"/>
              <a:gd name="connsiteY134" fmla="*/ 19574 h 2103813"/>
              <a:gd name="connsiteX135" fmla="*/ 1469145 w 2406385"/>
              <a:gd name="connsiteY135" fmla="*/ 27508 h 2103813"/>
              <a:gd name="connsiteX136" fmla="*/ 1510664 w 2406385"/>
              <a:gd name="connsiteY136" fmla="*/ 36500 h 2103813"/>
              <a:gd name="connsiteX137" fmla="*/ 1552183 w 2406385"/>
              <a:gd name="connsiteY137" fmla="*/ 46549 h 2103813"/>
              <a:gd name="connsiteX138" fmla="*/ 1552183 w 2406385"/>
              <a:gd name="connsiteY138" fmla="*/ 46549 h 2103813"/>
              <a:gd name="connsiteX139" fmla="*/ 1584816 w 2406385"/>
              <a:gd name="connsiteY139" fmla="*/ 55016 h 2103813"/>
              <a:gd name="connsiteX140" fmla="*/ 1616944 w 2406385"/>
              <a:gd name="connsiteY140" fmla="*/ 64008 h 2103813"/>
              <a:gd name="connsiteX141" fmla="*/ 1649072 w 2406385"/>
              <a:gd name="connsiteY141" fmla="*/ 75114 h 2103813"/>
              <a:gd name="connsiteX142" fmla="*/ 1680714 w 2406385"/>
              <a:gd name="connsiteY142" fmla="*/ 85696 h 2103813"/>
              <a:gd name="connsiteX143" fmla="*/ 1680714 w 2406385"/>
              <a:gd name="connsiteY143" fmla="*/ 85696 h 2103813"/>
              <a:gd name="connsiteX144" fmla="*/ 1714823 w 2406385"/>
              <a:gd name="connsiteY144" fmla="*/ 96802 h 2103813"/>
              <a:gd name="connsiteX145" fmla="*/ 1714823 w 2406385"/>
              <a:gd name="connsiteY145" fmla="*/ 96802 h 2103813"/>
              <a:gd name="connsiteX146" fmla="*/ 1752389 w 2406385"/>
              <a:gd name="connsiteY146" fmla="*/ 111614 h 2103813"/>
              <a:gd name="connsiteX147" fmla="*/ 1752389 w 2406385"/>
              <a:gd name="connsiteY147" fmla="*/ 111614 h 2103813"/>
              <a:gd name="connsiteX148" fmla="*/ 1762772 w 2406385"/>
              <a:gd name="connsiteY148" fmla="*/ 116376 h 2103813"/>
              <a:gd name="connsiteX149" fmla="*/ 1762772 w 2406385"/>
              <a:gd name="connsiteY149" fmla="*/ 116376 h 2103813"/>
              <a:gd name="connsiteX150" fmla="*/ 1772659 w 2406385"/>
              <a:gd name="connsiteY150" fmla="*/ 120615 h 2103813"/>
              <a:gd name="connsiteX151" fmla="*/ 1772659 w 2406385"/>
              <a:gd name="connsiteY151" fmla="*/ 120615 h 2103813"/>
              <a:gd name="connsiteX152" fmla="*/ 1812702 w 2406385"/>
              <a:gd name="connsiteY152" fmla="*/ 139122 h 2103813"/>
              <a:gd name="connsiteX153" fmla="*/ 1852240 w 2406385"/>
              <a:gd name="connsiteY153" fmla="*/ 158696 h 2103813"/>
              <a:gd name="connsiteX154" fmla="*/ 1852240 w 2406385"/>
              <a:gd name="connsiteY154" fmla="*/ 158696 h 2103813"/>
              <a:gd name="connsiteX155" fmla="*/ 1898217 w 2406385"/>
              <a:gd name="connsiteY155" fmla="*/ 184623 h 2103813"/>
              <a:gd name="connsiteX156" fmla="*/ 1943699 w 2406385"/>
              <a:gd name="connsiteY156" fmla="*/ 211064 h 2103813"/>
              <a:gd name="connsiteX157" fmla="*/ 1987695 w 2406385"/>
              <a:gd name="connsiteY157" fmla="*/ 240696 h 2103813"/>
              <a:gd name="connsiteX158" fmla="*/ 2030205 w 2406385"/>
              <a:gd name="connsiteY158" fmla="*/ 271376 h 2103813"/>
              <a:gd name="connsiteX159" fmla="*/ 2030205 w 2406385"/>
              <a:gd name="connsiteY159" fmla="*/ 271376 h 2103813"/>
              <a:gd name="connsiteX160" fmla="*/ 2036625 w 2406385"/>
              <a:gd name="connsiteY160" fmla="*/ 276663 h 2103813"/>
              <a:gd name="connsiteX161" fmla="*/ 2036625 w 2406385"/>
              <a:gd name="connsiteY161" fmla="*/ 276663 h 2103813"/>
              <a:gd name="connsiteX162" fmla="*/ 2052446 w 2406385"/>
              <a:gd name="connsiteY162" fmla="*/ 289360 h 2103813"/>
              <a:gd name="connsiteX163" fmla="*/ 2052446 w 2406385"/>
              <a:gd name="connsiteY163" fmla="*/ 289360 h 2103813"/>
              <a:gd name="connsiteX164" fmla="*/ 2072715 w 2406385"/>
              <a:gd name="connsiteY164" fmla="*/ 306819 h 2103813"/>
              <a:gd name="connsiteX165" fmla="*/ 2092984 w 2406385"/>
              <a:gd name="connsiteY165" fmla="*/ 324802 h 2103813"/>
              <a:gd name="connsiteX166" fmla="*/ 2092984 w 2406385"/>
              <a:gd name="connsiteY166" fmla="*/ 324802 h 2103813"/>
              <a:gd name="connsiteX167" fmla="*/ 2113253 w 2406385"/>
              <a:gd name="connsiteY167" fmla="*/ 343319 h 2103813"/>
              <a:gd name="connsiteX168" fmla="*/ 2132532 w 2406385"/>
              <a:gd name="connsiteY168" fmla="*/ 363416 h 2103813"/>
              <a:gd name="connsiteX169" fmla="*/ 2150820 w 2406385"/>
              <a:gd name="connsiteY169" fmla="*/ 382990 h 2103813"/>
              <a:gd name="connsiteX170" fmla="*/ 2169603 w 2406385"/>
              <a:gd name="connsiteY170" fmla="*/ 402564 h 2103813"/>
              <a:gd name="connsiteX171" fmla="*/ 2169603 w 2406385"/>
              <a:gd name="connsiteY171" fmla="*/ 402564 h 2103813"/>
              <a:gd name="connsiteX172" fmla="*/ 2184929 w 2406385"/>
              <a:gd name="connsiteY172" fmla="*/ 420547 h 2103813"/>
              <a:gd name="connsiteX173" fmla="*/ 2199759 w 2406385"/>
              <a:gd name="connsiteY173" fmla="*/ 439064 h 2103813"/>
              <a:gd name="connsiteX174" fmla="*/ 2199759 w 2406385"/>
              <a:gd name="connsiteY174" fmla="*/ 439064 h 2103813"/>
              <a:gd name="connsiteX175" fmla="*/ 2215571 w 2406385"/>
              <a:gd name="connsiteY175" fmla="*/ 459171 h 2103813"/>
              <a:gd name="connsiteX176" fmla="*/ 2215571 w 2406385"/>
              <a:gd name="connsiteY176" fmla="*/ 459171 h 2103813"/>
              <a:gd name="connsiteX177" fmla="*/ 2222000 w 2406385"/>
              <a:gd name="connsiteY177" fmla="*/ 467105 h 2103813"/>
              <a:gd name="connsiteX178" fmla="*/ 2222000 w 2406385"/>
              <a:gd name="connsiteY178" fmla="*/ 467105 h 2103813"/>
              <a:gd name="connsiteX179" fmla="*/ 2237821 w 2406385"/>
              <a:gd name="connsiteY179" fmla="*/ 489851 h 2103813"/>
              <a:gd name="connsiteX180" fmla="*/ 2252652 w 2406385"/>
              <a:gd name="connsiteY180" fmla="*/ 513121 h 2103813"/>
              <a:gd name="connsiteX181" fmla="*/ 2266987 w 2406385"/>
              <a:gd name="connsiteY181" fmla="*/ 536933 h 2103813"/>
              <a:gd name="connsiteX182" fmla="*/ 2280826 w 2406385"/>
              <a:gd name="connsiteY182" fmla="*/ 560736 h 2103813"/>
              <a:gd name="connsiteX183" fmla="*/ 2280826 w 2406385"/>
              <a:gd name="connsiteY183" fmla="*/ 560736 h 2103813"/>
              <a:gd name="connsiteX184" fmla="*/ 2294171 w 2406385"/>
              <a:gd name="connsiteY184" fmla="*/ 585596 h 2103813"/>
              <a:gd name="connsiteX185" fmla="*/ 2307030 w 2406385"/>
              <a:gd name="connsiteY185" fmla="*/ 610990 h 2103813"/>
              <a:gd name="connsiteX186" fmla="*/ 2307030 w 2406385"/>
              <a:gd name="connsiteY186" fmla="*/ 610990 h 2103813"/>
              <a:gd name="connsiteX187" fmla="*/ 2318888 w 2406385"/>
              <a:gd name="connsiteY187" fmla="*/ 636907 h 2103813"/>
              <a:gd name="connsiteX188" fmla="*/ 2318888 w 2406385"/>
              <a:gd name="connsiteY188" fmla="*/ 636907 h 2103813"/>
              <a:gd name="connsiteX189" fmla="*/ 2324327 w 2406385"/>
              <a:gd name="connsiteY189" fmla="*/ 649604 h 2103813"/>
              <a:gd name="connsiteX190" fmla="*/ 2324327 w 2406385"/>
              <a:gd name="connsiteY190" fmla="*/ 649604 h 2103813"/>
              <a:gd name="connsiteX191" fmla="*/ 2334709 w 2406385"/>
              <a:gd name="connsiteY191" fmla="*/ 674998 h 2103813"/>
              <a:gd name="connsiteX192" fmla="*/ 2343606 w 2406385"/>
              <a:gd name="connsiteY192" fmla="*/ 701973 h 2103813"/>
              <a:gd name="connsiteX193" fmla="*/ 2352997 w 2406385"/>
              <a:gd name="connsiteY193" fmla="*/ 728424 h 2103813"/>
              <a:gd name="connsiteX194" fmla="*/ 2360408 w 2406385"/>
              <a:gd name="connsiteY194" fmla="*/ 755408 h 2103813"/>
              <a:gd name="connsiteX195" fmla="*/ 2360408 w 2406385"/>
              <a:gd name="connsiteY195" fmla="*/ 755408 h 2103813"/>
              <a:gd name="connsiteX196" fmla="*/ 2373267 w 2406385"/>
              <a:gd name="connsiteY196" fmla="*/ 801423 h 2103813"/>
              <a:gd name="connsiteX197" fmla="*/ 2384144 w 2406385"/>
              <a:gd name="connsiteY197" fmla="*/ 849039 h 2103813"/>
              <a:gd name="connsiteX198" fmla="*/ 2384144 w 2406385"/>
              <a:gd name="connsiteY198" fmla="*/ 849039 h 2103813"/>
              <a:gd name="connsiteX199" fmla="*/ 2393536 w 2406385"/>
              <a:gd name="connsiteY199" fmla="*/ 896121 h 2103813"/>
              <a:gd name="connsiteX200" fmla="*/ 2393536 w 2406385"/>
              <a:gd name="connsiteY200" fmla="*/ 896121 h 2103813"/>
              <a:gd name="connsiteX201" fmla="*/ 2397489 w 2406385"/>
              <a:gd name="connsiteY201" fmla="*/ 919923 h 2103813"/>
              <a:gd name="connsiteX202" fmla="*/ 2397489 w 2406385"/>
              <a:gd name="connsiteY202" fmla="*/ 919923 h 2103813"/>
              <a:gd name="connsiteX203" fmla="*/ 2397489 w 2406385"/>
              <a:gd name="connsiteY203" fmla="*/ 922038 h 2103813"/>
              <a:gd name="connsiteX204" fmla="*/ 2397489 w 2406385"/>
              <a:gd name="connsiteY204" fmla="*/ 922038 h 2103813"/>
              <a:gd name="connsiteX205" fmla="*/ 2398975 w 2406385"/>
              <a:gd name="connsiteY205" fmla="*/ 931030 h 2103813"/>
              <a:gd name="connsiteX206" fmla="*/ 2398975 w 2406385"/>
              <a:gd name="connsiteY206" fmla="*/ 931030 h 2103813"/>
              <a:gd name="connsiteX207" fmla="*/ 2401937 w 2406385"/>
              <a:gd name="connsiteY207" fmla="*/ 955366 h 2103813"/>
              <a:gd name="connsiteX208" fmla="*/ 2403918 w 2406385"/>
              <a:gd name="connsiteY208" fmla="*/ 980226 h 2103813"/>
              <a:gd name="connsiteX209" fmla="*/ 2405394 w 2406385"/>
              <a:gd name="connsiteY209" fmla="*/ 1005086 h 2103813"/>
              <a:gd name="connsiteX210" fmla="*/ 2406385 w 2406385"/>
              <a:gd name="connsiteY210" fmla="*/ 1030480 h 2103813"/>
              <a:gd name="connsiteX211" fmla="*/ 2406385 w 2406385"/>
              <a:gd name="connsiteY211" fmla="*/ 1055340 h 2103813"/>
              <a:gd name="connsiteX212" fmla="*/ 2406385 w 2406385"/>
              <a:gd name="connsiteY212" fmla="*/ 1080210 h 2103813"/>
              <a:gd name="connsiteX213" fmla="*/ 2405394 w 2406385"/>
              <a:gd name="connsiteY213" fmla="*/ 1104537 h 2103813"/>
              <a:gd name="connsiteX214" fmla="*/ 2404404 w 2406385"/>
              <a:gd name="connsiteY214" fmla="*/ 1130464 h 2103813"/>
              <a:gd name="connsiteX215" fmla="*/ 2404404 w 2406385"/>
              <a:gd name="connsiteY215" fmla="*/ 1130464 h 2103813"/>
              <a:gd name="connsiteX216" fmla="*/ 2403918 w 2406385"/>
              <a:gd name="connsiteY216" fmla="*/ 1146332 h 2103813"/>
              <a:gd name="connsiteX217" fmla="*/ 2403918 w 2406385"/>
              <a:gd name="connsiteY217" fmla="*/ 1146332 h 2103813"/>
              <a:gd name="connsiteX218" fmla="*/ 2401937 w 2406385"/>
              <a:gd name="connsiteY218" fmla="*/ 1157972 h 2103813"/>
              <a:gd name="connsiteX219" fmla="*/ 2401937 w 2406385"/>
              <a:gd name="connsiteY219" fmla="*/ 1157972 h 2103813"/>
              <a:gd name="connsiteX220" fmla="*/ 2397984 w 2406385"/>
              <a:gd name="connsiteY220" fmla="*/ 1181775 h 2103813"/>
              <a:gd name="connsiteX221" fmla="*/ 2394517 w 2406385"/>
              <a:gd name="connsiteY221" fmla="*/ 1206111 h 2103813"/>
              <a:gd name="connsiteX222" fmla="*/ 2394517 w 2406385"/>
              <a:gd name="connsiteY222" fmla="*/ 1206111 h 2103813"/>
              <a:gd name="connsiteX223" fmla="*/ 2389088 w 2406385"/>
              <a:gd name="connsiteY223" fmla="*/ 1233086 h 2103813"/>
              <a:gd name="connsiteX224" fmla="*/ 2382658 w 2406385"/>
              <a:gd name="connsiteY224" fmla="*/ 1259537 h 2103813"/>
              <a:gd name="connsiteX225" fmla="*/ 2376229 w 2406385"/>
              <a:gd name="connsiteY225" fmla="*/ 1286512 h 2103813"/>
              <a:gd name="connsiteX226" fmla="*/ 2368818 w 2406385"/>
              <a:gd name="connsiteY226" fmla="*/ 1312963 h 2103813"/>
              <a:gd name="connsiteX227" fmla="*/ 2368818 w 2406385"/>
              <a:gd name="connsiteY227" fmla="*/ 1312963 h 2103813"/>
              <a:gd name="connsiteX228" fmla="*/ 2361398 w 2406385"/>
              <a:gd name="connsiteY228" fmla="*/ 1334651 h 2103813"/>
              <a:gd name="connsiteX229" fmla="*/ 2353988 w 2406385"/>
              <a:gd name="connsiteY229" fmla="*/ 1356339 h 2103813"/>
              <a:gd name="connsiteX230" fmla="*/ 2353988 w 2406385"/>
              <a:gd name="connsiteY230" fmla="*/ 1356339 h 2103813"/>
              <a:gd name="connsiteX231" fmla="*/ 2348549 w 2406385"/>
              <a:gd name="connsiteY231" fmla="*/ 1370094 h 2103813"/>
              <a:gd name="connsiteX232" fmla="*/ 2348549 w 2406385"/>
              <a:gd name="connsiteY232" fmla="*/ 1370094 h 2103813"/>
              <a:gd name="connsiteX233" fmla="*/ 2338167 w 2406385"/>
              <a:gd name="connsiteY233" fmla="*/ 1396021 h 2103813"/>
              <a:gd name="connsiteX234" fmla="*/ 2338167 w 2406385"/>
              <a:gd name="connsiteY234" fmla="*/ 1396021 h 2103813"/>
              <a:gd name="connsiteX235" fmla="*/ 2325318 w 2406385"/>
              <a:gd name="connsiteY235" fmla="*/ 1423519 h 2103813"/>
              <a:gd name="connsiteX236" fmla="*/ 2311478 w 2406385"/>
              <a:gd name="connsiteY236" fmla="*/ 1452094 h 2103813"/>
              <a:gd name="connsiteX237" fmla="*/ 2297629 w 2406385"/>
              <a:gd name="connsiteY237" fmla="*/ 1479069 h 2103813"/>
              <a:gd name="connsiteX238" fmla="*/ 2282808 w 2406385"/>
              <a:gd name="connsiteY238" fmla="*/ 1506577 h 2103813"/>
              <a:gd name="connsiteX239" fmla="*/ 2282808 w 2406385"/>
              <a:gd name="connsiteY239" fmla="*/ 1506577 h 2103813"/>
              <a:gd name="connsiteX240" fmla="*/ 2268958 w 2406385"/>
              <a:gd name="connsiteY240" fmla="*/ 1530380 h 2103813"/>
              <a:gd name="connsiteX241" fmla="*/ 2254128 w 2406385"/>
              <a:gd name="connsiteY241" fmla="*/ 1553659 h 2103813"/>
              <a:gd name="connsiteX242" fmla="*/ 2224962 w 2406385"/>
              <a:gd name="connsiteY242" fmla="*/ 1601265 h 2103813"/>
              <a:gd name="connsiteX243" fmla="*/ 2196292 w 2406385"/>
              <a:gd name="connsiteY243" fmla="*/ 1648347 h 2103813"/>
              <a:gd name="connsiteX244" fmla="*/ 2182452 w 2406385"/>
              <a:gd name="connsiteY244" fmla="*/ 1672150 h 2103813"/>
              <a:gd name="connsiteX245" fmla="*/ 2169603 w 2406385"/>
              <a:gd name="connsiteY245" fmla="*/ 1697010 h 2103813"/>
              <a:gd name="connsiteX246" fmla="*/ 2169603 w 2406385"/>
              <a:gd name="connsiteY246" fmla="*/ 1697010 h 2103813"/>
              <a:gd name="connsiteX247" fmla="*/ 2159221 w 2406385"/>
              <a:gd name="connsiteY247" fmla="*/ 1719765 h 2103813"/>
              <a:gd name="connsiteX248" fmla="*/ 2149829 w 2406385"/>
              <a:gd name="connsiteY248" fmla="*/ 1741454 h 2103813"/>
              <a:gd name="connsiteX249" fmla="*/ 2141923 w 2406385"/>
              <a:gd name="connsiteY249" fmla="*/ 1764199 h 2103813"/>
              <a:gd name="connsiteX250" fmla="*/ 2135494 w 2406385"/>
              <a:gd name="connsiteY250" fmla="*/ 1786945 h 2103813"/>
              <a:gd name="connsiteX251" fmla="*/ 2129065 w 2406385"/>
              <a:gd name="connsiteY251" fmla="*/ 1809691 h 2103813"/>
              <a:gd name="connsiteX252" fmla="*/ 2124121 w 2406385"/>
              <a:gd name="connsiteY252" fmla="*/ 1832970 h 2103813"/>
              <a:gd name="connsiteX253" fmla="*/ 2119673 w 2406385"/>
              <a:gd name="connsiteY253" fmla="*/ 1856773 h 2103813"/>
              <a:gd name="connsiteX254" fmla="*/ 2116711 w 2406385"/>
              <a:gd name="connsiteY254" fmla="*/ 1880576 h 2103813"/>
              <a:gd name="connsiteX255" fmla="*/ 2116711 w 2406385"/>
              <a:gd name="connsiteY255" fmla="*/ 1880576 h 2103813"/>
              <a:gd name="connsiteX256" fmla="*/ 2115720 w 2406385"/>
              <a:gd name="connsiteY256" fmla="*/ 1895387 h 2103813"/>
              <a:gd name="connsiteX257" fmla="*/ 2115225 w 2406385"/>
              <a:gd name="connsiteY257" fmla="*/ 1909141 h 2103813"/>
              <a:gd name="connsiteX258" fmla="*/ 2115225 w 2406385"/>
              <a:gd name="connsiteY258" fmla="*/ 1923953 h 2103813"/>
              <a:gd name="connsiteX259" fmla="*/ 2115720 w 2406385"/>
              <a:gd name="connsiteY259" fmla="*/ 1937707 h 2103813"/>
              <a:gd name="connsiteX260" fmla="*/ 2118683 w 2406385"/>
              <a:gd name="connsiteY260" fmla="*/ 1965739 h 2103813"/>
              <a:gd name="connsiteX261" fmla="*/ 2123140 w 2406385"/>
              <a:gd name="connsiteY261" fmla="*/ 1994304 h 2103813"/>
              <a:gd name="connsiteX262" fmla="*/ 2130551 w 2406385"/>
              <a:gd name="connsiteY262" fmla="*/ 2021812 h 2103813"/>
              <a:gd name="connsiteX263" fmla="*/ 2137961 w 2406385"/>
              <a:gd name="connsiteY263" fmla="*/ 2049321 h 2103813"/>
              <a:gd name="connsiteX264" fmla="*/ 2147362 w 2406385"/>
              <a:gd name="connsiteY264" fmla="*/ 2076305 h 2103813"/>
              <a:gd name="connsiteX265" fmla="*/ 2156754 w 2406385"/>
              <a:gd name="connsiteY265" fmla="*/ 2103813 h 2103813"/>
              <a:gd name="connsiteX266" fmla="*/ 2156754 w 2406385"/>
              <a:gd name="connsiteY266" fmla="*/ 2103813 h 2103813"/>
              <a:gd name="connsiteX267" fmla="*/ 2151810 w 2406385"/>
              <a:gd name="connsiteY267" fmla="*/ 2100641 h 2103813"/>
              <a:gd name="connsiteX268" fmla="*/ 2151810 w 2406385"/>
              <a:gd name="connsiteY268" fmla="*/ 2100641 h 2103813"/>
              <a:gd name="connsiteX269" fmla="*/ 2139942 w 2406385"/>
              <a:gd name="connsiteY269" fmla="*/ 2095879 h 2103813"/>
              <a:gd name="connsiteX270" fmla="*/ 2139942 w 2406385"/>
              <a:gd name="connsiteY270" fmla="*/ 2095879 h 2103813"/>
              <a:gd name="connsiteX271" fmla="*/ 2104843 w 2406385"/>
              <a:gd name="connsiteY271" fmla="*/ 2078943 h 2103813"/>
              <a:gd name="connsiteX272" fmla="*/ 2104843 w 2406385"/>
              <a:gd name="connsiteY272" fmla="*/ 2078943 h 2103813"/>
              <a:gd name="connsiteX273" fmla="*/ 2068762 w 2406385"/>
              <a:gd name="connsiteY273" fmla="*/ 2059379 h 2103813"/>
              <a:gd name="connsiteX274" fmla="*/ 2033662 w 2406385"/>
              <a:gd name="connsiteY274" fmla="*/ 2037691 h 2103813"/>
              <a:gd name="connsiteX275" fmla="*/ 2033662 w 2406385"/>
              <a:gd name="connsiteY275" fmla="*/ 2037691 h 2103813"/>
              <a:gd name="connsiteX276" fmla="*/ 2000544 w 2406385"/>
              <a:gd name="connsiteY276" fmla="*/ 2017059 h 2103813"/>
              <a:gd name="connsiteX277" fmla="*/ 1968407 w 2406385"/>
              <a:gd name="connsiteY277" fmla="*/ 1994304 h 2103813"/>
              <a:gd name="connsiteX278" fmla="*/ 1904646 w 2406385"/>
              <a:gd name="connsiteY278" fmla="*/ 1946698 h 2103813"/>
              <a:gd name="connsiteX279" fmla="*/ 1904646 w 2406385"/>
              <a:gd name="connsiteY279" fmla="*/ 1946698 h 2103813"/>
              <a:gd name="connsiteX280" fmla="*/ 1839391 w 2406385"/>
              <a:gd name="connsiteY280" fmla="*/ 1898559 h 2103813"/>
              <a:gd name="connsiteX281" fmla="*/ 1839391 w 2406385"/>
              <a:gd name="connsiteY281" fmla="*/ 1898559 h 2103813"/>
              <a:gd name="connsiteX282" fmla="*/ 1830990 w 2406385"/>
              <a:gd name="connsiteY282" fmla="*/ 1892215 h 2103813"/>
              <a:gd name="connsiteX283" fmla="*/ 1822589 w 2406385"/>
              <a:gd name="connsiteY283" fmla="*/ 1888510 h 2103813"/>
              <a:gd name="connsiteX284" fmla="*/ 1814178 w 2406385"/>
              <a:gd name="connsiteY284" fmla="*/ 1885338 h 2103813"/>
              <a:gd name="connsiteX285" fmla="*/ 1805282 w 2406385"/>
              <a:gd name="connsiteY285" fmla="*/ 1883748 h 2103813"/>
              <a:gd name="connsiteX286" fmla="*/ 1796881 w 2406385"/>
              <a:gd name="connsiteY286" fmla="*/ 1881633 h 2103813"/>
              <a:gd name="connsiteX287" fmla="*/ 1788480 w 2406385"/>
              <a:gd name="connsiteY287" fmla="*/ 1881633 h 2103813"/>
              <a:gd name="connsiteX288" fmla="*/ 1779088 w 2406385"/>
              <a:gd name="connsiteY288" fmla="*/ 1881633 h 2103813"/>
              <a:gd name="connsiteX289" fmla="*/ 1771173 w 2406385"/>
              <a:gd name="connsiteY289" fmla="*/ 1882690 h 2103813"/>
              <a:gd name="connsiteX290" fmla="*/ 1753380 w 2406385"/>
              <a:gd name="connsiteY290" fmla="*/ 1886396 h 2103813"/>
              <a:gd name="connsiteX291" fmla="*/ 1736073 w 2406385"/>
              <a:gd name="connsiteY291" fmla="*/ 1890625 h 2103813"/>
              <a:gd name="connsiteX292" fmla="*/ 1701974 w 2406385"/>
              <a:gd name="connsiteY292" fmla="*/ 1901207 h 2103813"/>
              <a:gd name="connsiteX293" fmla="*/ 1701974 w 2406385"/>
              <a:gd name="connsiteY293" fmla="*/ 1901207 h 2103813"/>
              <a:gd name="connsiteX294" fmla="*/ 1658473 w 2406385"/>
              <a:gd name="connsiteY294" fmla="*/ 1913370 h 2103813"/>
              <a:gd name="connsiteX295" fmla="*/ 1615953 w 2406385"/>
              <a:gd name="connsiteY295" fmla="*/ 1925010 h 2103813"/>
              <a:gd name="connsiteX296" fmla="*/ 1572453 w 2406385"/>
              <a:gd name="connsiteY296" fmla="*/ 1935059 h 2103813"/>
              <a:gd name="connsiteX297" fmla="*/ 1529447 w 2406385"/>
              <a:gd name="connsiteY297" fmla="*/ 1943526 h 2103813"/>
              <a:gd name="connsiteX298" fmla="*/ 1529447 w 2406385"/>
              <a:gd name="connsiteY298" fmla="*/ 1943526 h 2103813"/>
              <a:gd name="connsiteX299" fmla="*/ 1484956 w 2406385"/>
              <a:gd name="connsiteY299" fmla="*/ 1952518 h 2103813"/>
              <a:gd name="connsiteX300" fmla="*/ 1484956 w 2406385"/>
              <a:gd name="connsiteY300" fmla="*/ 1952518 h 2103813"/>
              <a:gd name="connsiteX301" fmla="*/ 1462220 w 2406385"/>
              <a:gd name="connsiteY301" fmla="*/ 1956747 h 2103813"/>
              <a:gd name="connsiteX302" fmla="*/ 1462220 w 2406385"/>
              <a:gd name="connsiteY302" fmla="*/ 1956747 h 2103813"/>
              <a:gd name="connsiteX303" fmla="*/ 1459258 w 2406385"/>
              <a:gd name="connsiteY303" fmla="*/ 1957804 h 2103813"/>
              <a:gd name="connsiteX304" fmla="*/ 1459258 w 2406385"/>
              <a:gd name="connsiteY304" fmla="*/ 1957804 h 2103813"/>
              <a:gd name="connsiteX305" fmla="*/ 1458267 w 2406385"/>
              <a:gd name="connsiteY305" fmla="*/ 1957804 h 2103813"/>
              <a:gd name="connsiteX306" fmla="*/ 1458267 w 2406385"/>
              <a:gd name="connsiteY306" fmla="*/ 1957804 h 2103813"/>
              <a:gd name="connsiteX307" fmla="*/ 1406861 w 2406385"/>
              <a:gd name="connsiteY307" fmla="*/ 1964681 h 2103813"/>
              <a:gd name="connsiteX308" fmla="*/ 1354949 w 2406385"/>
              <a:gd name="connsiteY308" fmla="*/ 1971559 h 2103813"/>
              <a:gd name="connsiteX309" fmla="*/ 1354949 w 2406385"/>
              <a:gd name="connsiteY309" fmla="*/ 1971559 h 2103813"/>
              <a:gd name="connsiteX310" fmla="*/ 1304038 w 2406385"/>
              <a:gd name="connsiteY310" fmla="*/ 1976321 h 2103813"/>
              <a:gd name="connsiteX311" fmla="*/ 1252622 w 2406385"/>
              <a:gd name="connsiteY311" fmla="*/ 1980560 h 2103813"/>
              <a:gd name="connsiteX312" fmla="*/ 1201711 w 2406385"/>
              <a:gd name="connsiteY312" fmla="*/ 1982141 h 2103813"/>
              <a:gd name="connsiteX313" fmla="*/ 1150305 w 2406385"/>
              <a:gd name="connsiteY313" fmla="*/ 1983198 h 2103813"/>
              <a:gd name="connsiteX314" fmla="*/ 1150305 w 2406385"/>
              <a:gd name="connsiteY314" fmla="*/ 1983198 h 2103813"/>
              <a:gd name="connsiteX315" fmla="*/ 1100375 w 2406385"/>
              <a:gd name="connsiteY315" fmla="*/ 1983198 h 2103813"/>
              <a:gd name="connsiteX316" fmla="*/ 1050445 w 2406385"/>
              <a:gd name="connsiteY316" fmla="*/ 1981084 h 2103813"/>
              <a:gd name="connsiteX317" fmla="*/ 1050445 w 2406385"/>
              <a:gd name="connsiteY317" fmla="*/ 1981084 h 2103813"/>
              <a:gd name="connsiteX318" fmla="*/ 1025728 w 2406385"/>
              <a:gd name="connsiteY318" fmla="*/ 1979493 h 2103813"/>
              <a:gd name="connsiteX319" fmla="*/ 1001010 w 2406385"/>
              <a:gd name="connsiteY319" fmla="*/ 1977378 h 2103813"/>
              <a:gd name="connsiteX320" fmla="*/ 1001010 w 2406385"/>
              <a:gd name="connsiteY320" fmla="*/ 1977378 h 2103813"/>
              <a:gd name="connsiteX321" fmla="*/ 975807 w 2406385"/>
              <a:gd name="connsiteY321" fmla="*/ 1975264 h 2103813"/>
              <a:gd name="connsiteX322" fmla="*/ 975807 w 2406385"/>
              <a:gd name="connsiteY322" fmla="*/ 1975264 h 2103813"/>
              <a:gd name="connsiteX323" fmla="*/ 961958 w 2406385"/>
              <a:gd name="connsiteY323" fmla="*/ 1973149 h 2103813"/>
              <a:gd name="connsiteX324" fmla="*/ 961958 w 2406385"/>
              <a:gd name="connsiteY324" fmla="*/ 1973149 h 2103813"/>
              <a:gd name="connsiteX325" fmla="*/ 961958 w 2406385"/>
              <a:gd name="connsiteY325" fmla="*/ 1973149 h 2103813"/>
              <a:gd name="connsiteX326" fmla="*/ 961958 w 2406385"/>
              <a:gd name="connsiteY326" fmla="*/ 1973149 h 2103813"/>
              <a:gd name="connsiteX327" fmla="*/ 911542 w 2406385"/>
              <a:gd name="connsiteY327" fmla="*/ 1965739 h 2103813"/>
              <a:gd name="connsiteX328" fmla="*/ 861612 w 2406385"/>
              <a:gd name="connsiteY328" fmla="*/ 1955690 h 2103813"/>
              <a:gd name="connsiteX329" fmla="*/ 811682 w 2406385"/>
              <a:gd name="connsiteY329" fmla="*/ 1943526 h 2103813"/>
              <a:gd name="connsiteX330" fmla="*/ 762752 w 2406385"/>
              <a:gd name="connsiteY330" fmla="*/ 1929772 h 2103813"/>
              <a:gd name="connsiteX331" fmla="*/ 762752 w 2406385"/>
              <a:gd name="connsiteY331" fmla="*/ 1929772 h 2103813"/>
              <a:gd name="connsiteX332" fmla="*/ 725176 w 2406385"/>
              <a:gd name="connsiteY332" fmla="*/ 1917076 h 2103813"/>
              <a:gd name="connsiteX333" fmla="*/ 686123 w 2406385"/>
              <a:gd name="connsiteY333" fmla="*/ 1903321 h 2103813"/>
              <a:gd name="connsiteX334" fmla="*/ 686123 w 2406385"/>
              <a:gd name="connsiteY334" fmla="*/ 1903321 h 2103813"/>
              <a:gd name="connsiteX335" fmla="*/ 649547 w 2406385"/>
              <a:gd name="connsiteY335" fmla="*/ 1888510 h 2103813"/>
              <a:gd name="connsiteX336" fmla="*/ 649547 w 2406385"/>
              <a:gd name="connsiteY336" fmla="*/ 1888510 h 2103813"/>
              <a:gd name="connsiteX337" fmla="*/ 643613 w 2406385"/>
              <a:gd name="connsiteY337" fmla="*/ 1885338 h 2103813"/>
              <a:gd name="connsiteX338" fmla="*/ 643613 w 2406385"/>
              <a:gd name="connsiteY338" fmla="*/ 1885338 h 2103813"/>
              <a:gd name="connsiteX339" fmla="*/ 625325 w 2406385"/>
              <a:gd name="connsiteY339" fmla="*/ 1877404 h 2103813"/>
              <a:gd name="connsiteX340" fmla="*/ 625325 w 2406385"/>
              <a:gd name="connsiteY340" fmla="*/ 1877404 h 2103813"/>
              <a:gd name="connsiteX341" fmla="*/ 588254 w 2406385"/>
              <a:gd name="connsiteY341" fmla="*/ 1861002 h 2103813"/>
              <a:gd name="connsiteX342" fmla="*/ 552659 w 2406385"/>
              <a:gd name="connsiteY342" fmla="*/ 1843019 h 2103813"/>
              <a:gd name="connsiteX343" fmla="*/ 516569 w 2406385"/>
              <a:gd name="connsiteY343" fmla="*/ 1823445 h 2103813"/>
              <a:gd name="connsiteX344" fmla="*/ 480488 w 2406385"/>
              <a:gd name="connsiteY344" fmla="*/ 1803338 h 2103813"/>
              <a:gd name="connsiteX345" fmla="*/ 446379 w 2406385"/>
              <a:gd name="connsiteY345" fmla="*/ 1781649 h 2103813"/>
              <a:gd name="connsiteX346" fmla="*/ 411280 w 2406385"/>
              <a:gd name="connsiteY346" fmla="*/ 1758904 h 2103813"/>
              <a:gd name="connsiteX347" fmla="*/ 378161 w 2406385"/>
              <a:gd name="connsiteY347" fmla="*/ 1735634 h 2103813"/>
              <a:gd name="connsiteX348" fmla="*/ 345043 w 2406385"/>
              <a:gd name="connsiteY348" fmla="*/ 1710764 h 2103813"/>
              <a:gd name="connsiteX349" fmla="*/ 345043 w 2406385"/>
              <a:gd name="connsiteY349" fmla="*/ 1710764 h 2103813"/>
              <a:gd name="connsiteX350" fmla="*/ 323783 w 2406385"/>
              <a:gd name="connsiteY350" fmla="*/ 1692781 h 2103813"/>
              <a:gd name="connsiteX351" fmla="*/ 323783 w 2406385"/>
              <a:gd name="connsiteY351" fmla="*/ 1692781 h 2103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</a:cxnLst>
            <a:rect l="l" t="t" r="r" b="b"/>
            <a:pathLst>
              <a:path w="2406385" h="2103813">
                <a:moveTo>
                  <a:pt x="323783" y="1692781"/>
                </a:moveTo>
                <a:lnTo>
                  <a:pt x="323783" y="1692781"/>
                </a:lnTo>
                <a:lnTo>
                  <a:pt x="293141" y="1666330"/>
                </a:lnTo>
                <a:lnTo>
                  <a:pt x="293141" y="1666330"/>
                </a:lnTo>
                <a:lnTo>
                  <a:pt x="261995" y="1636708"/>
                </a:lnTo>
                <a:lnTo>
                  <a:pt x="231343" y="1604970"/>
                </a:lnTo>
                <a:lnTo>
                  <a:pt x="231343" y="1604970"/>
                </a:lnTo>
                <a:lnTo>
                  <a:pt x="203663" y="1574814"/>
                </a:lnTo>
                <a:lnTo>
                  <a:pt x="177955" y="1543077"/>
                </a:lnTo>
                <a:lnTo>
                  <a:pt x="177955" y="1543077"/>
                </a:lnTo>
                <a:lnTo>
                  <a:pt x="172526" y="1535143"/>
                </a:lnTo>
                <a:lnTo>
                  <a:pt x="172526" y="1535143"/>
                </a:lnTo>
                <a:lnTo>
                  <a:pt x="165106" y="1526151"/>
                </a:lnTo>
                <a:lnTo>
                  <a:pt x="165106" y="1526151"/>
                </a:lnTo>
                <a:lnTo>
                  <a:pt x="152257" y="1506577"/>
                </a:lnTo>
                <a:lnTo>
                  <a:pt x="138417" y="1486470"/>
                </a:lnTo>
                <a:lnTo>
                  <a:pt x="138417" y="1486470"/>
                </a:lnTo>
                <a:lnTo>
                  <a:pt x="117157" y="1451027"/>
                </a:lnTo>
                <a:lnTo>
                  <a:pt x="96888" y="1415585"/>
                </a:lnTo>
                <a:lnTo>
                  <a:pt x="96888" y="1415585"/>
                </a:lnTo>
                <a:lnTo>
                  <a:pt x="77610" y="1378028"/>
                </a:lnTo>
                <a:lnTo>
                  <a:pt x="77610" y="1378028"/>
                </a:lnTo>
                <a:lnTo>
                  <a:pt x="69209" y="1358454"/>
                </a:lnTo>
                <a:lnTo>
                  <a:pt x="69209" y="1358454"/>
                </a:lnTo>
                <a:lnTo>
                  <a:pt x="65256" y="1350520"/>
                </a:lnTo>
                <a:lnTo>
                  <a:pt x="65256" y="1350520"/>
                </a:lnTo>
                <a:lnTo>
                  <a:pt x="57340" y="1328831"/>
                </a:lnTo>
                <a:lnTo>
                  <a:pt x="49930" y="1307143"/>
                </a:lnTo>
                <a:lnTo>
                  <a:pt x="42510" y="1285454"/>
                </a:lnTo>
                <a:lnTo>
                  <a:pt x="36090" y="1263766"/>
                </a:lnTo>
                <a:lnTo>
                  <a:pt x="24222" y="1219332"/>
                </a:lnTo>
                <a:lnTo>
                  <a:pt x="14830" y="1174898"/>
                </a:lnTo>
                <a:lnTo>
                  <a:pt x="14830" y="1174898"/>
                </a:lnTo>
                <a:lnTo>
                  <a:pt x="10382" y="1152152"/>
                </a:lnTo>
                <a:lnTo>
                  <a:pt x="10382" y="1152152"/>
                </a:lnTo>
                <a:lnTo>
                  <a:pt x="9392" y="1143161"/>
                </a:lnTo>
                <a:lnTo>
                  <a:pt x="9392" y="1143161"/>
                </a:lnTo>
                <a:lnTo>
                  <a:pt x="4448" y="1103480"/>
                </a:lnTo>
                <a:lnTo>
                  <a:pt x="4448" y="1103480"/>
                </a:lnTo>
                <a:lnTo>
                  <a:pt x="1981" y="1077029"/>
                </a:lnTo>
                <a:lnTo>
                  <a:pt x="991" y="1050587"/>
                </a:lnTo>
                <a:lnTo>
                  <a:pt x="0" y="1023603"/>
                </a:lnTo>
                <a:lnTo>
                  <a:pt x="0" y="997152"/>
                </a:lnTo>
                <a:lnTo>
                  <a:pt x="0" y="997152"/>
                </a:lnTo>
                <a:lnTo>
                  <a:pt x="991" y="955366"/>
                </a:lnTo>
                <a:lnTo>
                  <a:pt x="2972" y="914104"/>
                </a:lnTo>
                <a:lnTo>
                  <a:pt x="2972" y="914104"/>
                </a:lnTo>
                <a:lnTo>
                  <a:pt x="3458" y="906169"/>
                </a:lnTo>
                <a:lnTo>
                  <a:pt x="3458" y="906169"/>
                </a:lnTo>
                <a:lnTo>
                  <a:pt x="4448" y="896121"/>
                </a:lnTo>
                <a:lnTo>
                  <a:pt x="4448" y="896121"/>
                </a:lnTo>
                <a:lnTo>
                  <a:pt x="10382" y="861735"/>
                </a:lnTo>
                <a:lnTo>
                  <a:pt x="10382" y="861735"/>
                </a:lnTo>
                <a:lnTo>
                  <a:pt x="11868" y="851153"/>
                </a:lnTo>
                <a:lnTo>
                  <a:pt x="11868" y="851153"/>
                </a:lnTo>
                <a:lnTo>
                  <a:pt x="20269" y="811481"/>
                </a:lnTo>
                <a:lnTo>
                  <a:pt x="29661" y="771800"/>
                </a:lnTo>
                <a:lnTo>
                  <a:pt x="41529" y="733719"/>
                </a:lnTo>
                <a:lnTo>
                  <a:pt x="54378" y="696153"/>
                </a:lnTo>
                <a:lnTo>
                  <a:pt x="54378" y="696153"/>
                </a:lnTo>
                <a:lnTo>
                  <a:pt x="60808" y="678170"/>
                </a:lnTo>
                <a:lnTo>
                  <a:pt x="60808" y="678170"/>
                </a:lnTo>
                <a:lnTo>
                  <a:pt x="76619" y="642727"/>
                </a:lnTo>
                <a:lnTo>
                  <a:pt x="76619" y="642727"/>
                </a:lnTo>
                <a:lnTo>
                  <a:pt x="94917" y="605170"/>
                </a:lnTo>
                <a:lnTo>
                  <a:pt x="115176" y="567613"/>
                </a:lnTo>
                <a:lnTo>
                  <a:pt x="115176" y="567613"/>
                </a:lnTo>
                <a:lnTo>
                  <a:pt x="134455" y="534285"/>
                </a:lnTo>
                <a:lnTo>
                  <a:pt x="155715" y="501491"/>
                </a:lnTo>
                <a:lnTo>
                  <a:pt x="155715" y="501491"/>
                </a:lnTo>
                <a:lnTo>
                  <a:pt x="160658" y="494614"/>
                </a:lnTo>
                <a:lnTo>
                  <a:pt x="160658" y="494614"/>
                </a:lnTo>
                <a:lnTo>
                  <a:pt x="166097" y="485613"/>
                </a:lnTo>
                <a:lnTo>
                  <a:pt x="166097" y="485613"/>
                </a:lnTo>
                <a:lnTo>
                  <a:pt x="179937" y="468163"/>
                </a:lnTo>
                <a:lnTo>
                  <a:pt x="194767" y="449113"/>
                </a:lnTo>
                <a:lnTo>
                  <a:pt x="194767" y="449113"/>
                </a:lnTo>
                <a:lnTo>
                  <a:pt x="220475" y="417376"/>
                </a:lnTo>
                <a:lnTo>
                  <a:pt x="248155" y="387219"/>
                </a:lnTo>
                <a:lnTo>
                  <a:pt x="276825" y="356539"/>
                </a:lnTo>
                <a:lnTo>
                  <a:pt x="305990" y="327974"/>
                </a:lnTo>
                <a:lnTo>
                  <a:pt x="305990" y="327974"/>
                </a:lnTo>
                <a:lnTo>
                  <a:pt x="320821" y="313696"/>
                </a:lnTo>
                <a:lnTo>
                  <a:pt x="335651" y="300999"/>
                </a:lnTo>
                <a:lnTo>
                  <a:pt x="335651" y="300999"/>
                </a:lnTo>
                <a:lnTo>
                  <a:pt x="336642" y="299942"/>
                </a:lnTo>
                <a:lnTo>
                  <a:pt x="336642" y="299942"/>
                </a:lnTo>
                <a:lnTo>
                  <a:pt x="351472" y="287245"/>
                </a:lnTo>
                <a:lnTo>
                  <a:pt x="351472" y="287245"/>
                </a:lnTo>
                <a:lnTo>
                  <a:pt x="386562" y="260794"/>
                </a:lnTo>
                <a:lnTo>
                  <a:pt x="421662" y="233819"/>
                </a:lnTo>
                <a:lnTo>
                  <a:pt x="421662" y="233819"/>
                </a:lnTo>
                <a:lnTo>
                  <a:pt x="457752" y="210007"/>
                </a:lnTo>
                <a:lnTo>
                  <a:pt x="494328" y="187795"/>
                </a:lnTo>
                <a:lnTo>
                  <a:pt x="531399" y="165573"/>
                </a:lnTo>
                <a:lnTo>
                  <a:pt x="568976" y="144942"/>
                </a:lnTo>
                <a:lnTo>
                  <a:pt x="568976" y="144942"/>
                </a:lnTo>
                <a:lnTo>
                  <a:pt x="604066" y="127492"/>
                </a:lnTo>
                <a:lnTo>
                  <a:pt x="604066" y="127492"/>
                </a:lnTo>
                <a:lnTo>
                  <a:pt x="609009" y="125368"/>
                </a:lnTo>
                <a:lnTo>
                  <a:pt x="609009" y="125368"/>
                </a:lnTo>
                <a:lnTo>
                  <a:pt x="627307" y="116376"/>
                </a:lnTo>
                <a:lnTo>
                  <a:pt x="627307" y="116376"/>
                </a:lnTo>
                <a:lnTo>
                  <a:pt x="670807" y="98927"/>
                </a:lnTo>
                <a:lnTo>
                  <a:pt x="713813" y="81991"/>
                </a:lnTo>
                <a:lnTo>
                  <a:pt x="713813" y="81991"/>
                </a:lnTo>
                <a:lnTo>
                  <a:pt x="756323" y="67180"/>
                </a:lnTo>
                <a:lnTo>
                  <a:pt x="799823" y="54483"/>
                </a:lnTo>
                <a:lnTo>
                  <a:pt x="843819" y="42320"/>
                </a:lnTo>
                <a:lnTo>
                  <a:pt x="888310" y="31737"/>
                </a:lnTo>
                <a:lnTo>
                  <a:pt x="888310" y="31737"/>
                </a:lnTo>
                <a:lnTo>
                  <a:pt x="931811" y="22746"/>
                </a:lnTo>
                <a:lnTo>
                  <a:pt x="931811" y="22746"/>
                </a:lnTo>
                <a:lnTo>
                  <a:pt x="953061" y="18517"/>
                </a:lnTo>
                <a:lnTo>
                  <a:pt x="953061" y="18517"/>
                </a:lnTo>
                <a:lnTo>
                  <a:pt x="955538" y="17983"/>
                </a:lnTo>
                <a:lnTo>
                  <a:pt x="955538" y="17983"/>
                </a:lnTo>
                <a:lnTo>
                  <a:pt x="1004477" y="10582"/>
                </a:lnTo>
                <a:lnTo>
                  <a:pt x="1053417" y="5820"/>
                </a:lnTo>
                <a:lnTo>
                  <a:pt x="1053417" y="5820"/>
                </a:lnTo>
                <a:lnTo>
                  <a:pt x="1100375" y="3172"/>
                </a:lnTo>
                <a:lnTo>
                  <a:pt x="1146343" y="1057"/>
                </a:lnTo>
                <a:lnTo>
                  <a:pt x="1193806" y="0"/>
                </a:lnTo>
                <a:lnTo>
                  <a:pt x="1240764" y="1057"/>
                </a:lnTo>
                <a:lnTo>
                  <a:pt x="1240764" y="1057"/>
                </a:lnTo>
                <a:lnTo>
                  <a:pt x="1280312" y="3172"/>
                </a:lnTo>
                <a:lnTo>
                  <a:pt x="1319850" y="5820"/>
                </a:lnTo>
                <a:lnTo>
                  <a:pt x="1319850" y="5820"/>
                </a:lnTo>
                <a:lnTo>
                  <a:pt x="1359398" y="10049"/>
                </a:lnTo>
                <a:lnTo>
                  <a:pt x="1359398" y="10049"/>
                </a:lnTo>
                <a:lnTo>
                  <a:pt x="1367808" y="10582"/>
                </a:lnTo>
                <a:lnTo>
                  <a:pt x="1367808" y="10582"/>
                </a:lnTo>
                <a:lnTo>
                  <a:pt x="1386591" y="13754"/>
                </a:lnTo>
                <a:lnTo>
                  <a:pt x="1386591" y="13754"/>
                </a:lnTo>
                <a:lnTo>
                  <a:pt x="1427616" y="19574"/>
                </a:lnTo>
                <a:lnTo>
                  <a:pt x="1469145" y="27508"/>
                </a:lnTo>
                <a:lnTo>
                  <a:pt x="1510664" y="36500"/>
                </a:lnTo>
                <a:lnTo>
                  <a:pt x="1552183" y="46549"/>
                </a:lnTo>
                <a:lnTo>
                  <a:pt x="1552183" y="46549"/>
                </a:lnTo>
                <a:lnTo>
                  <a:pt x="1584816" y="55016"/>
                </a:lnTo>
                <a:lnTo>
                  <a:pt x="1616944" y="64008"/>
                </a:lnTo>
                <a:lnTo>
                  <a:pt x="1649072" y="75114"/>
                </a:lnTo>
                <a:lnTo>
                  <a:pt x="1680714" y="85696"/>
                </a:lnTo>
                <a:lnTo>
                  <a:pt x="1680714" y="85696"/>
                </a:lnTo>
                <a:lnTo>
                  <a:pt x="1714823" y="96802"/>
                </a:lnTo>
                <a:lnTo>
                  <a:pt x="1714823" y="96802"/>
                </a:lnTo>
                <a:lnTo>
                  <a:pt x="1752389" y="111614"/>
                </a:lnTo>
                <a:lnTo>
                  <a:pt x="1752389" y="111614"/>
                </a:lnTo>
                <a:lnTo>
                  <a:pt x="1762772" y="116376"/>
                </a:lnTo>
                <a:lnTo>
                  <a:pt x="1762772" y="116376"/>
                </a:lnTo>
                <a:lnTo>
                  <a:pt x="1772659" y="120615"/>
                </a:lnTo>
                <a:lnTo>
                  <a:pt x="1772659" y="120615"/>
                </a:lnTo>
                <a:lnTo>
                  <a:pt x="1812702" y="139122"/>
                </a:lnTo>
                <a:lnTo>
                  <a:pt x="1852240" y="158696"/>
                </a:lnTo>
                <a:lnTo>
                  <a:pt x="1852240" y="158696"/>
                </a:lnTo>
                <a:lnTo>
                  <a:pt x="1898217" y="184623"/>
                </a:lnTo>
                <a:lnTo>
                  <a:pt x="1943699" y="211064"/>
                </a:lnTo>
                <a:lnTo>
                  <a:pt x="1987695" y="240696"/>
                </a:lnTo>
                <a:lnTo>
                  <a:pt x="2030205" y="271376"/>
                </a:lnTo>
                <a:lnTo>
                  <a:pt x="2030205" y="271376"/>
                </a:lnTo>
                <a:lnTo>
                  <a:pt x="2036625" y="276663"/>
                </a:lnTo>
                <a:lnTo>
                  <a:pt x="2036625" y="276663"/>
                </a:lnTo>
                <a:lnTo>
                  <a:pt x="2052446" y="289360"/>
                </a:lnTo>
                <a:lnTo>
                  <a:pt x="2052446" y="289360"/>
                </a:lnTo>
                <a:lnTo>
                  <a:pt x="2072715" y="306819"/>
                </a:lnTo>
                <a:lnTo>
                  <a:pt x="2092984" y="324802"/>
                </a:lnTo>
                <a:lnTo>
                  <a:pt x="2092984" y="324802"/>
                </a:lnTo>
                <a:lnTo>
                  <a:pt x="2113253" y="343319"/>
                </a:lnTo>
                <a:lnTo>
                  <a:pt x="2132532" y="363416"/>
                </a:lnTo>
                <a:lnTo>
                  <a:pt x="2150820" y="382990"/>
                </a:lnTo>
                <a:lnTo>
                  <a:pt x="2169603" y="402564"/>
                </a:lnTo>
                <a:lnTo>
                  <a:pt x="2169603" y="402564"/>
                </a:lnTo>
                <a:lnTo>
                  <a:pt x="2184929" y="420547"/>
                </a:lnTo>
                <a:lnTo>
                  <a:pt x="2199759" y="439064"/>
                </a:lnTo>
                <a:lnTo>
                  <a:pt x="2199759" y="439064"/>
                </a:lnTo>
                <a:lnTo>
                  <a:pt x="2215571" y="459171"/>
                </a:lnTo>
                <a:lnTo>
                  <a:pt x="2215571" y="459171"/>
                </a:lnTo>
                <a:lnTo>
                  <a:pt x="2222000" y="467105"/>
                </a:lnTo>
                <a:lnTo>
                  <a:pt x="2222000" y="467105"/>
                </a:lnTo>
                <a:lnTo>
                  <a:pt x="2237821" y="489851"/>
                </a:lnTo>
                <a:lnTo>
                  <a:pt x="2252652" y="513121"/>
                </a:lnTo>
                <a:lnTo>
                  <a:pt x="2266987" y="536933"/>
                </a:lnTo>
                <a:lnTo>
                  <a:pt x="2280826" y="560736"/>
                </a:lnTo>
                <a:lnTo>
                  <a:pt x="2280826" y="560736"/>
                </a:lnTo>
                <a:lnTo>
                  <a:pt x="2294171" y="585596"/>
                </a:lnTo>
                <a:lnTo>
                  <a:pt x="2307030" y="610990"/>
                </a:lnTo>
                <a:lnTo>
                  <a:pt x="2307030" y="610990"/>
                </a:lnTo>
                <a:lnTo>
                  <a:pt x="2318888" y="636907"/>
                </a:lnTo>
                <a:lnTo>
                  <a:pt x="2318888" y="636907"/>
                </a:lnTo>
                <a:lnTo>
                  <a:pt x="2324327" y="649604"/>
                </a:lnTo>
                <a:lnTo>
                  <a:pt x="2324327" y="649604"/>
                </a:lnTo>
                <a:lnTo>
                  <a:pt x="2334709" y="674998"/>
                </a:lnTo>
                <a:lnTo>
                  <a:pt x="2343606" y="701973"/>
                </a:lnTo>
                <a:lnTo>
                  <a:pt x="2352997" y="728424"/>
                </a:lnTo>
                <a:lnTo>
                  <a:pt x="2360408" y="755408"/>
                </a:lnTo>
                <a:lnTo>
                  <a:pt x="2360408" y="755408"/>
                </a:lnTo>
                <a:lnTo>
                  <a:pt x="2373267" y="801423"/>
                </a:lnTo>
                <a:lnTo>
                  <a:pt x="2384144" y="849039"/>
                </a:lnTo>
                <a:lnTo>
                  <a:pt x="2384144" y="849039"/>
                </a:lnTo>
                <a:lnTo>
                  <a:pt x="2393536" y="896121"/>
                </a:lnTo>
                <a:lnTo>
                  <a:pt x="2393536" y="896121"/>
                </a:lnTo>
                <a:lnTo>
                  <a:pt x="2397489" y="919923"/>
                </a:lnTo>
                <a:lnTo>
                  <a:pt x="2397489" y="919923"/>
                </a:lnTo>
                <a:lnTo>
                  <a:pt x="2397489" y="922038"/>
                </a:lnTo>
                <a:lnTo>
                  <a:pt x="2397489" y="922038"/>
                </a:lnTo>
                <a:lnTo>
                  <a:pt x="2398975" y="931030"/>
                </a:lnTo>
                <a:lnTo>
                  <a:pt x="2398975" y="931030"/>
                </a:lnTo>
                <a:lnTo>
                  <a:pt x="2401937" y="955366"/>
                </a:lnTo>
                <a:lnTo>
                  <a:pt x="2403918" y="980226"/>
                </a:lnTo>
                <a:lnTo>
                  <a:pt x="2405394" y="1005086"/>
                </a:lnTo>
                <a:lnTo>
                  <a:pt x="2406385" y="1030480"/>
                </a:lnTo>
                <a:lnTo>
                  <a:pt x="2406385" y="1055340"/>
                </a:lnTo>
                <a:lnTo>
                  <a:pt x="2406385" y="1080210"/>
                </a:lnTo>
                <a:lnTo>
                  <a:pt x="2405394" y="1104537"/>
                </a:lnTo>
                <a:lnTo>
                  <a:pt x="2404404" y="1130464"/>
                </a:lnTo>
                <a:lnTo>
                  <a:pt x="2404404" y="1130464"/>
                </a:lnTo>
                <a:lnTo>
                  <a:pt x="2403918" y="1146332"/>
                </a:lnTo>
                <a:lnTo>
                  <a:pt x="2403918" y="1146332"/>
                </a:lnTo>
                <a:lnTo>
                  <a:pt x="2401937" y="1157972"/>
                </a:lnTo>
                <a:lnTo>
                  <a:pt x="2401937" y="1157972"/>
                </a:lnTo>
                <a:lnTo>
                  <a:pt x="2397984" y="1181775"/>
                </a:lnTo>
                <a:lnTo>
                  <a:pt x="2394517" y="1206111"/>
                </a:lnTo>
                <a:lnTo>
                  <a:pt x="2394517" y="1206111"/>
                </a:lnTo>
                <a:lnTo>
                  <a:pt x="2389088" y="1233086"/>
                </a:lnTo>
                <a:lnTo>
                  <a:pt x="2382658" y="1259537"/>
                </a:lnTo>
                <a:lnTo>
                  <a:pt x="2376229" y="1286512"/>
                </a:lnTo>
                <a:lnTo>
                  <a:pt x="2368818" y="1312963"/>
                </a:lnTo>
                <a:lnTo>
                  <a:pt x="2368818" y="1312963"/>
                </a:lnTo>
                <a:lnTo>
                  <a:pt x="2361398" y="1334651"/>
                </a:lnTo>
                <a:lnTo>
                  <a:pt x="2353988" y="1356339"/>
                </a:lnTo>
                <a:lnTo>
                  <a:pt x="2353988" y="1356339"/>
                </a:lnTo>
                <a:lnTo>
                  <a:pt x="2348549" y="1370094"/>
                </a:lnTo>
                <a:lnTo>
                  <a:pt x="2348549" y="1370094"/>
                </a:lnTo>
                <a:lnTo>
                  <a:pt x="2338167" y="1396021"/>
                </a:lnTo>
                <a:lnTo>
                  <a:pt x="2338167" y="1396021"/>
                </a:lnTo>
                <a:lnTo>
                  <a:pt x="2325318" y="1423519"/>
                </a:lnTo>
                <a:lnTo>
                  <a:pt x="2311478" y="1452094"/>
                </a:lnTo>
                <a:lnTo>
                  <a:pt x="2297629" y="1479069"/>
                </a:lnTo>
                <a:lnTo>
                  <a:pt x="2282808" y="1506577"/>
                </a:lnTo>
                <a:lnTo>
                  <a:pt x="2282808" y="1506577"/>
                </a:lnTo>
                <a:lnTo>
                  <a:pt x="2268958" y="1530380"/>
                </a:lnTo>
                <a:lnTo>
                  <a:pt x="2254128" y="1553659"/>
                </a:lnTo>
                <a:lnTo>
                  <a:pt x="2224962" y="1601265"/>
                </a:lnTo>
                <a:lnTo>
                  <a:pt x="2196292" y="1648347"/>
                </a:lnTo>
                <a:lnTo>
                  <a:pt x="2182452" y="1672150"/>
                </a:lnTo>
                <a:lnTo>
                  <a:pt x="2169603" y="1697010"/>
                </a:lnTo>
                <a:lnTo>
                  <a:pt x="2169603" y="1697010"/>
                </a:lnTo>
                <a:lnTo>
                  <a:pt x="2159221" y="1719765"/>
                </a:lnTo>
                <a:lnTo>
                  <a:pt x="2149829" y="1741454"/>
                </a:lnTo>
                <a:lnTo>
                  <a:pt x="2141923" y="1764199"/>
                </a:lnTo>
                <a:lnTo>
                  <a:pt x="2135494" y="1786945"/>
                </a:lnTo>
                <a:lnTo>
                  <a:pt x="2129065" y="1809691"/>
                </a:lnTo>
                <a:lnTo>
                  <a:pt x="2124121" y="1832970"/>
                </a:lnTo>
                <a:lnTo>
                  <a:pt x="2119673" y="1856773"/>
                </a:lnTo>
                <a:lnTo>
                  <a:pt x="2116711" y="1880576"/>
                </a:lnTo>
                <a:lnTo>
                  <a:pt x="2116711" y="1880576"/>
                </a:lnTo>
                <a:lnTo>
                  <a:pt x="2115720" y="1895387"/>
                </a:lnTo>
                <a:lnTo>
                  <a:pt x="2115225" y="1909141"/>
                </a:lnTo>
                <a:lnTo>
                  <a:pt x="2115225" y="1923953"/>
                </a:lnTo>
                <a:lnTo>
                  <a:pt x="2115720" y="1937707"/>
                </a:lnTo>
                <a:lnTo>
                  <a:pt x="2118683" y="1965739"/>
                </a:lnTo>
                <a:lnTo>
                  <a:pt x="2123140" y="1994304"/>
                </a:lnTo>
                <a:lnTo>
                  <a:pt x="2130551" y="2021812"/>
                </a:lnTo>
                <a:lnTo>
                  <a:pt x="2137961" y="2049321"/>
                </a:lnTo>
                <a:lnTo>
                  <a:pt x="2147362" y="2076305"/>
                </a:lnTo>
                <a:lnTo>
                  <a:pt x="2156754" y="2103813"/>
                </a:lnTo>
                <a:lnTo>
                  <a:pt x="2156754" y="2103813"/>
                </a:lnTo>
                <a:lnTo>
                  <a:pt x="2151810" y="2100641"/>
                </a:lnTo>
                <a:lnTo>
                  <a:pt x="2151810" y="2100641"/>
                </a:lnTo>
                <a:lnTo>
                  <a:pt x="2139942" y="2095879"/>
                </a:lnTo>
                <a:lnTo>
                  <a:pt x="2139942" y="2095879"/>
                </a:lnTo>
                <a:lnTo>
                  <a:pt x="2104843" y="2078943"/>
                </a:lnTo>
                <a:lnTo>
                  <a:pt x="2104843" y="2078943"/>
                </a:lnTo>
                <a:lnTo>
                  <a:pt x="2068762" y="2059379"/>
                </a:lnTo>
                <a:lnTo>
                  <a:pt x="2033662" y="2037691"/>
                </a:lnTo>
                <a:lnTo>
                  <a:pt x="2033662" y="2037691"/>
                </a:lnTo>
                <a:lnTo>
                  <a:pt x="2000544" y="2017059"/>
                </a:lnTo>
                <a:lnTo>
                  <a:pt x="1968407" y="1994304"/>
                </a:lnTo>
                <a:lnTo>
                  <a:pt x="1904646" y="1946698"/>
                </a:lnTo>
                <a:lnTo>
                  <a:pt x="1904646" y="1946698"/>
                </a:lnTo>
                <a:lnTo>
                  <a:pt x="1839391" y="1898559"/>
                </a:lnTo>
                <a:lnTo>
                  <a:pt x="1839391" y="1898559"/>
                </a:lnTo>
                <a:lnTo>
                  <a:pt x="1830990" y="1892215"/>
                </a:lnTo>
                <a:lnTo>
                  <a:pt x="1822589" y="1888510"/>
                </a:lnTo>
                <a:lnTo>
                  <a:pt x="1814178" y="1885338"/>
                </a:lnTo>
                <a:lnTo>
                  <a:pt x="1805282" y="1883748"/>
                </a:lnTo>
                <a:lnTo>
                  <a:pt x="1796881" y="1881633"/>
                </a:lnTo>
                <a:lnTo>
                  <a:pt x="1788480" y="1881633"/>
                </a:lnTo>
                <a:lnTo>
                  <a:pt x="1779088" y="1881633"/>
                </a:lnTo>
                <a:lnTo>
                  <a:pt x="1771173" y="1882690"/>
                </a:lnTo>
                <a:lnTo>
                  <a:pt x="1753380" y="1886396"/>
                </a:lnTo>
                <a:lnTo>
                  <a:pt x="1736073" y="1890625"/>
                </a:lnTo>
                <a:lnTo>
                  <a:pt x="1701974" y="1901207"/>
                </a:lnTo>
                <a:lnTo>
                  <a:pt x="1701974" y="1901207"/>
                </a:lnTo>
                <a:lnTo>
                  <a:pt x="1658473" y="1913370"/>
                </a:lnTo>
                <a:lnTo>
                  <a:pt x="1615953" y="1925010"/>
                </a:lnTo>
                <a:lnTo>
                  <a:pt x="1572453" y="1935059"/>
                </a:lnTo>
                <a:lnTo>
                  <a:pt x="1529447" y="1943526"/>
                </a:lnTo>
                <a:lnTo>
                  <a:pt x="1529447" y="1943526"/>
                </a:lnTo>
                <a:lnTo>
                  <a:pt x="1484956" y="1952518"/>
                </a:lnTo>
                <a:lnTo>
                  <a:pt x="1484956" y="1952518"/>
                </a:lnTo>
                <a:lnTo>
                  <a:pt x="1462220" y="1956747"/>
                </a:lnTo>
                <a:lnTo>
                  <a:pt x="1462220" y="1956747"/>
                </a:lnTo>
                <a:lnTo>
                  <a:pt x="1459258" y="1957804"/>
                </a:lnTo>
                <a:lnTo>
                  <a:pt x="1459258" y="1957804"/>
                </a:lnTo>
                <a:lnTo>
                  <a:pt x="1458267" y="1957804"/>
                </a:lnTo>
                <a:lnTo>
                  <a:pt x="1458267" y="1957804"/>
                </a:lnTo>
                <a:lnTo>
                  <a:pt x="1406861" y="1964681"/>
                </a:lnTo>
                <a:lnTo>
                  <a:pt x="1354949" y="1971559"/>
                </a:lnTo>
                <a:lnTo>
                  <a:pt x="1354949" y="1971559"/>
                </a:lnTo>
                <a:lnTo>
                  <a:pt x="1304038" y="1976321"/>
                </a:lnTo>
                <a:lnTo>
                  <a:pt x="1252622" y="1980560"/>
                </a:lnTo>
                <a:lnTo>
                  <a:pt x="1201711" y="1982141"/>
                </a:lnTo>
                <a:lnTo>
                  <a:pt x="1150305" y="1983198"/>
                </a:lnTo>
                <a:lnTo>
                  <a:pt x="1150305" y="1983198"/>
                </a:lnTo>
                <a:lnTo>
                  <a:pt x="1100375" y="1983198"/>
                </a:lnTo>
                <a:lnTo>
                  <a:pt x="1050445" y="1981084"/>
                </a:lnTo>
                <a:lnTo>
                  <a:pt x="1050445" y="1981084"/>
                </a:lnTo>
                <a:lnTo>
                  <a:pt x="1025728" y="1979493"/>
                </a:lnTo>
                <a:lnTo>
                  <a:pt x="1001010" y="1977378"/>
                </a:lnTo>
                <a:lnTo>
                  <a:pt x="1001010" y="1977378"/>
                </a:lnTo>
                <a:lnTo>
                  <a:pt x="975807" y="1975264"/>
                </a:lnTo>
                <a:lnTo>
                  <a:pt x="975807" y="1975264"/>
                </a:lnTo>
                <a:lnTo>
                  <a:pt x="961958" y="1973149"/>
                </a:lnTo>
                <a:lnTo>
                  <a:pt x="961958" y="1973149"/>
                </a:lnTo>
                <a:lnTo>
                  <a:pt x="961958" y="1973149"/>
                </a:lnTo>
                <a:lnTo>
                  <a:pt x="961958" y="1973149"/>
                </a:lnTo>
                <a:lnTo>
                  <a:pt x="911542" y="1965739"/>
                </a:lnTo>
                <a:lnTo>
                  <a:pt x="861612" y="1955690"/>
                </a:lnTo>
                <a:lnTo>
                  <a:pt x="811682" y="1943526"/>
                </a:lnTo>
                <a:lnTo>
                  <a:pt x="762752" y="1929772"/>
                </a:lnTo>
                <a:lnTo>
                  <a:pt x="762752" y="1929772"/>
                </a:lnTo>
                <a:lnTo>
                  <a:pt x="725176" y="1917076"/>
                </a:lnTo>
                <a:lnTo>
                  <a:pt x="686123" y="1903321"/>
                </a:lnTo>
                <a:lnTo>
                  <a:pt x="686123" y="1903321"/>
                </a:lnTo>
                <a:lnTo>
                  <a:pt x="649547" y="1888510"/>
                </a:lnTo>
                <a:lnTo>
                  <a:pt x="649547" y="1888510"/>
                </a:lnTo>
                <a:lnTo>
                  <a:pt x="643613" y="1885338"/>
                </a:lnTo>
                <a:lnTo>
                  <a:pt x="643613" y="1885338"/>
                </a:lnTo>
                <a:lnTo>
                  <a:pt x="625325" y="1877404"/>
                </a:lnTo>
                <a:lnTo>
                  <a:pt x="625325" y="1877404"/>
                </a:lnTo>
                <a:lnTo>
                  <a:pt x="588254" y="1861002"/>
                </a:lnTo>
                <a:lnTo>
                  <a:pt x="552659" y="1843019"/>
                </a:lnTo>
                <a:lnTo>
                  <a:pt x="516569" y="1823445"/>
                </a:lnTo>
                <a:lnTo>
                  <a:pt x="480488" y="1803338"/>
                </a:lnTo>
                <a:lnTo>
                  <a:pt x="446379" y="1781649"/>
                </a:lnTo>
                <a:lnTo>
                  <a:pt x="411280" y="1758904"/>
                </a:lnTo>
                <a:lnTo>
                  <a:pt x="378161" y="1735634"/>
                </a:lnTo>
                <a:lnTo>
                  <a:pt x="345043" y="1710764"/>
                </a:lnTo>
                <a:lnTo>
                  <a:pt x="345043" y="1710764"/>
                </a:lnTo>
                <a:lnTo>
                  <a:pt x="323783" y="1692781"/>
                </a:lnTo>
                <a:lnTo>
                  <a:pt x="323783" y="1692781"/>
                </a:lnTo>
                <a:close/>
              </a:path>
            </a:pathLst>
          </a:custGeom>
          <a:solidFill>
            <a:srgbClr val="21A5B1">
              <a:alpha val="100000"/>
            </a:srgbClr>
          </a:solidFill>
          <a:ln w="26987">
            <a:solidFill>
              <a:srgbClr val="D8D8D8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文本1"/>
          <p:cNvSpPr txBox="1"/>
          <p:nvPr/>
        </p:nvSpPr>
        <p:spPr>
          <a:xfrm>
            <a:off x="2795026" y="3559292"/>
            <a:ext cx="1836058" cy="1143638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什么是信息技术</a:t>
            </a:r>
          </a:p>
        </p:txBody>
      </p:sp>
      <p:sp>
        <p:nvSpPr>
          <p:cNvPr id="9" name="文本2"/>
          <p:cNvSpPr txBox="1"/>
          <p:nvPr/>
        </p:nvSpPr>
        <p:spPr>
          <a:xfrm>
            <a:off x="3230089" y="3202438"/>
            <a:ext cx="2421231" cy="73913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文本3"/>
          <p:cNvSpPr txBox="1"/>
          <p:nvPr/>
        </p:nvSpPr>
        <p:spPr>
          <a:xfrm>
            <a:off x="3373512" y="1498539"/>
            <a:ext cx="2459616" cy="114363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信息技术的发展趋势</a:t>
            </a:r>
          </a:p>
        </p:txBody>
      </p:sp>
      <p:sp>
        <p:nvSpPr>
          <p:cNvPr id="11" name="文本4"/>
          <p:cNvSpPr txBox="1"/>
          <p:nvPr/>
        </p:nvSpPr>
        <p:spPr>
          <a:xfrm>
            <a:off x="4170803" y="1044201"/>
            <a:ext cx="865035" cy="73913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文本5"/>
          <p:cNvSpPr txBox="1"/>
          <p:nvPr/>
        </p:nvSpPr>
        <p:spPr>
          <a:xfrm>
            <a:off x="6758969" y="1636728"/>
            <a:ext cx="2181863" cy="11963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信息技术对社会的影响</a:t>
            </a:r>
          </a:p>
        </p:txBody>
      </p:sp>
      <p:sp>
        <p:nvSpPr>
          <p:cNvPr id="13" name="文本6"/>
          <p:cNvSpPr txBox="1"/>
          <p:nvPr/>
        </p:nvSpPr>
        <p:spPr>
          <a:xfrm>
            <a:off x="7479073" y="1135461"/>
            <a:ext cx="1087286" cy="7391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文本7"/>
          <p:cNvSpPr txBox="1"/>
          <p:nvPr/>
        </p:nvSpPr>
        <p:spPr>
          <a:xfrm>
            <a:off x="7016258" y="3668535"/>
            <a:ext cx="2165937" cy="11963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迎接信息时代的挑战</a:t>
            </a:r>
          </a:p>
        </p:txBody>
      </p:sp>
      <p:sp>
        <p:nvSpPr>
          <p:cNvPr id="15" name="文本8"/>
          <p:cNvSpPr txBox="1"/>
          <p:nvPr/>
        </p:nvSpPr>
        <p:spPr>
          <a:xfrm>
            <a:off x="7507878" y="3202374"/>
            <a:ext cx="865035" cy="73913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799" b="1" i="0" dirty="0">
                <a:solidFill>
                  <a:srgbClr val="FFFF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04</a:t>
            </a:r>
          </a:p>
        </p:txBody>
      </p:sp>
      <p:sp>
        <p:nvSpPr>
          <p:cNvPr id="16" name="文本9"/>
          <p:cNvSpPr txBox="1"/>
          <p:nvPr/>
        </p:nvSpPr>
        <p:spPr>
          <a:xfrm>
            <a:off x="4430534" y="5140538"/>
            <a:ext cx="3855031" cy="157734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9600"/>
              </a:lnSpc>
            </a:pPr>
            <a:r>
              <a:rPr lang="zh-CN" altLang="en-US" sz="8000" b="0" i="0" dirty="0">
                <a:solidFill>
                  <a:srgbClr val="986F69">
                    <a:alpha val="100000"/>
                  </a:srgbClr>
                </a:solidFill>
                <a:latin typeface="Arial"/>
                <a:ea typeface="Arial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1365474" y="1590674"/>
            <a:ext cx="4738362" cy="3676652"/>
            <a:chOff x="0" y="0"/>
            <a:chExt cx="4738362" cy="3676652"/>
          </a:xfrm>
        </p:grpSpPr>
        <p:sp>
          <p:nvSpPr>
            <p:cNvPr id="3" name="形状4"/>
            <p:cNvSpPr txBox="1"/>
            <p:nvPr/>
          </p:nvSpPr>
          <p:spPr>
            <a:xfrm>
              <a:off x="0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770680 h 3008170"/>
                <a:gd name="connsiteX1" fmla="*/ 2359352 w 2359351"/>
                <a:gd name="connsiteY1" fmla="*/ 2858643 h 3008170"/>
                <a:gd name="connsiteX2" fmla="*/ 166649 w 2359351"/>
                <a:gd name="connsiteY2" fmla="*/ 3008166 h 3008170"/>
                <a:gd name="connsiteX3" fmla="*/ 70171 w 2359351"/>
                <a:gd name="connsiteY3" fmla="*/ 3008166 h 3008170"/>
                <a:gd name="connsiteX4" fmla="*/ 0 w 2359351"/>
                <a:gd name="connsiteY4" fmla="*/ 158325 h 3008170"/>
                <a:gd name="connsiteX5" fmla="*/ 0 w 2359351"/>
                <a:gd name="connsiteY5" fmla="*/ 70371 h 3008170"/>
                <a:gd name="connsiteX6" fmla="*/ 2192703 w 2359351"/>
                <a:gd name="connsiteY6" fmla="*/ 237487 h 3008170"/>
                <a:gd name="connsiteX7" fmla="*/ 2289181 w 2359351"/>
                <a:gd name="connsiteY7" fmla="*/ 237487 h 3008170"/>
                <a:gd name="connsiteX8" fmla="*/ 2359352 w 2359351"/>
                <a:gd name="connsiteY8" fmla="*/ 2770680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770680"/>
                  </a:moveTo>
                  <a:cubicBezTo>
                    <a:pt x="2359352" y="2858643"/>
                    <a:pt x="2289181" y="2929004"/>
                    <a:pt x="2192703" y="2929004"/>
                  </a:cubicBezTo>
                  <a:cubicBezTo>
                    <a:pt x="166649" y="3008166"/>
                    <a:pt x="166649" y="3008166"/>
                    <a:pt x="166649" y="3008166"/>
                  </a:cubicBezTo>
                  <a:cubicBezTo>
                    <a:pt x="70171" y="3008166"/>
                    <a:pt x="0" y="2937805"/>
                    <a:pt x="0" y="2849842"/>
                  </a:cubicBezTo>
                  <a:cubicBezTo>
                    <a:pt x="0" y="158325"/>
                    <a:pt x="0" y="158325"/>
                    <a:pt x="0" y="158325"/>
                  </a:cubicBezTo>
                  <a:cubicBezTo>
                    <a:pt x="0" y="70371"/>
                    <a:pt x="70171" y="0"/>
                    <a:pt x="166649" y="0"/>
                  </a:cubicBezTo>
                  <a:cubicBezTo>
                    <a:pt x="2192703" y="237487"/>
                    <a:pt x="2192703" y="237487"/>
                    <a:pt x="2192703" y="237487"/>
                  </a:cubicBezTo>
                  <a:cubicBezTo>
                    <a:pt x="2289181" y="237487"/>
                    <a:pt x="2359352" y="307858"/>
                    <a:pt x="2359352" y="387020"/>
                  </a:cubicBezTo>
                  <a:lnTo>
                    <a:pt x="2359352" y="2770680"/>
                  </a:lnTo>
                  <a:close/>
                </a:path>
              </a:pathLst>
            </a:custGeom>
            <a:solidFill>
              <a:srgbClr val="21A5B1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形状5"/>
            <p:cNvSpPr txBox="1"/>
            <p:nvPr/>
          </p:nvSpPr>
          <p:spPr>
            <a:xfrm>
              <a:off x="186782" y="851987"/>
              <a:ext cx="2156184" cy="2641161"/>
            </a:xfrm>
            <a:custGeom>
              <a:avLst/>
              <a:gdLst>
                <a:gd name="connsiteX0" fmla="*/ 2156184 w 2156184"/>
                <a:gd name="connsiteY0" fmla="*/ 2429866 h 2641161"/>
                <a:gd name="connsiteX1" fmla="*/ 2156184 w 2156184"/>
                <a:gd name="connsiteY1" fmla="*/ 2509104 h 2641161"/>
                <a:gd name="connsiteX2" fmla="*/ 149009 w 2156184"/>
                <a:gd name="connsiteY2" fmla="*/ 2641159 h 2641161"/>
                <a:gd name="connsiteX3" fmla="*/ 70123 w 2156184"/>
                <a:gd name="connsiteY3" fmla="*/ 2641159 h 2641161"/>
                <a:gd name="connsiteX4" fmla="*/ 0 w 2156184"/>
                <a:gd name="connsiteY4" fmla="*/ 132055 h 2641161"/>
                <a:gd name="connsiteX5" fmla="*/ 0 w 2156184"/>
                <a:gd name="connsiteY5" fmla="*/ 61627 h 2641161"/>
                <a:gd name="connsiteX6" fmla="*/ 1998412 w 2156184"/>
                <a:gd name="connsiteY6" fmla="*/ 202492 h 2641161"/>
                <a:gd name="connsiteX7" fmla="*/ 2086061 w 2156184"/>
                <a:gd name="connsiteY7" fmla="*/ 202492 h 2641161"/>
                <a:gd name="connsiteX8" fmla="*/ 2156184 w 2156184"/>
                <a:gd name="connsiteY8" fmla="*/ 2429866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6184" h="2641159">
                  <a:moveTo>
                    <a:pt x="2156184" y="2429866"/>
                  </a:moveTo>
                  <a:cubicBezTo>
                    <a:pt x="2156184" y="2509104"/>
                    <a:pt x="2086061" y="2570731"/>
                    <a:pt x="1998412" y="2570731"/>
                  </a:cubicBezTo>
                  <a:cubicBezTo>
                    <a:pt x="149009" y="2641159"/>
                    <a:pt x="149009" y="2641159"/>
                    <a:pt x="149009" y="2641159"/>
                  </a:cubicBezTo>
                  <a:cubicBezTo>
                    <a:pt x="70123" y="2641159"/>
                    <a:pt x="0" y="2579532"/>
                    <a:pt x="0" y="2500303"/>
                  </a:cubicBezTo>
                  <a:cubicBezTo>
                    <a:pt x="0" y="132055"/>
                    <a:pt x="0" y="132055"/>
                    <a:pt x="0" y="132055"/>
                  </a:cubicBezTo>
                  <a:cubicBezTo>
                    <a:pt x="0" y="61627"/>
                    <a:pt x="70123" y="0"/>
                    <a:pt x="149009" y="0"/>
                  </a:cubicBezTo>
                  <a:cubicBezTo>
                    <a:pt x="1998412" y="202492"/>
                    <a:pt x="1998412" y="202492"/>
                    <a:pt x="1998412" y="202492"/>
                  </a:cubicBezTo>
                  <a:cubicBezTo>
                    <a:pt x="2086061" y="202492"/>
                    <a:pt x="2156184" y="264119"/>
                    <a:pt x="2156184" y="343348"/>
                  </a:cubicBezTo>
                  <a:lnTo>
                    <a:pt x="2156184" y="2429866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6"/>
            <p:cNvSpPr txBox="1"/>
            <p:nvPr/>
          </p:nvSpPr>
          <p:spPr>
            <a:xfrm>
              <a:off x="2379011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849842 h 3008170"/>
                <a:gd name="connsiteX1" fmla="*/ 2359352 w 2359351"/>
                <a:gd name="connsiteY1" fmla="*/ 2937805 h 3008170"/>
                <a:gd name="connsiteX2" fmla="*/ 166649 w 2359351"/>
                <a:gd name="connsiteY2" fmla="*/ 2929004 h 3008170"/>
                <a:gd name="connsiteX3" fmla="*/ 70171 w 2359351"/>
                <a:gd name="connsiteY3" fmla="*/ 2929004 h 3008170"/>
                <a:gd name="connsiteX4" fmla="*/ 0 w 2359351"/>
                <a:gd name="connsiteY4" fmla="*/ 387020 h 3008170"/>
                <a:gd name="connsiteX5" fmla="*/ 0 w 2359351"/>
                <a:gd name="connsiteY5" fmla="*/ 307858 h 3008170"/>
                <a:gd name="connsiteX6" fmla="*/ 2192703 w 2359351"/>
                <a:gd name="connsiteY6" fmla="*/ 0 h 3008170"/>
                <a:gd name="connsiteX7" fmla="*/ 2289181 w 2359351"/>
                <a:gd name="connsiteY7" fmla="*/ 0 h 3008170"/>
                <a:gd name="connsiteX8" fmla="*/ 2359352 w 2359351"/>
                <a:gd name="connsiteY8" fmla="*/ 2849842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849842"/>
                  </a:moveTo>
                  <a:cubicBezTo>
                    <a:pt x="2359352" y="2937805"/>
                    <a:pt x="2289181" y="3008166"/>
                    <a:pt x="2192703" y="3008166"/>
                  </a:cubicBezTo>
                  <a:cubicBezTo>
                    <a:pt x="166649" y="2929004"/>
                    <a:pt x="166649" y="2929004"/>
                    <a:pt x="166649" y="2929004"/>
                  </a:cubicBezTo>
                  <a:cubicBezTo>
                    <a:pt x="70171" y="2929004"/>
                    <a:pt x="0" y="2858643"/>
                    <a:pt x="0" y="2770680"/>
                  </a:cubicBezTo>
                  <a:cubicBezTo>
                    <a:pt x="0" y="387020"/>
                    <a:pt x="0" y="387020"/>
                    <a:pt x="0" y="387020"/>
                  </a:cubicBezTo>
                  <a:cubicBezTo>
                    <a:pt x="0" y="307858"/>
                    <a:pt x="70171" y="237487"/>
                    <a:pt x="166649" y="237487"/>
                  </a:cubicBezTo>
                  <a:cubicBezTo>
                    <a:pt x="2192703" y="0"/>
                    <a:pt x="2192703" y="0"/>
                    <a:pt x="2192703" y="0"/>
                  </a:cubicBezTo>
                  <a:cubicBezTo>
                    <a:pt x="2289181" y="0"/>
                    <a:pt x="2359352" y="70371"/>
                    <a:pt x="2359352" y="158325"/>
                  </a:cubicBezTo>
                  <a:lnTo>
                    <a:pt x="2359352" y="2849842"/>
                  </a:lnTo>
                  <a:close/>
                </a:path>
              </a:pathLst>
            </a:custGeom>
            <a:solidFill>
              <a:srgbClr val="F5B642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7"/>
            <p:cNvSpPr txBox="1"/>
            <p:nvPr/>
          </p:nvSpPr>
          <p:spPr>
            <a:xfrm>
              <a:off x="2405227" y="851987"/>
              <a:ext cx="2149631" cy="2641161"/>
            </a:xfrm>
            <a:custGeom>
              <a:avLst/>
              <a:gdLst>
                <a:gd name="connsiteX0" fmla="*/ 2149631 w 2149631"/>
                <a:gd name="connsiteY0" fmla="*/ 2500303 h 2641161"/>
                <a:gd name="connsiteX1" fmla="*/ 2149631 w 2149631"/>
                <a:gd name="connsiteY1" fmla="*/ 2579532 h 2641161"/>
                <a:gd name="connsiteX2" fmla="*/ 149162 w 2149631"/>
                <a:gd name="connsiteY2" fmla="*/ 2570731 h 2641161"/>
                <a:gd name="connsiteX3" fmla="*/ 70190 w 2149631"/>
                <a:gd name="connsiteY3" fmla="*/ 2570731 h 2641161"/>
                <a:gd name="connsiteX4" fmla="*/ 0 w 2149631"/>
                <a:gd name="connsiteY4" fmla="*/ 343348 h 2641161"/>
                <a:gd name="connsiteX5" fmla="*/ 0 w 2149631"/>
                <a:gd name="connsiteY5" fmla="*/ 264119 h 2641161"/>
                <a:gd name="connsiteX6" fmla="*/ 2000469 w 2149631"/>
                <a:gd name="connsiteY6" fmla="*/ 0 h 2641161"/>
                <a:gd name="connsiteX7" fmla="*/ 2079441 w 2149631"/>
                <a:gd name="connsiteY7" fmla="*/ 0 h 2641161"/>
                <a:gd name="connsiteX8" fmla="*/ 2149631 w 2149631"/>
                <a:gd name="connsiteY8" fmla="*/ 2500303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631" h="2641159">
                  <a:moveTo>
                    <a:pt x="2149631" y="2500303"/>
                  </a:moveTo>
                  <a:cubicBezTo>
                    <a:pt x="2149631" y="2579532"/>
                    <a:pt x="2079441" y="2641159"/>
                    <a:pt x="2000469" y="2641159"/>
                  </a:cubicBezTo>
                  <a:cubicBezTo>
                    <a:pt x="149162" y="2570731"/>
                    <a:pt x="149162" y="2570731"/>
                    <a:pt x="149162" y="2570731"/>
                  </a:cubicBezTo>
                  <a:cubicBezTo>
                    <a:pt x="70190" y="2570731"/>
                    <a:pt x="0" y="2509104"/>
                    <a:pt x="0" y="2429866"/>
                  </a:cubicBezTo>
                  <a:cubicBezTo>
                    <a:pt x="0" y="343348"/>
                    <a:pt x="0" y="343348"/>
                    <a:pt x="0" y="343348"/>
                  </a:cubicBezTo>
                  <a:cubicBezTo>
                    <a:pt x="0" y="264119"/>
                    <a:pt x="70190" y="202492"/>
                    <a:pt x="149162" y="202492"/>
                  </a:cubicBezTo>
                  <a:cubicBezTo>
                    <a:pt x="2000469" y="0"/>
                    <a:pt x="2000469" y="0"/>
                    <a:pt x="2000469" y="0"/>
                  </a:cubicBezTo>
                  <a:cubicBezTo>
                    <a:pt x="2079441" y="0"/>
                    <a:pt x="2149631" y="61627"/>
                    <a:pt x="2149631" y="132055"/>
                  </a:cubicBezTo>
                  <a:lnTo>
                    <a:pt x="2149631" y="2500303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形状8"/>
            <p:cNvSpPr txBox="1"/>
            <p:nvPr/>
          </p:nvSpPr>
          <p:spPr>
            <a:xfrm>
              <a:off x="2421611" y="0"/>
              <a:ext cx="1789174" cy="3614392"/>
            </a:xfrm>
            <a:custGeom>
              <a:avLst/>
              <a:gdLst>
                <a:gd name="connsiteX0" fmla="*/ 1789174 w 1789174"/>
                <a:gd name="connsiteY0" fmla="*/ 2859963 h 3614392"/>
                <a:gd name="connsiteX1" fmla="*/ 1789174 w 1789174"/>
                <a:gd name="connsiteY1" fmla="*/ 2968399 h 3614392"/>
                <a:gd name="connsiteX2" fmla="*/ 201720 w 1789174"/>
                <a:gd name="connsiteY2" fmla="*/ 3591923 h 3614392"/>
                <a:gd name="connsiteX3" fmla="*/ 17545 w 1789174"/>
                <a:gd name="connsiteY3" fmla="*/ 3664213 h 3614392"/>
                <a:gd name="connsiteX4" fmla="*/ 0 w 1789174"/>
                <a:gd name="connsiteY4" fmla="*/ 1070726 h 3614392"/>
                <a:gd name="connsiteX5" fmla="*/ 0 w 1789174"/>
                <a:gd name="connsiteY5" fmla="*/ 962290 h 3614392"/>
                <a:gd name="connsiteX6" fmla="*/ 1569909 w 1789174"/>
                <a:gd name="connsiteY6" fmla="*/ 31527 h 3614392"/>
                <a:gd name="connsiteX7" fmla="*/ 1727776 w 1789174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9174" h="3614392">
                  <a:moveTo>
                    <a:pt x="1789174" y="2859963"/>
                  </a:moveTo>
                  <a:cubicBezTo>
                    <a:pt x="1789174" y="2968399"/>
                    <a:pt x="1701468" y="3004544"/>
                    <a:pt x="1613762" y="3040690"/>
                  </a:cubicBezTo>
                  <a:cubicBezTo>
                    <a:pt x="201720" y="3591923"/>
                    <a:pt x="201720" y="3591923"/>
                    <a:pt x="201720" y="3591923"/>
                  </a:cubicBezTo>
                  <a:cubicBezTo>
                    <a:pt x="17545" y="3664213"/>
                    <a:pt x="0" y="3546734"/>
                    <a:pt x="0" y="3456375"/>
                  </a:cubicBezTo>
                  <a:cubicBezTo>
                    <a:pt x="0" y="1070726"/>
                    <a:pt x="0" y="1070726"/>
                    <a:pt x="0" y="1070726"/>
                  </a:cubicBezTo>
                  <a:cubicBezTo>
                    <a:pt x="0" y="962290"/>
                    <a:pt x="43853" y="899034"/>
                    <a:pt x="122787" y="853854"/>
                  </a:cubicBezTo>
                  <a:cubicBezTo>
                    <a:pt x="1569909" y="31527"/>
                    <a:pt x="1569909" y="31527"/>
                    <a:pt x="1569909" y="31527"/>
                  </a:cubicBezTo>
                  <a:cubicBezTo>
                    <a:pt x="1727776" y="-49798"/>
                    <a:pt x="1789174" y="40570"/>
                    <a:pt x="1789174" y="139972"/>
                  </a:cubicBezTo>
                  <a:close/>
                </a:path>
              </a:pathLst>
            </a:custGeom>
            <a:solidFill>
              <a:srgbClr val="FE672E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形状9"/>
            <p:cNvSpPr txBox="1"/>
            <p:nvPr/>
          </p:nvSpPr>
          <p:spPr>
            <a:xfrm>
              <a:off x="2421611" y="209719"/>
              <a:ext cx="1648269" cy="3237551"/>
            </a:xfrm>
            <a:custGeom>
              <a:avLst/>
              <a:gdLst>
                <a:gd name="connsiteX0" fmla="*/ 1648269 w 1648269"/>
                <a:gd name="connsiteY0" fmla="*/ 2533317 h 3237551"/>
                <a:gd name="connsiteX1" fmla="*/ 1648269 w 1648269"/>
                <a:gd name="connsiteY1" fmla="*/ 2605059 h 3237551"/>
                <a:gd name="connsiteX2" fmla="*/ 115932 w 1648269"/>
                <a:gd name="connsiteY2" fmla="*/ 3223853 h 3237551"/>
                <a:gd name="connsiteX3" fmla="*/ -16930 w 1648269"/>
                <a:gd name="connsiteY3" fmla="*/ 3277653 h 3237551"/>
                <a:gd name="connsiteX4" fmla="*/ 785 w 1648269"/>
                <a:gd name="connsiteY4" fmla="*/ 999797 h 3237551"/>
                <a:gd name="connsiteX5" fmla="*/ 785 w 1648269"/>
                <a:gd name="connsiteY5" fmla="*/ 910122 h 3237551"/>
                <a:gd name="connsiteX6" fmla="*/ 1506544 w 1648269"/>
                <a:gd name="connsiteY6" fmla="*/ 22291 h 3237551"/>
                <a:gd name="connsiteX7" fmla="*/ 1595122 w 1648269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8269" h="3237551">
                  <a:moveTo>
                    <a:pt x="1648269" y="2533317"/>
                  </a:moveTo>
                  <a:cubicBezTo>
                    <a:pt x="1648269" y="2605059"/>
                    <a:pt x="1586260" y="2667839"/>
                    <a:pt x="1479976" y="2694744"/>
                  </a:cubicBezTo>
                  <a:cubicBezTo>
                    <a:pt x="115932" y="3223853"/>
                    <a:pt x="115932" y="3223853"/>
                    <a:pt x="115932" y="3223853"/>
                  </a:cubicBezTo>
                  <a:cubicBezTo>
                    <a:pt x="-16930" y="3277653"/>
                    <a:pt x="785" y="3161073"/>
                    <a:pt x="785" y="3080359"/>
                  </a:cubicBezTo>
                  <a:cubicBezTo>
                    <a:pt x="785" y="999797"/>
                    <a:pt x="785" y="999797"/>
                    <a:pt x="785" y="999797"/>
                  </a:cubicBezTo>
                  <a:cubicBezTo>
                    <a:pt x="785" y="910122"/>
                    <a:pt x="36216" y="856313"/>
                    <a:pt x="115932" y="811475"/>
                  </a:cubicBezTo>
                  <a:cubicBezTo>
                    <a:pt x="1506544" y="22291"/>
                    <a:pt x="1506544" y="22291"/>
                    <a:pt x="1506544" y="22291"/>
                  </a:cubicBezTo>
                  <a:cubicBezTo>
                    <a:pt x="1595122" y="-22546"/>
                    <a:pt x="1648269" y="-4613"/>
                    <a:pt x="1648269" y="120938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形状10"/>
            <p:cNvSpPr txBox="1"/>
            <p:nvPr/>
          </p:nvSpPr>
          <p:spPr>
            <a:xfrm>
              <a:off x="386672" y="0"/>
              <a:ext cx="1939911" cy="3614392"/>
            </a:xfrm>
            <a:custGeom>
              <a:avLst/>
              <a:gdLst>
                <a:gd name="connsiteX0" fmla="*/ 0 w 1939911"/>
                <a:gd name="connsiteY0" fmla="*/ 2859963 h 3614392"/>
                <a:gd name="connsiteX1" fmla="*/ 0 w 1939911"/>
                <a:gd name="connsiteY1" fmla="*/ 2968399 h 3614392"/>
                <a:gd name="connsiteX2" fmla="*/ 1720464 w 1939911"/>
                <a:gd name="connsiteY2" fmla="*/ 3591923 h 3614392"/>
                <a:gd name="connsiteX3" fmla="*/ 1913584 w 1939911"/>
                <a:gd name="connsiteY3" fmla="*/ 3664213 h 3614392"/>
                <a:gd name="connsiteX4" fmla="*/ 1939911 w 1939911"/>
                <a:gd name="connsiteY4" fmla="*/ 1070726 h 3614392"/>
                <a:gd name="connsiteX5" fmla="*/ 1939911 w 1939911"/>
                <a:gd name="connsiteY5" fmla="*/ 962290 h 3614392"/>
                <a:gd name="connsiteX6" fmla="*/ 228229 w 1939911"/>
                <a:gd name="connsiteY6" fmla="*/ 31527 h 3614392"/>
                <a:gd name="connsiteX7" fmla="*/ 61446 w 1939911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9911" h="3614392">
                  <a:moveTo>
                    <a:pt x="0" y="2859963"/>
                  </a:moveTo>
                  <a:cubicBezTo>
                    <a:pt x="0" y="2968399"/>
                    <a:pt x="87782" y="3004544"/>
                    <a:pt x="184338" y="3040690"/>
                  </a:cubicBezTo>
                  <a:cubicBezTo>
                    <a:pt x="1720464" y="3591923"/>
                    <a:pt x="1720464" y="3591923"/>
                    <a:pt x="1720464" y="3591923"/>
                  </a:cubicBezTo>
                  <a:cubicBezTo>
                    <a:pt x="1913584" y="3664213"/>
                    <a:pt x="1939911" y="3546734"/>
                    <a:pt x="1939911" y="3456375"/>
                  </a:cubicBezTo>
                  <a:cubicBezTo>
                    <a:pt x="1939911" y="1070726"/>
                    <a:pt x="1939911" y="1070726"/>
                    <a:pt x="1939911" y="1070726"/>
                  </a:cubicBezTo>
                  <a:cubicBezTo>
                    <a:pt x="1939911" y="962290"/>
                    <a:pt x="1896020" y="899034"/>
                    <a:pt x="1799465" y="853854"/>
                  </a:cubicBezTo>
                  <a:cubicBezTo>
                    <a:pt x="228229" y="31527"/>
                    <a:pt x="228229" y="31527"/>
                    <a:pt x="228229" y="31527"/>
                  </a:cubicBezTo>
                  <a:cubicBezTo>
                    <a:pt x="61446" y="-49798"/>
                    <a:pt x="0" y="40570"/>
                    <a:pt x="0" y="139972"/>
                  </a:cubicBezTo>
                  <a:close/>
                </a:path>
              </a:pathLst>
            </a:custGeom>
            <a:solidFill>
              <a:srgbClr val="986F69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11"/>
            <p:cNvSpPr txBox="1"/>
            <p:nvPr/>
          </p:nvSpPr>
          <p:spPr>
            <a:xfrm>
              <a:off x="537406" y="209719"/>
              <a:ext cx="1779342" cy="3237551"/>
            </a:xfrm>
            <a:custGeom>
              <a:avLst/>
              <a:gdLst>
                <a:gd name="connsiteX0" fmla="*/ 0 w 1779342"/>
                <a:gd name="connsiteY0" fmla="*/ 2533317 h 3237551"/>
                <a:gd name="connsiteX1" fmla="*/ 0 w 1779342"/>
                <a:gd name="connsiteY1" fmla="*/ 2605059 h 3237551"/>
                <a:gd name="connsiteX2" fmla="*/ 1654751 w 1779342"/>
                <a:gd name="connsiteY2" fmla="*/ 3223853 h 3237551"/>
                <a:gd name="connsiteX3" fmla="*/ 1796337 w 1779342"/>
                <a:gd name="connsiteY3" fmla="*/ 3277653 h 3237551"/>
                <a:gd name="connsiteX4" fmla="*/ 1778634 w 1779342"/>
                <a:gd name="connsiteY4" fmla="*/ 999797 h 3237551"/>
                <a:gd name="connsiteX5" fmla="*/ 1778634 w 1779342"/>
                <a:gd name="connsiteY5" fmla="*/ 910122 h 3237551"/>
                <a:gd name="connsiteX6" fmla="*/ 150432 w 1779342"/>
                <a:gd name="connsiteY6" fmla="*/ 22291 h 3237551"/>
                <a:gd name="connsiteX7" fmla="*/ 61946 w 1779342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9342" h="3237551">
                  <a:moveTo>
                    <a:pt x="0" y="2533317"/>
                  </a:moveTo>
                  <a:cubicBezTo>
                    <a:pt x="0" y="2605059"/>
                    <a:pt x="70793" y="2667839"/>
                    <a:pt x="176982" y="2694744"/>
                  </a:cubicBezTo>
                  <a:cubicBezTo>
                    <a:pt x="1654751" y="3223853"/>
                    <a:pt x="1654751" y="3223853"/>
                    <a:pt x="1654751" y="3223853"/>
                  </a:cubicBezTo>
                  <a:cubicBezTo>
                    <a:pt x="1796337" y="3277653"/>
                    <a:pt x="1778634" y="3161073"/>
                    <a:pt x="1778634" y="3080359"/>
                  </a:cubicBezTo>
                  <a:cubicBezTo>
                    <a:pt x="1778634" y="999797"/>
                    <a:pt x="1778634" y="999797"/>
                    <a:pt x="1778634" y="999797"/>
                  </a:cubicBezTo>
                  <a:cubicBezTo>
                    <a:pt x="1778634" y="910122"/>
                    <a:pt x="1743237" y="856313"/>
                    <a:pt x="1654751" y="811475"/>
                  </a:cubicBezTo>
                  <a:cubicBezTo>
                    <a:pt x="150432" y="22291"/>
                    <a:pt x="150432" y="22291"/>
                    <a:pt x="150432" y="22291"/>
                  </a:cubicBezTo>
                  <a:cubicBezTo>
                    <a:pt x="61946" y="-22546"/>
                    <a:pt x="0" y="-4613"/>
                    <a:pt x="0" y="120938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形状12"/>
            <p:cNvSpPr txBox="1"/>
            <p:nvPr/>
          </p:nvSpPr>
          <p:spPr>
            <a:xfrm>
              <a:off x="2139800" y="3086814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形状13"/>
            <p:cNvSpPr txBox="1"/>
            <p:nvPr/>
          </p:nvSpPr>
          <p:spPr>
            <a:xfrm>
              <a:off x="2139800" y="2841049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96755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96755"/>
                  </a:cubicBezTo>
                  <a:cubicBezTo>
                    <a:pt x="122911" y="96755"/>
                    <a:pt x="122911" y="96755"/>
                    <a:pt x="122911" y="96755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形状14"/>
            <p:cNvSpPr txBox="1"/>
            <p:nvPr/>
          </p:nvSpPr>
          <p:spPr>
            <a:xfrm>
              <a:off x="2139800" y="2595284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22339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22339 h 157290"/>
                <a:gd name="connsiteX7" fmla="*/ 87792 w 465315"/>
                <a:gd name="connsiteY7" fmla="*/ 122339 h 157290"/>
                <a:gd name="connsiteX8" fmla="*/ 96574 w 465315"/>
                <a:gd name="connsiteY8" fmla="*/ 113595 h 157290"/>
                <a:gd name="connsiteX9" fmla="*/ 96574 w 465315"/>
                <a:gd name="connsiteY9" fmla="*/ 113595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22339 h 157290"/>
                <a:gd name="connsiteX16" fmla="*/ 377523 w 465315"/>
                <a:gd name="connsiteY16" fmla="*/ 122339 h 157290"/>
                <a:gd name="connsiteX17" fmla="*/ 377523 w 465315"/>
                <a:gd name="connsiteY17" fmla="*/ 122339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22339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22339"/>
                  </a:cubicBezTo>
                  <a:cubicBezTo>
                    <a:pt x="0" y="122339"/>
                    <a:pt x="0" y="122339"/>
                    <a:pt x="0" y="122339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22339"/>
                  </a:cubicBezTo>
                  <a:cubicBezTo>
                    <a:pt x="87792" y="122339"/>
                    <a:pt x="87792" y="122339"/>
                    <a:pt x="87792" y="122339"/>
                  </a:cubicBezTo>
                  <a:cubicBezTo>
                    <a:pt x="87792" y="122339"/>
                    <a:pt x="87792" y="122339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13595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22339"/>
                  </a:cubicBezTo>
                  <a:cubicBezTo>
                    <a:pt x="465315" y="122339"/>
                    <a:pt x="465315" y="122339"/>
                    <a:pt x="465315" y="122339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形状15"/>
            <p:cNvSpPr txBox="1"/>
            <p:nvPr/>
          </p:nvSpPr>
          <p:spPr>
            <a:xfrm>
              <a:off x="2139800" y="2349518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13595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13595 h 157290"/>
                <a:gd name="connsiteX7" fmla="*/ 87792 w 465315"/>
                <a:gd name="connsiteY7" fmla="*/ 113595 h 157290"/>
                <a:gd name="connsiteX8" fmla="*/ 96574 w 465315"/>
                <a:gd name="connsiteY8" fmla="*/ 113595 h 157290"/>
                <a:gd name="connsiteX9" fmla="*/ 96574 w 465315"/>
                <a:gd name="connsiteY9" fmla="*/ 104861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13595 h 157290"/>
                <a:gd name="connsiteX16" fmla="*/ 377523 w 465315"/>
                <a:gd name="connsiteY16" fmla="*/ 113595 h 157290"/>
                <a:gd name="connsiteX17" fmla="*/ 377523 w 465315"/>
                <a:gd name="connsiteY17" fmla="*/ 113595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13595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13595"/>
                  </a:cubicBezTo>
                  <a:cubicBezTo>
                    <a:pt x="0" y="113595"/>
                    <a:pt x="0" y="113595"/>
                    <a:pt x="0" y="113595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13595"/>
                  </a:cubicBezTo>
                  <a:cubicBezTo>
                    <a:pt x="87792" y="113595"/>
                    <a:pt x="87792" y="113595"/>
                    <a:pt x="87792" y="113595"/>
                  </a:cubicBezTo>
                  <a:cubicBezTo>
                    <a:pt x="87792" y="113595"/>
                    <a:pt x="87792" y="113595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04861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13595"/>
                  </a:cubicBezTo>
                  <a:cubicBezTo>
                    <a:pt x="465315" y="113595"/>
                    <a:pt x="465315" y="113595"/>
                    <a:pt x="465315" y="113595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形状16"/>
            <p:cNvSpPr txBox="1"/>
            <p:nvPr/>
          </p:nvSpPr>
          <p:spPr>
            <a:xfrm>
              <a:off x="2139800" y="209392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形状17"/>
            <p:cNvSpPr txBox="1"/>
            <p:nvPr/>
          </p:nvSpPr>
          <p:spPr>
            <a:xfrm>
              <a:off x="2139800" y="1844880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15967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24882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80286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80286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24882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15967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107042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80286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形状18"/>
            <p:cNvSpPr txBox="1"/>
            <p:nvPr/>
          </p:nvSpPr>
          <p:spPr>
            <a:xfrm>
              <a:off x="2139800" y="1599114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07042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15967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71361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71361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15967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07042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98127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15967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71361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形状19"/>
            <p:cNvSpPr txBox="1"/>
            <p:nvPr/>
          </p:nvSpPr>
          <p:spPr>
            <a:xfrm>
              <a:off x="2139800" y="1343518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96755 h 167120"/>
                <a:gd name="connsiteX12" fmla="*/ 228267 w 465315"/>
                <a:gd name="connsiteY12" fmla="*/ 87954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96755"/>
                    <a:pt x="184366" y="87954"/>
                    <a:pt x="228267" y="87954"/>
                  </a:cubicBezTo>
                  <a:cubicBezTo>
                    <a:pt x="228267" y="87954"/>
                    <a:pt x="228267" y="87954"/>
                    <a:pt x="228267" y="87954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形状20"/>
            <p:cNvSpPr txBox="1"/>
            <p:nvPr/>
          </p:nvSpPr>
          <p:spPr>
            <a:xfrm>
              <a:off x="2139800" y="109775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20" name="形状1"/>
          <p:cNvSpPr txBox="1"/>
          <p:nvPr/>
        </p:nvSpPr>
        <p:spPr>
          <a:xfrm>
            <a:off x="7340064" y="2040962"/>
            <a:ext cx="2916818" cy="833377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1" name="形状2"/>
          <p:cNvSpPr txBox="1"/>
          <p:nvPr/>
        </p:nvSpPr>
        <p:spPr>
          <a:xfrm>
            <a:off x="7612873" y="2205510"/>
            <a:ext cx="2447837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PART ONE</a:t>
            </a:r>
          </a:p>
        </p:txBody>
      </p:sp>
      <p:sp>
        <p:nvSpPr>
          <p:cNvPr id="22" name="文本1"/>
          <p:cNvSpPr txBox="1"/>
          <p:nvPr/>
        </p:nvSpPr>
        <p:spPr>
          <a:xfrm>
            <a:off x="6103277" y="3373479"/>
            <a:ext cx="6193867" cy="202724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200"/>
              </a:lnSpc>
            </a:pPr>
            <a:r>
              <a:rPr lang="zh-CN" altLang="en-US" sz="6000" b="1" i="0" dirty="0">
                <a:solidFill>
                  <a:srgbClr val="986F69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什么是信息技术？</a:t>
            </a:r>
          </a:p>
        </p:txBody>
      </p:sp>
      <p:sp>
        <p:nvSpPr>
          <p:cNvPr id="23" name="形状3"/>
          <p:cNvSpPr txBox="1"/>
          <p:nvPr/>
        </p:nvSpPr>
        <p:spPr>
          <a:xfrm>
            <a:off x="6951976" y="3435554"/>
            <a:ext cx="7937" cy="1728192"/>
          </a:xfrm>
          <a:prstGeom prst="line"/>
          <a:solidFill>
            <a:srgbClr val="FFFFFF">
              <a:alpha val="0"/>
            </a:srgbClr>
          </a:solidFill>
          <a:ln w="7937">
            <a:solidFill>
              <a:srgbClr val="D8D8D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7001640" y="2155435"/>
            <a:ext cx="3844883" cy="2968547"/>
          </a:xfrm>
          <a:custGeom>
            <a:avLst/>
            <a:gdLst>
              <a:gd name="connsiteX0" fmla="*/ 2357485 w 3844883"/>
              <a:gd name="connsiteY0" fmla="*/ 386734 h 2968547"/>
              <a:gd name="connsiteX1" fmla="*/ 2963589 w 3844883"/>
              <a:gd name="connsiteY1" fmla="*/ 386734 h 2968547"/>
              <a:gd name="connsiteX2" fmla="*/ 3454346 w 3844883"/>
              <a:gd name="connsiteY2" fmla="*/ 2089118 h 2968547"/>
              <a:gd name="connsiteX3" fmla="*/ 2356237 w 3844883"/>
              <a:gd name="connsiteY3" fmla="*/ 2968542 h 2968547"/>
              <a:gd name="connsiteX4" fmla="*/ 3175768 w 3844883"/>
              <a:gd name="connsiteY4" fmla="*/ 2968542 h 2968547"/>
              <a:gd name="connsiteX5" fmla="*/ 3844881 w 3844883"/>
              <a:gd name="connsiteY5" fmla="*/ 663111 h 2968547"/>
              <a:gd name="connsiteX6" fmla="*/ 0 w 3844883"/>
              <a:gd name="connsiteY6" fmla="*/ 0 h 2968547"/>
              <a:gd name="connsiteX7" fmla="*/ 0 w 3844883"/>
              <a:gd name="connsiteY7" fmla="*/ 391135 h 2968547"/>
              <a:gd name="connsiteX8" fmla="*/ 2356237 w 3844883"/>
              <a:gd name="connsiteY8" fmla="*/ 391135 h 29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4880" h="2968542" fill="none" stroke="1">
                <a:moveTo>
                  <a:pt x="2357485" y="386734"/>
                </a:moveTo>
                <a:cubicBezTo>
                  <a:pt x="2963589" y="386734"/>
                  <a:pt x="3454346" y="876824"/>
                  <a:pt x="3454346" y="1482900"/>
                </a:cubicBezTo>
                <a:cubicBezTo>
                  <a:pt x="3454346" y="2089118"/>
                  <a:pt x="2961627" y="2579199"/>
                  <a:pt x="2356237" y="2579199"/>
                </a:cubicBezTo>
                <a:lnTo>
                  <a:pt x="2356237" y="2968542"/>
                </a:lnTo>
                <a:cubicBezTo>
                  <a:pt x="3175768" y="2968542"/>
                  <a:pt x="3844881" y="2305431"/>
                  <a:pt x="3844881" y="1484271"/>
                </a:cubicBezTo>
                <a:cubicBezTo>
                  <a:pt x="3844881" y="663111"/>
                  <a:pt x="3181102" y="0"/>
                  <a:pt x="2359971" y="0"/>
                </a:cubicBezTo>
                <a:lnTo>
                  <a:pt x="0" y="0"/>
                </a:lnTo>
                <a:lnTo>
                  <a:pt x="0" y="391135"/>
                </a:lnTo>
                <a:lnTo>
                  <a:pt x="2356237" y="391135"/>
                </a:lnTo>
              </a:path>
            </a:pathLst>
          </a:custGeom>
          <a:solidFill>
            <a:srgbClr val="F2F2F2">
              <a:alpha val="100000"/>
            </a:srgbClr>
          </a:solidFill>
          <a:ln w="17462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6533509" y="2019741"/>
            <a:ext cx="648880" cy="648880"/>
          </a:xfrm>
          <a:prstGeom prst="roundRect"/>
          <a:solidFill>
            <a:srgbClr val="FE672E">
              <a:alpha val="100000"/>
            </a:srgbClr>
          </a:solidFill>
          <a:ln w="23812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6724362" y="2210594"/>
            <a:ext cx="267175" cy="267174"/>
          </a:xfrm>
          <a:custGeom>
            <a:avLst/>
            <a:gdLst>
              <a:gd name="connsiteX0" fmla="*/ 206188 w 267175"/>
              <a:gd name="connsiteY0" fmla="*/ 60989 h 267174"/>
              <a:gd name="connsiteX1" fmla="*/ 186919 w 267175"/>
              <a:gd name="connsiteY1" fmla="*/ 41729 h 267174"/>
              <a:gd name="connsiteX2" fmla="*/ 185510 w 267175"/>
              <a:gd name="connsiteY2" fmla="*/ 12878 h 267174"/>
              <a:gd name="connsiteX3" fmla="*/ 248461 w 267175"/>
              <a:gd name="connsiteY3" fmla="*/ 57246 h 267174"/>
              <a:gd name="connsiteX4" fmla="*/ 250928 w 267175"/>
              <a:gd name="connsiteY4" fmla="*/ 85040 h 267174"/>
              <a:gd name="connsiteX0" fmla="*/ 105985 w 267175"/>
              <a:gd name="connsiteY0" fmla="*/ 149030 h 267174"/>
              <a:gd name="connsiteX1" fmla="*/ 100470 w 267175"/>
              <a:gd name="connsiteY1" fmla="*/ 143496 h 267174"/>
              <a:gd name="connsiteX2" fmla="*/ 117739 w 267175"/>
              <a:gd name="connsiteY2" fmla="*/ 117283 h 267174"/>
              <a:gd name="connsiteX3" fmla="*/ 139523 w 267175"/>
              <a:gd name="connsiteY3" fmla="*/ 126541 h 267174"/>
              <a:gd name="connsiteX4" fmla="*/ 122282 w 267175"/>
              <a:gd name="connsiteY4" fmla="*/ 152754 h 267174"/>
              <a:gd name="connsiteX0" fmla="*/ 239193 w 267175"/>
              <a:gd name="connsiteY0" fmla="*/ 27985 h 267174"/>
              <a:gd name="connsiteX1" fmla="*/ 214342 w 267175"/>
              <a:gd name="connsiteY1" fmla="*/ 3115 h 267174"/>
              <a:gd name="connsiteX2" fmla="*/ 133141 w 267175"/>
              <a:gd name="connsiteY2" fmla="*/ 43977 h 267174"/>
              <a:gd name="connsiteX3" fmla="*/ 127083 w 267175"/>
              <a:gd name="connsiteY3" fmla="*/ 50045 h 267174"/>
              <a:gd name="connsiteX4" fmla="*/ 3077 w 267175"/>
              <a:gd name="connsiteY4" fmla="*/ 212067 h 267174"/>
              <a:gd name="connsiteX5" fmla="*/ -4105 w 267175"/>
              <a:gd name="connsiteY5" fmla="*/ 219258 h 267174"/>
              <a:gd name="connsiteX6" fmla="*/ 30461 w 267175"/>
              <a:gd name="connsiteY6" fmla="*/ 265474 h 267174"/>
              <a:gd name="connsiteX7" fmla="*/ 176232 w 267175"/>
              <a:gd name="connsiteY7" fmla="*/ 142972 h 267174"/>
              <a:gd name="connsiteX8" fmla="*/ 196806 w 267175"/>
              <a:gd name="connsiteY8" fmla="*/ 145401 h 267174"/>
              <a:gd name="connsiteX9" fmla="*/ 263224 w 267175"/>
              <a:gd name="connsiteY9" fmla="*/ 94013 h 267174"/>
              <a:gd name="connsiteX10" fmla="*/ 273159 w 267175"/>
              <a:gd name="connsiteY10" fmla="*/ 84069 h 267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7175" h="267174">
                <a:moveTo>
                  <a:pt x="206188" y="60989"/>
                </a:moveTo>
                <a:cubicBezTo>
                  <a:pt x="186919" y="41729"/>
                  <a:pt x="182100" y="16307"/>
                  <a:pt x="183795" y="14592"/>
                </a:cubicBezTo>
                <a:cubicBezTo>
                  <a:pt x="185510" y="12878"/>
                  <a:pt x="209922" y="18717"/>
                  <a:pt x="229210" y="37986"/>
                </a:cubicBezTo>
                <a:cubicBezTo>
                  <a:pt x="248461" y="57246"/>
                  <a:pt x="254252" y="81716"/>
                  <a:pt x="252585" y="83383"/>
                </a:cubicBezTo>
                <a:cubicBezTo>
                  <a:pt x="250928" y="85040"/>
                  <a:pt x="225458" y="80249"/>
                  <a:pt x="206188" y="60989"/>
                </a:cubicBezTo>
                <a:close/>
              </a:path>
              <a:path w="267175" h="267174">
                <a:moveTo>
                  <a:pt x="105985" y="149030"/>
                </a:moveTo>
                <a:cubicBezTo>
                  <a:pt x="100470" y="143496"/>
                  <a:pt x="102270" y="132751"/>
                  <a:pt x="109995" y="125017"/>
                </a:cubicBezTo>
                <a:cubicBezTo>
                  <a:pt x="117739" y="117283"/>
                  <a:pt x="128483" y="115492"/>
                  <a:pt x="134008" y="121026"/>
                </a:cubicBezTo>
                <a:cubicBezTo>
                  <a:pt x="139523" y="126541"/>
                  <a:pt x="137732" y="137295"/>
                  <a:pt x="130007" y="145029"/>
                </a:cubicBezTo>
                <a:cubicBezTo>
                  <a:pt x="122282" y="152754"/>
                  <a:pt x="111510" y="154554"/>
                  <a:pt x="105985" y="149030"/>
                </a:cubicBezTo>
                <a:close/>
              </a:path>
              <a:path w="267175" h="267174">
                <a:moveTo>
                  <a:pt x="239193" y="27985"/>
                </a:moveTo>
                <a:cubicBezTo>
                  <a:pt x="214342" y="3115"/>
                  <a:pt x="183109" y="-5982"/>
                  <a:pt x="173175" y="3953"/>
                </a:cubicBezTo>
                <a:lnTo>
                  <a:pt x="133141" y="43977"/>
                </a:lnTo>
                <a:cubicBezTo>
                  <a:pt x="127083" y="50045"/>
                  <a:pt x="121787" y="70371"/>
                  <a:pt x="124206" y="90946"/>
                </a:cubicBezTo>
                <a:lnTo>
                  <a:pt x="3077" y="212067"/>
                </a:lnTo>
                <a:cubicBezTo>
                  <a:pt x="-4105" y="219258"/>
                  <a:pt x="1724" y="236727"/>
                  <a:pt x="16088" y="251091"/>
                </a:cubicBezTo>
                <a:cubicBezTo>
                  <a:pt x="30461" y="265474"/>
                  <a:pt x="47920" y="271285"/>
                  <a:pt x="55102" y="264093"/>
                </a:cubicBezTo>
                <a:lnTo>
                  <a:pt x="176232" y="142972"/>
                </a:lnTo>
                <a:cubicBezTo>
                  <a:pt x="196806" y="145401"/>
                  <a:pt x="217123" y="140095"/>
                  <a:pt x="223200" y="134037"/>
                </a:cubicBezTo>
                <a:lnTo>
                  <a:pt x="263224" y="94013"/>
                </a:lnTo>
                <a:cubicBezTo>
                  <a:pt x="273159" y="84069"/>
                  <a:pt x="264082" y="52836"/>
                  <a:pt x="239193" y="2798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形状4"/>
          <p:cNvSpPr txBox="1"/>
          <p:nvPr/>
        </p:nvSpPr>
        <p:spPr>
          <a:xfrm>
            <a:off x="7811875" y="2537271"/>
            <a:ext cx="2649211" cy="2195209"/>
          </a:xfrm>
          <a:custGeom>
            <a:avLst/>
            <a:gdLst>
              <a:gd name="connsiteX0" fmla="*/ 0 w 2649211"/>
              <a:gd name="connsiteY0" fmla="*/ 419633 h 2195209"/>
              <a:gd name="connsiteX1" fmla="*/ 1551013 w 2649211"/>
              <a:gd name="connsiteY1" fmla="*/ 419633 h 2195209"/>
              <a:gd name="connsiteX2" fmla="*/ 1925460 w 2649211"/>
              <a:gd name="connsiteY2" fmla="*/ 419633 h 2195209"/>
              <a:gd name="connsiteX3" fmla="*/ 2229507 w 2649211"/>
              <a:gd name="connsiteY3" fmla="*/ 1472013 h 2195209"/>
              <a:gd name="connsiteX4" fmla="*/ 1552118 w 2649211"/>
              <a:gd name="connsiteY4" fmla="*/ 2195208 h 2195209"/>
              <a:gd name="connsiteX5" fmla="*/ 2157517 w 2649211"/>
              <a:gd name="connsiteY5" fmla="*/ 2195208 h 2195209"/>
              <a:gd name="connsiteX6" fmla="*/ 2649207 w 2649211"/>
              <a:gd name="connsiteY6" fmla="*/ 491385 h 2195209"/>
              <a:gd name="connsiteX7" fmla="*/ 0 w 2649211"/>
              <a:gd name="connsiteY7" fmla="*/ 0 h 2195209"/>
              <a:gd name="connsiteX8" fmla="*/ 0 w 2649211"/>
              <a:gd name="connsiteY8" fmla="*/ 0 h 219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9207" h="2195208">
                <a:moveTo>
                  <a:pt x="0" y="419633"/>
                </a:moveTo>
                <a:lnTo>
                  <a:pt x="1551013" y="419633"/>
                </a:lnTo>
                <a:cubicBezTo>
                  <a:pt x="1925460" y="419633"/>
                  <a:pt x="2229507" y="723195"/>
                  <a:pt x="2229507" y="1097604"/>
                </a:cubicBezTo>
                <a:cubicBezTo>
                  <a:pt x="2229507" y="1472013"/>
                  <a:pt x="1924726" y="1775574"/>
                  <a:pt x="1552118" y="1775574"/>
                </a:cubicBezTo>
                <a:lnTo>
                  <a:pt x="1552118" y="2195208"/>
                </a:lnTo>
                <a:cubicBezTo>
                  <a:pt x="2157517" y="2195208"/>
                  <a:pt x="2649207" y="1703832"/>
                  <a:pt x="2649207" y="1097604"/>
                </a:cubicBezTo>
                <a:cubicBezTo>
                  <a:pt x="2649207" y="491385"/>
                  <a:pt x="2157517" y="0"/>
                  <a:pt x="1551384" y="0"/>
                </a:cubicBezTo>
                <a:lnTo>
                  <a:pt x="0" y="0"/>
                </a:lnTo>
                <a:cubicBezTo>
                  <a:pt x="0" y="0"/>
                  <a:pt x="0" y="419633"/>
                  <a:pt x="0" y="419633"/>
                </a:cubicBezTo>
                <a:close/>
              </a:path>
            </a:pathLst>
          </a:custGeom>
          <a:solidFill>
            <a:srgbClr val="986F69">
              <a:alpha val="100000"/>
            </a:srgbClr>
          </a:solidFill>
          <a:ln w="17462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形状5"/>
          <p:cNvSpPr txBox="1"/>
          <p:nvPr/>
        </p:nvSpPr>
        <p:spPr>
          <a:xfrm>
            <a:off x="7372869" y="2420769"/>
            <a:ext cx="648880" cy="648880"/>
          </a:xfrm>
          <a:prstGeom prst="roundRect"/>
          <a:solidFill>
            <a:srgbClr val="986F69">
              <a:alpha val="100000"/>
            </a:srgbClr>
          </a:solidFill>
          <a:ln w="23812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6"/>
          <p:cNvSpPr txBox="1"/>
          <p:nvPr/>
        </p:nvSpPr>
        <p:spPr>
          <a:xfrm>
            <a:off x="7552590" y="2611623"/>
            <a:ext cx="289438" cy="267174"/>
          </a:xfrm>
          <a:custGeom>
            <a:avLst/>
            <a:gdLst>
              <a:gd name="connsiteX0" fmla="*/ 263873 w 289438"/>
              <a:gd name="connsiteY0" fmla="*/ 152551 h 267174"/>
              <a:gd name="connsiteX1" fmla="*/ 261672 w 289438"/>
              <a:gd name="connsiteY1" fmla="*/ 154751 h 267174"/>
              <a:gd name="connsiteX2" fmla="*/ 253014 w 289438"/>
              <a:gd name="connsiteY2" fmla="*/ 155847 h 267174"/>
              <a:gd name="connsiteX3" fmla="*/ 246023 w 289438"/>
              <a:gd name="connsiteY3" fmla="*/ 150341 h 267174"/>
              <a:gd name="connsiteX4" fmla="*/ 244908 w 289438"/>
              <a:gd name="connsiteY4" fmla="*/ 141702 h 267174"/>
              <a:gd name="connsiteX5" fmla="*/ 250423 w 289438"/>
              <a:gd name="connsiteY5" fmla="*/ 134682 h 267174"/>
              <a:gd name="connsiteX6" fmla="*/ 259063 w 289438"/>
              <a:gd name="connsiteY6" fmla="*/ 133587 h 267174"/>
              <a:gd name="connsiteX7" fmla="*/ 266083 w 289438"/>
              <a:gd name="connsiteY7" fmla="*/ 139092 h 267174"/>
              <a:gd name="connsiteX8" fmla="*/ 267168 w 289438"/>
              <a:gd name="connsiteY8" fmla="*/ 147732 h 267174"/>
              <a:gd name="connsiteX9" fmla="*/ 263873 w 289438"/>
              <a:gd name="connsiteY9" fmla="*/ 152551 h 267174"/>
              <a:gd name="connsiteX0" fmla="*/ 222658 w 289438"/>
              <a:gd name="connsiteY0" fmla="*/ 133587 h 267174"/>
              <a:gd name="connsiteX1" fmla="*/ 66790 w 289438"/>
              <a:gd name="connsiteY1" fmla="*/ 133587 h 267174"/>
              <a:gd name="connsiteX2" fmla="*/ 66790 w 289438"/>
              <a:gd name="connsiteY2" fmla="*/ 22260 h 267174"/>
              <a:gd name="connsiteX3" fmla="*/ 178109 w 289438"/>
              <a:gd name="connsiteY3" fmla="*/ 22260 h 267174"/>
              <a:gd name="connsiteX4" fmla="*/ 178109 w 289438"/>
              <a:gd name="connsiteY4" fmla="*/ 50092 h 267174"/>
              <a:gd name="connsiteX5" fmla="*/ 178109 w 289438"/>
              <a:gd name="connsiteY5" fmla="*/ 54730 h 267174"/>
              <a:gd name="connsiteX6" fmla="*/ 186234 w 289438"/>
              <a:gd name="connsiteY6" fmla="*/ 65170 h 267174"/>
              <a:gd name="connsiteX7" fmla="*/ 222658 w 289438"/>
              <a:gd name="connsiteY7" fmla="*/ 66789 h 267174"/>
              <a:gd name="connsiteX8" fmla="*/ 222658 w 289438"/>
              <a:gd name="connsiteY8" fmla="*/ 66789 h 267174"/>
              <a:gd name="connsiteX0" fmla="*/ 222658 w 289438"/>
              <a:gd name="connsiteY0" fmla="*/ 244905 h 267174"/>
              <a:gd name="connsiteX1" fmla="*/ 66790 w 289438"/>
              <a:gd name="connsiteY1" fmla="*/ 244905 h 267174"/>
              <a:gd name="connsiteX2" fmla="*/ 66790 w 289438"/>
              <a:gd name="connsiteY2" fmla="*/ 200376 h 267174"/>
              <a:gd name="connsiteX3" fmla="*/ 222658 w 289438"/>
              <a:gd name="connsiteY3" fmla="*/ 200376 h 267174"/>
              <a:gd name="connsiteX4" fmla="*/ 222658 w 289438"/>
              <a:gd name="connsiteY4" fmla="*/ 200376 h 267174"/>
              <a:gd name="connsiteX0" fmla="*/ 279618 w 289438"/>
              <a:gd name="connsiteY0" fmla="*/ 121157 h 267174"/>
              <a:gd name="connsiteX1" fmla="*/ 273064 w 289438"/>
              <a:gd name="connsiteY1" fmla="*/ 114604 h 267174"/>
              <a:gd name="connsiteX2" fmla="*/ 244908 w 289438"/>
              <a:gd name="connsiteY2" fmla="*/ 111318 h 267174"/>
              <a:gd name="connsiteX3" fmla="*/ 244908 w 289438"/>
              <a:gd name="connsiteY3" fmla="*/ 66789 h 267174"/>
              <a:gd name="connsiteX4" fmla="*/ 244908 w 289438"/>
              <a:gd name="connsiteY4" fmla="*/ 62150 h 267174"/>
              <a:gd name="connsiteX5" fmla="*/ 239108 w 289438"/>
              <a:gd name="connsiteY5" fmla="*/ 45910 h 267174"/>
              <a:gd name="connsiteX6" fmla="*/ 206637 w 289438"/>
              <a:gd name="connsiteY6" fmla="*/ 11839 h 267174"/>
              <a:gd name="connsiteX7" fmla="*/ 203398 w 289438"/>
              <a:gd name="connsiteY7" fmla="*/ 8582 h 267174"/>
              <a:gd name="connsiteX8" fmla="*/ 187872 w 289438"/>
              <a:gd name="connsiteY8" fmla="*/ 1162 h 267174"/>
              <a:gd name="connsiteX9" fmla="*/ 61227 w 289438"/>
              <a:gd name="connsiteY9" fmla="*/ 0 h 267174"/>
              <a:gd name="connsiteX10" fmla="*/ 56588 w 289438"/>
              <a:gd name="connsiteY10" fmla="*/ 0 h 267174"/>
              <a:gd name="connsiteX11" fmla="*/ 46149 w 289438"/>
              <a:gd name="connsiteY11" fmla="*/ 8115 h 267174"/>
              <a:gd name="connsiteX12" fmla="*/ 44530 w 289438"/>
              <a:gd name="connsiteY12" fmla="*/ 111318 h 267174"/>
              <a:gd name="connsiteX13" fmla="*/ 33404 w 289438"/>
              <a:gd name="connsiteY13" fmla="*/ 111318 h 267174"/>
              <a:gd name="connsiteX14" fmla="*/ 24241 w 289438"/>
              <a:gd name="connsiteY14" fmla="*/ 111318 h 267174"/>
              <a:gd name="connsiteX15" fmla="*/ 3267 w 289438"/>
              <a:gd name="connsiteY15" fmla="*/ 127701 h 267174"/>
              <a:gd name="connsiteX16" fmla="*/ 0 w 289438"/>
              <a:gd name="connsiteY16" fmla="*/ 217073 h 267174"/>
              <a:gd name="connsiteX17" fmla="*/ 0 w 289438"/>
              <a:gd name="connsiteY17" fmla="*/ 218597 h 267174"/>
              <a:gd name="connsiteX18" fmla="*/ 2743 w 289438"/>
              <a:gd name="connsiteY18" fmla="*/ 222102 h 267174"/>
              <a:gd name="connsiteX19" fmla="*/ 44530 w 289438"/>
              <a:gd name="connsiteY19" fmla="*/ 222645 h 267174"/>
              <a:gd name="connsiteX20" fmla="*/ 44530 w 289438"/>
              <a:gd name="connsiteY20" fmla="*/ 250477 h 267174"/>
              <a:gd name="connsiteX21" fmla="*/ 44530 w 289438"/>
              <a:gd name="connsiteY21" fmla="*/ 255115 h 267174"/>
              <a:gd name="connsiteX22" fmla="*/ 52645 w 289438"/>
              <a:gd name="connsiteY22" fmla="*/ 265536 h 267174"/>
              <a:gd name="connsiteX23" fmla="*/ 228211 w 289438"/>
              <a:gd name="connsiteY23" fmla="*/ 267174 h 267174"/>
              <a:gd name="connsiteX24" fmla="*/ 232850 w 289438"/>
              <a:gd name="connsiteY24" fmla="*/ 267174 h 267174"/>
              <a:gd name="connsiteX25" fmla="*/ 243289 w 289438"/>
              <a:gd name="connsiteY25" fmla="*/ 259049 h 267174"/>
              <a:gd name="connsiteX26" fmla="*/ 244908 w 289438"/>
              <a:gd name="connsiteY26" fmla="*/ 222645 h 267174"/>
              <a:gd name="connsiteX27" fmla="*/ 283875 w 289438"/>
              <a:gd name="connsiteY27" fmla="*/ 222645 h 267174"/>
              <a:gd name="connsiteX28" fmla="*/ 285380 w 289438"/>
              <a:gd name="connsiteY28" fmla="*/ 222645 h 267174"/>
              <a:gd name="connsiteX29" fmla="*/ 288895 w 289438"/>
              <a:gd name="connsiteY29" fmla="*/ 219883 h 267174"/>
              <a:gd name="connsiteX30" fmla="*/ 289438 w 289438"/>
              <a:gd name="connsiteY30" fmla="*/ 144722 h 267174"/>
              <a:gd name="connsiteX31" fmla="*/ 289438 w 289438"/>
              <a:gd name="connsiteY31" fmla="*/ 135568 h 267174"/>
              <a:gd name="connsiteX32" fmla="*/ 279618 w 289438"/>
              <a:gd name="connsiteY32" fmla="*/ 121157 h 267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89438" h="267174">
                <a:moveTo>
                  <a:pt x="263873" y="152551"/>
                </a:moveTo>
                <a:cubicBezTo>
                  <a:pt x="261672" y="154751"/>
                  <a:pt x="259063" y="155847"/>
                  <a:pt x="256034" y="155847"/>
                </a:cubicBezTo>
                <a:cubicBezTo>
                  <a:pt x="253014" y="155847"/>
                  <a:pt x="250423" y="154751"/>
                  <a:pt x="248223" y="152551"/>
                </a:cubicBezTo>
                <a:cubicBezTo>
                  <a:pt x="246023" y="150341"/>
                  <a:pt x="244908" y="147732"/>
                  <a:pt x="244908" y="144722"/>
                </a:cubicBezTo>
                <a:cubicBezTo>
                  <a:pt x="244908" y="141702"/>
                  <a:pt x="246023" y="139092"/>
                  <a:pt x="248223" y="136892"/>
                </a:cubicBezTo>
                <a:cubicBezTo>
                  <a:pt x="250423" y="134682"/>
                  <a:pt x="253014" y="133587"/>
                  <a:pt x="256034" y="133587"/>
                </a:cubicBezTo>
                <a:cubicBezTo>
                  <a:pt x="259063" y="133587"/>
                  <a:pt x="261672" y="134682"/>
                  <a:pt x="263873" y="136892"/>
                </a:cubicBezTo>
                <a:cubicBezTo>
                  <a:pt x="266083" y="139092"/>
                  <a:pt x="267168" y="141702"/>
                  <a:pt x="267168" y="144722"/>
                </a:cubicBezTo>
                <a:cubicBezTo>
                  <a:pt x="267168" y="147732"/>
                  <a:pt x="266083" y="150341"/>
                  <a:pt x="263873" y="152551"/>
                </a:cubicBezTo>
                <a:cubicBezTo>
                  <a:pt x="263873" y="152551"/>
                  <a:pt x="263873" y="152551"/>
                  <a:pt x="263873" y="152551"/>
                </a:cubicBezTo>
                <a:close/>
              </a:path>
              <a:path w="289438" h="267174">
                <a:moveTo>
                  <a:pt x="222658" y="133587"/>
                </a:moveTo>
                <a:lnTo>
                  <a:pt x="66790" y="133587"/>
                </a:lnTo>
                <a:lnTo>
                  <a:pt x="66790" y="22260"/>
                </a:lnTo>
                <a:lnTo>
                  <a:pt x="178109" y="22260"/>
                </a:lnTo>
                <a:lnTo>
                  <a:pt x="178109" y="50092"/>
                </a:lnTo>
                <a:cubicBezTo>
                  <a:pt x="178109" y="54730"/>
                  <a:pt x="179747" y="58683"/>
                  <a:pt x="182976" y="61922"/>
                </a:cubicBezTo>
                <a:cubicBezTo>
                  <a:pt x="186234" y="65170"/>
                  <a:pt x="190177" y="66789"/>
                  <a:pt x="194807" y="66789"/>
                </a:cubicBezTo>
                <a:lnTo>
                  <a:pt x="222658" y="66789"/>
                </a:lnTo>
                <a:cubicBezTo>
                  <a:pt x="222658" y="66789"/>
                  <a:pt x="222658" y="133587"/>
                  <a:pt x="222658" y="133587"/>
                </a:cubicBezTo>
                <a:close/>
              </a:path>
              <a:path w="289438" h="267174">
                <a:moveTo>
                  <a:pt x="222658" y="244905"/>
                </a:moveTo>
                <a:lnTo>
                  <a:pt x="66790" y="244905"/>
                </a:lnTo>
                <a:lnTo>
                  <a:pt x="66790" y="200376"/>
                </a:lnTo>
                <a:lnTo>
                  <a:pt x="222658" y="200376"/>
                </a:lnTo>
                <a:cubicBezTo>
                  <a:pt x="222658" y="200376"/>
                  <a:pt x="222658" y="244905"/>
                  <a:pt x="222658" y="244905"/>
                </a:cubicBezTo>
                <a:close/>
              </a:path>
              <a:path w="289438" h="267174">
                <a:moveTo>
                  <a:pt x="279618" y="121157"/>
                </a:moveTo>
                <a:cubicBezTo>
                  <a:pt x="273064" y="114604"/>
                  <a:pt x="265197" y="111318"/>
                  <a:pt x="256034" y="111318"/>
                </a:cubicBezTo>
                <a:lnTo>
                  <a:pt x="244908" y="111318"/>
                </a:lnTo>
                <a:lnTo>
                  <a:pt x="244908" y="66789"/>
                </a:lnTo>
                <a:cubicBezTo>
                  <a:pt x="244908" y="62150"/>
                  <a:pt x="243746" y="57054"/>
                  <a:pt x="241441" y="51492"/>
                </a:cubicBezTo>
                <a:cubicBezTo>
                  <a:pt x="239108" y="45910"/>
                  <a:pt x="236336" y="41510"/>
                  <a:pt x="233078" y="38271"/>
                </a:cubicBezTo>
                <a:lnTo>
                  <a:pt x="206637" y="11839"/>
                </a:lnTo>
                <a:cubicBezTo>
                  <a:pt x="203398" y="8582"/>
                  <a:pt x="198988" y="5801"/>
                  <a:pt x="193425" y="3477"/>
                </a:cubicBezTo>
                <a:cubicBezTo>
                  <a:pt x="187872" y="1162"/>
                  <a:pt x="182748" y="0"/>
                  <a:pt x="178109" y="0"/>
                </a:cubicBezTo>
                <a:lnTo>
                  <a:pt x="61227" y="0"/>
                </a:lnTo>
                <a:cubicBezTo>
                  <a:pt x="56588" y="0"/>
                  <a:pt x="52645" y="1629"/>
                  <a:pt x="49406" y="4877"/>
                </a:cubicBezTo>
                <a:cubicBezTo>
                  <a:pt x="46149" y="8115"/>
                  <a:pt x="44530" y="12059"/>
                  <a:pt x="44530" y="16697"/>
                </a:cubicBezTo>
                <a:lnTo>
                  <a:pt x="44530" y="111318"/>
                </a:lnTo>
                <a:lnTo>
                  <a:pt x="33404" y="111318"/>
                </a:lnTo>
                <a:cubicBezTo>
                  <a:pt x="24241" y="111318"/>
                  <a:pt x="16374" y="114604"/>
                  <a:pt x="9839" y="121157"/>
                </a:cubicBezTo>
                <a:cubicBezTo>
                  <a:pt x="3267" y="127701"/>
                  <a:pt x="0" y="135568"/>
                  <a:pt x="0" y="144722"/>
                </a:cubicBezTo>
                <a:lnTo>
                  <a:pt x="0" y="217073"/>
                </a:lnTo>
                <a:cubicBezTo>
                  <a:pt x="0" y="218597"/>
                  <a:pt x="552" y="219883"/>
                  <a:pt x="1657" y="220988"/>
                </a:cubicBezTo>
                <a:cubicBezTo>
                  <a:pt x="2743" y="222102"/>
                  <a:pt x="4058" y="222645"/>
                  <a:pt x="5563" y="222645"/>
                </a:cubicBezTo>
                <a:lnTo>
                  <a:pt x="44530" y="222645"/>
                </a:lnTo>
                <a:lnTo>
                  <a:pt x="44530" y="250477"/>
                </a:lnTo>
                <a:cubicBezTo>
                  <a:pt x="44530" y="255115"/>
                  <a:pt x="46149" y="259059"/>
                  <a:pt x="49406" y="262297"/>
                </a:cubicBezTo>
                <a:cubicBezTo>
                  <a:pt x="52645" y="265536"/>
                  <a:pt x="56588" y="267174"/>
                  <a:pt x="61227" y="267174"/>
                </a:cubicBezTo>
                <a:lnTo>
                  <a:pt x="228211" y="267174"/>
                </a:lnTo>
                <a:cubicBezTo>
                  <a:pt x="232850" y="267174"/>
                  <a:pt x="236793" y="265536"/>
                  <a:pt x="240032" y="262297"/>
                </a:cubicBezTo>
                <a:cubicBezTo>
                  <a:pt x="243289" y="259049"/>
                  <a:pt x="244908" y="255115"/>
                  <a:pt x="244908" y="250477"/>
                </a:cubicBezTo>
                <a:lnTo>
                  <a:pt x="244908" y="222645"/>
                </a:lnTo>
                <a:lnTo>
                  <a:pt x="283875" y="222645"/>
                </a:lnTo>
                <a:cubicBezTo>
                  <a:pt x="285380" y="222645"/>
                  <a:pt x="286695" y="222102"/>
                  <a:pt x="287781" y="220988"/>
                </a:cubicBezTo>
                <a:cubicBezTo>
                  <a:pt x="288895" y="219883"/>
                  <a:pt x="289438" y="218597"/>
                  <a:pt x="289438" y="217073"/>
                </a:cubicBezTo>
                <a:lnTo>
                  <a:pt x="289438" y="144722"/>
                </a:lnTo>
                <a:cubicBezTo>
                  <a:pt x="289438" y="135568"/>
                  <a:pt x="286171" y="127701"/>
                  <a:pt x="279618" y="121157"/>
                </a:cubicBezTo>
                <a:cubicBezTo>
                  <a:pt x="279618" y="121157"/>
                  <a:pt x="279618" y="121157"/>
                  <a:pt x="279618" y="12115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7"/>
          <p:cNvSpPr txBox="1"/>
          <p:nvPr/>
        </p:nvSpPr>
        <p:spPr>
          <a:xfrm>
            <a:off x="8527567" y="2957772"/>
            <a:ext cx="1517874" cy="1349329"/>
          </a:xfrm>
          <a:custGeom>
            <a:avLst/>
            <a:gdLst>
              <a:gd name="connsiteX0" fmla="*/ 0 w 1517874"/>
              <a:gd name="connsiteY0" fmla="*/ 381810 h 1349329"/>
              <a:gd name="connsiteX1" fmla="*/ 841715 w 1517874"/>
              <a:gd name="connsiteY1" fmla="*/ 381810 h 1349329"/>
              <a:gd name="connsiteX2" fmla="*/ 1006088 w 1517874"/>
              <a:gd name="connsiteY2" fmla="*/ 381810 h 1349329"/>
              <a:gd name="connsiteX3" fmla="*/ 1137628 w 1517874"/>
              <a:gd name="connsiteY3" fmla="*/ 839895 h 1349329"/>
              <a:gd name="connsiteX4" fmla="*/ 838200 w 1517874"/>
              <a:gd name="connsiteY4" fmla="*/ 1349331 h 1349329"/>
              <a:gd name="connsiteX5" fmla="*/ 1210713 w 1517874"/>
              <a:gd name="connsiteY5" fmla="*/ 1349331 h 1349329"/>
              <a:gd name="connsiteX6" fmla="*/ 1517875 w 1517874"/>
              <a:gd name="connsiteY6" fmla="*/ 299352 h 1349329"/>
              <a:gd name="connsiteX7" fmla="*/ 0 w 1517874"/>
              <a:gd name="connsiteY7" fmla="*/ 0 h 1349329"/>
              <a:gd name="connsiteX8" fmla="*/ 0 w 1517874"/>
              <a:gd name="connsiteY8" fmla="*/ 0 h 134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7875" h="1349331">
                <a:moveTo>
                  <a:pt x="0" y="381810"/>
                </a:moveTo>
                <a:lnTo>
                  <a:pt x="841715" y="381810"/>
                </a:lnTo>
                <a:cubicBezTo>
                  <a:pt x="1006088" y="381810"/>
                  <a:pt x="1137628" y="511054"/>
                  <a:pt x="1137628" y="675475"/>
                </a:cubicBezTo>
                <a:cubicBezTo>
                  <a:pt x="1137628" y="839895"/>
                  <a:pt x="1005802" y="969083"/>
                  <a:pt x="838200" y="969083"/>
                </a:cubicBezTo>
                <a:lnTo>
                  <a:pt x="838200" y="1349331"/>
                </a:lnTo>
                <a:cubicBezTo>
                  <a:pt x="1210713" y="1349331"/>
                  <a:pt x="1517875" y="1048226"/>
                  <a:pt x="1517875" y="673789"/>
                </a:cubicBezTo>
                <a:cubicBezTo>
                  <a:pt x="1517875" y="299352"/>
                  <a:pt x="1214085" y="0"/>
                  <a:pt x="839610" y="0"/>
                </a:cubicBezTo>
                <a:lnTo>
                  <a:pt x="0" y="0"/>
                </a:lnTo>
                <a:cubicBezTo>
                  <a:pt x="0" y="0"/>
                  <a:pt x="0" y="381810"/>
                  <a:pt x="0" y="381810"/>
                </a:cubicBezTo>
                <a:close/>
              </a:path>
            </a:pathLst>
          </a:custGeom>
          <a:solidFill>
            <a:srgbClr val="F2F2F2">
              <a:alpha val="100000"/>
            </a:srgbClr>
          </a:solidFill>
          <a:ln w="17462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8"/>
          <p:cNvSpPr txBox="1"/>
          <p:nvPr/>
        </p:nvSpPr>
        <p:spPr>
          <a:xfrm>
            <a:off x="8212228" y="2808073"/>
            <a:ext cx="648880" cy="648880"/>
          </a:xfrm>
          <a:prstGeom prst="roundRect"/>
          <a:solidFill>
            <a:srgbClr val="21A5B1">
              <a:alpha val="100000"/>
            </a:srgbClr>
          </a:solidFill>
          <a:ln w="23812">
            <a:solidFill>
              <a:srgbClr val="D8D8D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9"/>
          <p:cNvSpPr txBox="1"/>
          <p:nvPr/>
        </p:nvSpPr>
        <p:spPr>
          <a:xfrm>
            <a:off x="8394453" y="2990298"/>
            <a:ext cx="284431" cy="284431"/>
          </a:xfrm>
          <a:custGeom>
            <a:avLst/>
            <a:gdLst>
              <a:gd name="connsiteX0" fmla="*/ 34271 w 284431"/>
              <a:gd name="connsiteY0" fmla="*/ 111378 h 284431"/>
              <a:gd name="connsiteX1" fmla="*/ 34271 w 284431"/>
              <a:gd name="connsiteY1" fmla="*/ 68781 h 284431"/>
              <a:gd name="connsiteX2" fmla="*/ 153945 w 284431"/>
              <a:gd name="connsiteY2" fmla="*/ 34262 h 284431"/>
              <a:gd name="connsiteX3" fmla="*/ 191902 w 284431"/>
              <a:gd name="connsiteY3" fmla="*/ 157384 h 284431"/>
              <a:gd name="connsiteX4" fmla="*/ 72200 w 284431"/>
              <a:gd name="connsiteY4" fmla="*/ 191904 h 284431"/>
              <a:gd name="connsiteX0" fmla="*/ 278037 w 284431"/>
              <a:gd name="connsiteY0" fmla="*/ 240634 h 284431"/>
              <a:gd name="connsiteX1" fmla="*/ 210009 w 284431"/>
              <a:gd name="connsiteY1" fmla="*/ 172615 h 284431"/>
              <a:gd name="connsiteX2" fmla="*/ 220258 w 284431"/>
              <a:gd name="connsiteY2" fmla="*/ 155756 h 284431"/>
              <a:gd name="connsiteX3" fmla="*/ 226173 w 284431"/>
              <a:gd name="connsiteY3" fmla="*/ 53284 h 284431"/>
              <a:gd name="connsiteX4" fmla="*/ 49854 w 284431"/>
              <a:gd name="connsiteY4" fmla="*/ 0 h 284431"/>
              <a:gd name="connsiteX5" fmla="*/ 0 w 284431"/>
              <a:gd name="connsiteY5" fmla="*/ 172882 h 284431"/>
              <a:gd name="connsiteX6" fmla="*/ 135247 w 284431"/>
              <a:gd name="connsiteY6" fmla="*/ 226166 h 284431"/>
              <a:gd name="connsiteX7" fmla="*/ 239242 w 284431"/>
              <a:gd name="connsiteY7" fmla="*/ 279402 h 284431"/>
              <a:gd name="connsiteX8" fmla="*/ 245947 w 284431"/>
              <a:gd name="connsiteY8" fmla="*/ 286107 h 284431"/>
              <a:gd name="connsiteX9" fmla="*/ 280457 w 284431"/>
              <a:gd name="connsiteY9" fmla="*/ 262466 h 284431"/>
              <a:gd name="connsiteX10" fmla="*/ 287163 w 284431"/>
              <a:gd name="connsiteY10" fmla="*/ 255760 h 2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4431" h="284431">
                <a:moveTo>
                  <a:pt x="34271" y="111378"/>
                </a:moveTo>
                <a:cubicBezTo>
                  <a:pt x="34271" y="68781"/>
                  <a:pt x="68781" y="34262"/>
                  <a:pt x="111358" y="34262"/>
                </a:cubicBezTo>
                <a:cubicBezTo>
                  <a:pt x="153945" y="34262"/>
                  <a:pt x="191902" y="72201"/>
                  <a:pt x="191902" y="114788"/>
                </a:cubicBezTo>
                <a:cubicBezTo>
                  <a:pt x="191902" y="157384"/>
                  <a:pt x="157383" y="191904"/>
                  <a:pt x="114796" y="191904"/>
                </a:cubicBezTo>
                <a:cubicBezTo>
                  <a:pt x="72200" y="191904"/>
                  <a:pt x="34271" y="153965"/>
                  <a:pt x="34271" y="111378"/>
                </a:cubicBezTo>
                <a:close/>
              </a:path>
              <a:path w="284431" h="284431">
                <a:moveTo>
                  <a:pt x="278037" y="240634"/>
                </a:moveTo>
                <a:lnTo>
                  <a:pt x="210009" y="172615"/>
                </a:lnTo>
                <a:cubicBezTo>
                  <a:pt x="220258" y="155756"/>
                  <a:pt x="226173" y="135962"/>
                  <a:pt x="226173" y="114788"/>
                </a:cubicBezTo>
                <a:cubicBezTo>
                  <a:pt x="226173" y="53284"/>
                  <a:pt x="172880" y="0"/>
                  <a:pt x="111358" y="0"/>
                </a:cubicBezTo>
                <a:cubicBezTo>
                  <a:pt x="49854" y="0"/>
                  <a:pt x="0" y="49874"/>
                  <a:pt x="0" y="111378"/>
                </a:cubicBezTo>
                <a:cubicBezTo>
                  <a:pt x="0" y="172882"/>
                  <a:pt x="53283" y="226166"/>
                  <a:pt x="114796" y="226166"/>
                </a:cubicBezTo>
                <a:cubicBezTo>
                  <a:pt x="135247" y="226166"/>
                  <a:pt x="154402" y="220631"/>
                  <a:pt x="170861" y="211011"/>
                </a:cubicBezTo>
                <a:lnTo>
                  <a:pt x="239242" y="279402"/>
                </a:lnTo>
                <a:cubicBezTo>
                  <a:pt x="245947" y="286107"/>
                  <a:pt x="256806" y="286107"/>
                  <a:pt x="263483" y="279402"/>
                </a:cubicBezTo>
                <a:lnTo>
                  <a:pt x="280457" y="262466"/>
                </a:lnTo>
                <a:cubicBezTo>
                  <a:pt x="287163" y="255760"/>
                  <a:pt x="284724" y="247321"/>
                  <a:pt x="278037" y="24063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1" name="形状10"/>
          <p:cNvSpPr txBox="1"/>
          <p:nvPr/>
        </p:nvSpPr>
        <p:spPr>
          <a:xfrm>
            <a:off x="1345476" y="2155435"/>
            <a:ext cx="3844883" cy="2968547"/>
          </a:xfrm>
          <a:custGeom>
            <a:avLst/>
            <a:gdLst>
              <a:gd name="connsiteX0" fmla="*/ 1487398 w 3844883"/>
              <a:gd name="connsiteY0" fmla="*/ 386734 h 2968547"/>
              <a:gd name="connsiteX1" fmla="*/ 881294 w 3844883"/>
              <a:gd name="connsiteY1" fmla="*/ 386734 h 2968547"/>
              <a:gd name="connsiteX2" fmla="*/ 390537 w 3844883"/>
              <a:gd name="connsiteY2" fmla="*/ 2089118 h 2968547"/>
              <a:gd name="connsiteX3" fmla="*/ 1488646 w 3844883"/>
              <a:gd name="connsiteY3" fmla="*/ 2968542 h 2968547"/>
              <a:gd name="connsiteX4" fmla="*/ 669115 w 3844883"/>
              <a:gd name="connsiteY4" fmla="*/ 2968542 h 2968547"/>
              <a:gd name="connsiteX5" fmla="*/ 2 w 3844883"/>
              <a:gd name="connsiteY5" fmla="*/ 663111 h 2968547"/>
              <a:gd name="connsiteX6" fmla="*/ 3844883 w 3844883"/>
              <a:gd name="connsiteY6" fmla="*/ 0 h 2968547"/>
              <a:gd name="connsiteX7" fmla="*/ 3844883 w 3844883"/>
              <a:gd name="connsiteY7" fmla="*/ 391135 h 2968547"/>
              <a:gd name="connsiteX8" fmla="*/ 1488646 w 3844883"/>
              <a:gd name="connsiteY8" fmla="*/ 391135 h 296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44881" h="2968542" fill="none" stroke="1">
                <a:moveTo>
                  <a:pt x="1487398" y="386734"/>
                </a:moveTo>
                <a:cubicBezTo>
                  <a:pt x="881294" y="386734"/>
                  <a:pt x="390537" y="876824"/>
                  <a:pt x="390537" y="1482900"/>
                </a:cubicBezTo>
                <a:cubicBezTo>
                  <a:pt x="390537" y="2089118"/>
                  <a:pt x="883256" y="2579199"/>
                  <a:pt x="1488646" y="2579199"/>
                </a:cubicBezTo>
                <a:lnTo>
                  <a:pt x="1488646" y="2968542"/>
                </a:lnTo>
                <a:cubicBezTo>
                  <a:pt x="669115" y="2968542"/>
                  <a:pt x="2" y="2305431"/>
                  <a:pt x="2" y="1484271"/>
                </a:cubicBezTo>
                <a:cubicBezTo>
                  <a:pt x="2" y="663111"/>
                  <a:pt x="663781" y="0"/>
                  <a:pt x="1484912" y="0"/>
                </a:cubicBezTo>
                <a:lnTo>
                  <a:pt x="3844883" y="0"/>
                </a:lnTo>
                <a:lnTo>
                  <a:pt x="3844883" y="391135"/>
                </a:lnTo>
                <a:lnTo>
                  <a:pt x="1488646" y="391135"/>
                </a:lnTo>
              </a:path>
            </a:pathLst>
          </a:custGeom>
          <a:solidFill>
            <a:srgbClr val="F2F2F2">
              <a:alpha val="100000"/>
            </a:srgbClr>
          </a:solidFill>
          <a:ln w="17462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2" name="形状11"/>
          <p:cNvSpPr txBox="1"/>
          <p:nvPr/>
        </p:nvSpPr>
        <p:spPr>
          <a:xfrm>
            <a:off x="5009609" y="2019741"/>
            <a:ext cx="648880" cy="648880"/>
          </a:xfrm>
          <a:prstGeom prst="roundRect"/>
          <a:solidFill>
            <a:srgbClr val="FE672E">
              <a:alpha val="100000"/>
            </a:srgbClr>
          </a:solidFill>
          <a:ln w="2381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形状12"/>
          <p:cNvSpPr txBox="1"/>
          <p:nvPr/>
        </p:nvSpPr>
        <p:spPr>
          <a:xfrm>
            <a:off x="5200462" y="2223966"/>
            <a:ext cx="267175" cy="240429"/>
          </a:xfrm>
          <a:custGeom>
            <a:avLst/>
            <a:gdLst>
              <a:gd name="connsiteX0" fmla="*/ 99221 w 267175"/>
              <a:gd name="connsiteY0" fmla="*/ 130130 h 240429"/>
              <a:gd name="connsiteX1" fmla="*/ 99221 w 267175"/>
              <a:gd name="connsiteY1" fmla="*/ 149780 h 240429"/>
              <a:gd name="connsiteX2" fmla="*/ 49387 w 267175"/>
              <a:gd name="connsiteY2" fmla="*/ 154514 h 240429"/>
              <a:gd name="connsiteX3" fmla="*/ 19717 w 267175"/>
              <a:gd name="connsiteY3" fmla="*/ 199710 h 240429"/>
              <a:gd name="connsiteX4" fmla="*/ 192214 w 267175"/>
              <a:gd name="connsiteY4" fmla="*/ 220741 h 240429"/>
              <a:gd name="connsiteX5" fmla="*/ 232780 w 267175"/>
              <a:gd name="connsiteY5" fmla="*/ 171811 h 240429"/>
              <a:gd name="connsiteX6" fmla="*/ 154285 w 267175"/>
              <a:gd name="connsiteY6" fmla="*/ 130216 h 240429"/>
              <a:gd name="connsiteX7" fmla="*/ 205777 w 267175"/>
              <a:gd name="connsiteY7" fmla="*/ 135226 h 240429"/>
              <a:gd name="connsiteX8" fmla="*/ 252449 w 267175"/>
              <a:gd name="connsiteY8" fmla="*/ 220855 h 240429"/>
              <a:gd name="connsiteX9" fmla="*/ 65055 w 267175"/>
              <a:gd name="connsiteY9" fmla="*/ 240429 h 240429"/>
              <a:gd name="connsiteX10" fmla="*/ 0 w 267175"/>
              <a:gd name="connsiteY10" fmla="*/ 153704 h 240429"/>
              <a:gd name="connsiteX0" fmla="*/ 126758 w 267175"/>
              <a:gd name="connsiteY0" fmla="*/ 0 h 240429"/>
              <a:gd name="connsiteX1" fmla="*/ 132225 w 267175"/>
              <a:gd name="connsiteY1" fmla="*/ 0 h 240429"/>
              <a:gd name="connsiteX2" fmla="*/ 136674 w 267175"/>
              <a:gd name="connsiteY2" fmla="*/ 15888 h 240429"/>
              <a:gd name="connsiteX3" fmla="*/ 144856 w 267175"/>
              <a:gd name="connsiteY3" fmla="*/ 11478 h 240429"/>
              <a:gd name="connsiteX4" fmla="*/ 171535 w 267175"/>
              <a:gd name="connsiteY4" fmla="*/ 9258 h 240429"/>
              <a:gd name="connsiteX5" fmla="*/ 196033 w 267175"/>
              <a:gd name="connsiteY5" fmla="*/ 19488 h 240429"/>
              <a:gd name="connsiteX6" fmla="*/ 221665 w 267175"/>
              <a:gd name="connsiteY6" fmla="*/ 21507 h 240429"/>
              <a:gd name="connsiteX7" fmla="*/ 253850 w 267175"/>
              <a:gd name="connsiteY7" fmla="*/ 8087 h 240429"/>
              <a:gd name="connsiteX8" fmla="*/ 255145 w 267175"/>
              <a:gd name="connsiteY8" fmla="*/ 7477 h 240429"/>
              <a:gd name="connsiteX9" fmla="*/ 259603 w 267175"/>
              <a:gd name="connsiteY9" fmla="*/ 7153 h 240429"/>
              <a:gd name="connsiteX10" fmla="*/ 265518 w 267175"/>
              <a:gd name="connsiteY10" fmla="*/ 10268 h 240429"/>
              <a:gd name="connsiteX11" fmla="*/ 267175 w 267175"/>
              <a:gd name="connsiteY11" fmla="*/ 76647 h 240429"/>
              <a:gd name="connsiteX12" fmla="*/ 267175 w 267175"/>
              <a:gd name="connsiteY12" fmla="*/ 80200 h 240429"/>
              <a:gd name="connsiteX13" fmla="*/ 237495 w 267175"/>
              <a:gd name="connsiteY13" fmla="*/ 96821 h 240429"/>
              <a:gd name="connsiteX14" fmla="*/ 229885 w 267175"/>
              <a:gd name="connsiteY14" fmla="*/ 100498 h 240429"/>
              <a:gd name="connsiteX15" fmla="*/ 204739 w 267175"/>
              <a:gd name="connsiteY15" fmla="*/ 102317 h 240429"/>
              <a:gd name="connsiteX16" fmla="*/ 180203 w 267175"/>
              <a:gd name="connsiteY16" fmla="*/ 92125 h 240429"/>
              <a:gd name="connsiteX17" fmla="*/ 153885 w 267175"/>
              <a:gd name="connsiteY17" fmla="*/ 90068 h 240429"/>
              <a:gd name="connsiteX18" fmla="*/ 136674 w 267175"/>
              <a:gd name="connsiteY18" fmla="*/ 187204 h 240429"/>
              <a:gd name="connsiteX19" fmla="*/ 136674 w 267175"/>
              <a:gd name="connsiteY19" fmla="*/ 192661 h 240429"/>
              <a:gd name="connsiteX20" fmla="*/ 121291 w 267175"/>
              <a:gd name="connsiteY20" fmla="*/ 197071 h 240429"/>
              <a:gd name="connsiteX21" fmla="*/ 116833 w 267175"/>
              <a:gd name="connsiteY21" fmla="*/ 9906 h 240429"/>
              <a:gd name="connsiteX22" fmla="*/ 116833 w 267175"/>
              <a:gd name="connsiteY22" fmla="*/ 4410 h 240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67175" h="240429">
                <a:moveTo>
                  <a:pt x="99221" y="130130"/>
                </a:moveTo>
                <a:lnTo>
                  <a:pt x="99221" y="149780"/>
                </a:lnTo>
                <a:cubicBezTo>
                  <a:pt x="49387" y="154514"/>
                  <a:pt x="19717" y="171735"/>
                  <a:pt x="19717" y="184632"/>
                </a:cubicBezTo>
                <a:cubicBezTo>
                  <a:pt x="19717" y="199710"/>
                  <a:pt x="60236" y="220741"/>
                  <a:pt x="126225" y="220741"/>
                </a:cubicBezTo>
                <a:cubicBezTo>
                  <a:pt x="192214" y="220741"/>
                  <a:pt x="232780" y="199710"/>
                  <a:pt x="232780" y="184632"/>
                </a:cubicBezTo>
                <a:cubicBezTo>
                  <a:pt x="232780" y="171811"/>
                  <a:pt x="203472" y="154752"/>
                  <a:pt x="154285" y="149904"/>
                </a:cubicBezTo>
                <a:lnTo>
                  <a:pt x="154285" y="130216"/>
                </a:lnTo>
                <a:cubicBezTo>
                  <a:pt x="205777" y="135226"/>
                  <a:pt x="252449" y="153904"/>
                  <a:pt x="252449" y="184632"/>
                </a:cubicBezTo>
                <a:cubicBezTo>
                  <a:pt x="252449" y="220855"/>
                  <a:pt x="187432" y="240429"/>
                  <a:pt x="126225" y="240429"/>
                </a:cubicBezTo>
                <a:cubicBezTo>
                  <a:pt x="65055" y="240429"/>
                  <a:pt x="0" y="220855"/>
                  <a:pt x="0" y="184632"/>
                </a:cubicBezTo>
                <a:cubicBezTo>
                  <a:pt x="0" y="153704"/>
                  <a:pt x="47330" y="134978"/>
                  <a:pt x="99221" y="130130"/>
                </a:cubicBezTo>
                <a:close/>
              </a:path>
              <a:path w="267175" h="240429">
                <a:moveTo>
                  <a:pt x="126758" y="0"/>
                </a:moveTo>
                <a:cubicBezTo>
                  <a:pt x="132225" y="0"/>
                  <a:pt x="136674" y="4410"/>
                  <a:pt x="136674" y="9906"/>
                </a:cubicBezTo>
                <a:lnTo>
                  <a:pt x="136674" y="15888"/>
                </a:lnTo>
                <a:cubicBezTo>
                  <a:pt x="144856" y="11478"/>
                  <a:pt x="153885" y="9258"/>
                  <a:pt x="162915" y="9258"/>
                </a:cubicBezTo>
                <a:cubicBezTo>
                  <a:pt x="171535" y="9258"/>
                  <a:pt x="180203" y="11278"/>
                  <a:pt x="188099" y="15364"/>
                </a:cubicBezTo>
                <a:cubicBezTo>
                  <a:pt x="196033" y="19488"/>
                  <a:pt x="204739" y="21507"/>
                  <a:pt x="213445" y="21507"/>
                </a:cubicBezTo>
                <a:cubicBezTo>
                  <a:pt x="221665" y="21507"/>
                  <a:pt x="229923" y="19688"/>
                  <a:pt x="237495" y="16011"/>
                </a:cubicBezTo>
                <a:lnTo>
                  <a:pt x="253850" y="8087"/>
                </a:lnTo>
                <a:cubicBezTo>
                  <a:pt x="255145" y="7477"/>
                  <a:pt x="256526" y="7153"/>
                  <a:pt x="257898" y="7153"/>
                </a:cubicBezTo>
                <a:cubicBezTo>
                  <a:pt x="259603" y="7153"/>
                  <a:pt x="261298" y="7639"/>
                  <a:pt x="262841" y="8572"/>
                </a:cubicBezTo>
                <a:cubicBezTo>
                  <a:pt x="265518" y="10268"/>
                  <a:pt x="267175" y="13221"/>
                  <a:pt x="267175" y="16412"/>
                </a:cubicBezTo>
                <a:lnTo>
                  <a:pt x="267175" y="76647"/>
                </a:lnTo>
                <a:cubicBezTo>
                  <a:pt x="267175" y="80200"/>
                  <a:pt x="265146" y="83439"/>
                  <a:pt x="261946" y="84972"/>
                </a:cubicBezTo>
                <a:lnTo>
                  <a:pt x="237495" y="96821"/>
                </a:lnTo>
                <a:cubicBezTo>
                  <a:pt x="229885" y="100498"/>
                  <a:pt x="221665" y="102317"/>
                  <a:pt x="213445" y="102317"/>
                </a:cubicBezTo>
                <a:cubicBezTo>
                  <a:pt x="204739" y="102317"/>
                  <a:pt x="196033" y="100298"/>
                  <a:pt x="188099" y="96174"/>
                </a:cubicBezTo>
                <a:cubicBezTo>
                  <a:pt x="180203" y="92125"/>
                  <a:pt x="171535" y="90068"/>
                  <a:pt x="162915" y="90068"/>
                </a:cubicBezTo>
                <a:cubicBezTo>
                  <a:pt x="153885" y="90068"/>
                  <a:pt x="144856" y="92287"/>
                  <a:pt x="136674" y="96697"/>
                </a:cubicBezTo>
                <a:lnTo>
                  <a:pt x="136674" y="187204"/>
                </a:lnTo>
                <a:cubicBezTo>
                  <a:pt x="136674" y="192661"/>
                  <a:pt x="132225" y="197071"/>
                  <a:pt x="126758" y="197071"/>
                </a:cubicBezTo>
                <a:cubicBezTo>
                  <a:pt x="121291" y="197071"/>
                  <a:pt x="116833" y="192661"/>
                  <a:pt x="116833" y="187204"/>
                </a:cubicBezTo>
                <a:lnTo>
                  <a:pt x="116833" y="9906"/>
                </a:lnTo>
                <a:cubicBezTo>
                  <a:pt x="116833" y="4410"/>
                  <a:pt x="121291" y="0"/>
                  <a:pt x="12675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4" name="形状13"/>
          <p:cNvSpPr txBox="1"/>
          <p:nvPr/>
        </p:nvSpPr>
        <p:spPr>
          <a:xfrm flipH="0">
            <a:off x="1730913" y="2537271"/>
            <a:ext cx="2649211" cy="2195209"/>
          </a:xfrm>
          <a:custGeom>
            <a:avLst/>
            <a:gdLst>
              <a:gd name="connsiteX0" fmla="*/ 2649207 w 2649211"/>
              <a:gd name="connsiteY0" fmla="*/ 419634 h 2195209"/>
              <a:gd name="connsiteX1" fmla="*/ 1098192 w 2649211"/>
              <a:gd name="connsiteY1" fmla="*/ 419634 h 2195209"/>
              <a:gd name="connsiteX2" fmla="*/ 723745 w 2649211"/>
              <a:gd name="connsiteY2" fmla="*/ 419634 h 2195209"/>
              <a:gd name="connsiteX3" fmla="*/ 419697 w 2649211"/>
              <a:gd name="connsiteY3" fmla="*/ 1472013 h 2195209"/>
              <a:gd name="connsiteX4" fmla="*/ 1097087 w 2649211"/>
              <a:gd name="connsiteY4" fmla="*/ 2195209 h 2195209"/>
              <a:gd name="connsiteX5" fmla="*/ 491687 w 2649211"/>
              <a:gd name="connsiteY5" fmla="*/ 2195209 h 2195209"/>
              <a:gd name="connsiteX6" fmla="*/ -4 w 2649211"/>
              <a:gd name="connsiteY6" fmla="*/ 491386 h 2195209"/>
              <a:gd name="connsiteX7" fmla="*/ 2649207 w 2649211"/>
              <a:gd name="connsiteY7" fmla="*/ 0 h 2195209"/>
              <a:gd name="connsiteX8" fmla="*/ 2649207 w 2649211"/>
              <a:gd name="connsiteY8" fmla="*/ 0 h 219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9211" h="2195209">
                <a:moveTo>
                  <a:pt x="2649207" y="419634"/>
                </a:moveTo>
                <a:lnTo>
                  <a:pt x="1098192" y="419634"/>
                </a:lnTo>
                <a:cubicBezTo>
                  <a:pt x="723745" y="419634"/>
                  <a:pt x="419697" y="723196"/>
                  <a:pt x="419697" y="1097604"/>
                </a:cubicBezTo>
                <a:cubicBezTo>
                  <a:pt x="419697" y="1472013"/>
                  <a:pt x="724478" y="1775575"/>
                  <a:pt x="1097087" y="1775575"/>
                </a:cubicBezTo>
                <a:lnTo>
                  <a:pt x="1097087" y="2195209"/>
                </a:lnTo>
                <a:cubicBezTo>
                  <a:pt x="491687" y="2195209"/>
                  <a:pt x="-4" y="1703833"/>
                  <a:pt x="-4" y="1097604"/>
                </a:cubicBezTo>
                <a:cubicBezTo>
                  <a:pt x="-4" y="491386"/>
                  <a:pt x="491687" y="0"/>
                  <a:pt x="1097821" y="0"/>
                </a:cubicBezTo>
                <a:lnTo>
                  <a:pt x="2649207" y="0"/>
                </a:lnTo>
                <a:cubicBezTo>
                  <a:pt x="2649207" y="0"/>
                  <a:pt x="2649207" y="419634"/>
                  <a:pt x="2649207" y="419634"/>
                </a:cubicBezTo>
                <a:close/>
              </a:path>
            </a:pathLst>
          </a:custGeom>
          <a:solidFill>
            <a:srgbClr val="986F69">
              <a:alpha val="100000"/>
            </a:srgbClr>
          </a:solidFill>
          <a:ln w="17462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5" name="形状14"/>
          <p:cNvSpPr txBox="1"/>
          <p:nvPr/>
        </p:nvSpPr>
        <p:spPr>
          <a:xfrm>
            <a:off x="4170250" y="2420769"/>
            <a:ext cx="648880" cy="648880"/>
          </a:xfrm>
          <a:prstGeom prst="roundRect"/>
          <a:solidFill>
            <a:srgbClr val="986F69">
              <a:alpha val="100000"/>
            </a:srgbClr>
          </a:solidFill>
          <a:ln w="23812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6" name="形状15"/>
          <p:cNvSpPr txBox="1"/>
          <p:nvPr/>
        </p:nvSpPr>
        <p:spPr>
          <a:xfrm flipH="0">
            <a:off x="2146558" y="2957772"/>
            <a:ext cx="1517874" cy="1349329"/>
          </a:xfrm>
          <a:custGeom>
            <a:avLst/>
            <a:gdLst>
              <a:gd name="connsiteX0" fmla="*/ 1517875 w 1517874"/>
              <a:gd name="connsiteY0" fmla="*/ 381809 h 1349329"/>
              <a:gd name="connsiteX1" fmla="*/ 676161 w 1517874"/>
              <a:gd name="connsiteY1" fmla="*/ 381809 h 1349329"/>
              <a:gd name="connsiteX2" fmla="*/ 511789 w 1517874"/>
              <a:gd name="connsiteY2" fmla="*/ 381809 h 1349329"/>
              <a:gd name="connsiteX3" fmla="*/ 380249 w 1517874"/>
              <a:gd name="connsiteY3" fmla="*/ 839894 h 1349329"/>
              <a:gd name="connsiteX4" fmla="*/ 679676 w 1517874"/>
              <a:gd name="connsiteY4" fmla="*/ 1349329 h 1349329"/>
              <a:gd name="connsiteX5" fmla="*/ 307163 w 1517874"/>
              <a:gd name="connsiteY5" fmla="*/ 1349329 h 1349329"/>
              <a:gd name="connsiteX6" fmla="*/ 1 w 1517874"/>
              <a:gd name="connsiteY6" fmla="*/ 299351 h 1349329"/>
              <a:gd name="connsiteX7" fmla="*/ 1517875 w 1517874"/>
              <a:gd name="connsiteY7" fmla="*/ 0 h 1349329"/>
              <a:gd name="connsiteX8" fmla="*/ 1517875 w 1517874"/>
              <a:gd name="connsiteY8" fmla="*/ 0 h 1349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17874" h="1349329">
                <a:moveTo>
                  <a:pt x="1517875" y="381809"/>
                </a:moveTo>
                <a:lnTo>
                  <a:pt x="676161" y="381809"/>
                </a:lnTo>
                <a:cubicBezTo>
                  <a:pt x="511789" y="381809"/>
                  <a:pt x="380249" y="511054"/>
                  <a:pt x="380249" y="675474"/>
                </a:cubicBezTo>
                <a:cubicBezTo>
                  <a:pt x="380249" y="839894"/>
                  <a:pt x="512074" y="969082"/>
                  <a:pt x="679676" y="969082"/>
                </a:cubicBezTo>
                <a:lnTo>
                  <a:pt x="679676" y="1349329"/>
                </a:lnTo>
                <a:cubicBezTo>
                  <a:pt x="307163" y="1349329"/>
                  <a:pt x="1" y="1048225"/>
                  <a:pt x="1" y="673788"/>
                </a:cubicBezTo>
                <a:cubicBezTo>
                  <a:pt x="1" y="299351"/>
                  <a:pt x="303791" y="0"/>
                  <a:pt x="678266" y="0"/>
                </a:cubicBezTo>
                <a:lnTo>
                  <a:pt x="1517875" y="0"/>
                </a:lnTo>
                <a:cubicBezTo>
                  <a:pt x="1517875" y="0"/>
                  <a:pt x="1517875" y="381809"/>
                  <a:pt x="1517875" y="381809"/>
                </a:cubicBezTo>
                <a:close/>
              </a:path>
            </a:pathLst>
          </a:custGeom>
          <a:solidFill>
            <a:srgbClr val="F2F2F2">
              <a:alpha val="100000"/>
            </a:srgbClr>
          </a:solidFill>
          <a:ln w="17462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7" name="形状16"/>
          <p:cNvSpPr txBox="1"/>
          <p:nvPr/>
        </p:nvSpPr>
        <p:spPr>
          <a:xfrm>
            <a:off x="3330891" y="2808073"/>
            <a:ext cx="648880" cy="648880"/>
          </a:xfrm>
          <a:prstGeom prst="roundRect"/>
          <a:solidFill>
            <a:srgbClr val="21A5B1">
              <a:alpha val="100000"/>
            </a:srgbClr>
          </a:solidFill>
          <a:ln w="23812">
            <a:solidFill>
              <a:srgbClr val="D8D8D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8" name="形状17"/>
          <p:cNvSpPr txBox="1"/>
          <p:nvPr/>
        </p:nvSpPr>
        <p:spPr>
          <a:xfrm>
            <a:off x="3513342" y="2990298"/>
            <a:ext cx="283979" cy="284431"/>
          </a:xfrm>
          <a:custGeom>
            <a:avLst/>
            <a:gdLst>
              <a:gd name="connsiteX0" fmla="*/ 283775 w 283979"/>
              <a:gd name="connsiteY0" fmla="*/ 94648 h 284431"/>
              <a:gd name="connsiteX1" fmla="*/ 270518 w 283979"/>
              <a:gd name="connsiteY1" fmla="*/ 178524 h 284431"/>
              <a:gd name="connsiteX2" fmla="*/ 147443 w 283979"/>
              <a:gd name="connsiteY2" fmla="*/ 283488 h 284431"/>
              <a:gd name="connsiteX3" fmla="*/ 138922 w 283979"/>
              <a:gd name="connsiteY3" fmla="*/ 284431 h 284431"/>
              <a:gd name="connsiteX4" fmla="*/ 63176 w 283979"/>
              <a:gd name="connsiteY4" fmla="*/ 248818 h 284431"/>
              <a:gd name="connsiteX5" fmla="*/ -1205 w 283979"/>
              <a:gd name="connsiteY5" fmla="*/ 85285 h 284431"/>
              <a:gd name="connsiteX6" fmla="*/ 59392 w 283979"/>
              <a:gd name="connsiteY6" fmla="*/ 61854 h 284431"/>
              <a:gd name="connsiteX7" fmla="*/ 131343 w 283979"/>
              <a:gd name="connsiteY7" fmla="*/ 2343 h 284431"/>
              <a:gd name="connsiteX8" fmla="*/ 141756 w 283979"/>
              <a:gd name="connsiteY8" fmla="*/ 0 h 284431"/>
              <a:gd name="connsiteX9" fmla="*/ 147443 w 283979"/>
              <a:gd name="connsiteY9" fmla="*/ 0 h 284431"/>
              <a:gd name="connsiteX10" fmla="*/ 184840 w 283979"/>
              <a:gd name="connsiteY10" fmla="*/ 38423 h 284431"/>
              <a:gd name="connsiteX11" fmla="*/ 279039 w 283979"/>
              <a:gd name="connsiteY11" fmla="*/ 76380 h 2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3979" h="284431">
                <a:moveTo>
                  <a:pt x="283775" y="94648"/>
                </a:moveTo>
                <a:cubicBezTo>
                  <a:pt x="270518" y="178524"/>
                  <a:pt x="220345" y="248818"/>
                  <a:pt x="150277" y="282555"/>
                </a:cubicBezTo>
                <a:cubicBezTo>
                  <a:pt x="147443" y="283488"/>
                  <a:pt x="144599" y="284431"/>
                  <a:pt x="141756" y="284431"/>
                </a:cubicBezTo>
                <a:cubicBezTo>
                  <a:pt x="138922" y="284431"/>
                  <a:pt x="136078" y="283488"/>
                  <a:pt x="133715" y="282555"/>
                </a:cubicBezTo>
                <a:cubicBezTo>
                  <a:pt x="63176" y="248818"/>
                  <a:pt x="13474" y="178524"/>
                  <a:pt x="217" y="94648"/>
                </a:cubicBezTo>
                <a:cubicBezTo>
                  <a:pt x="-1205" y="85285"/>
                  <a:pt x="4473" y="76380"/>
                  <a:pt x="13944" y="73570"/>
                </a:cubicBezTo>
                <a:cubicBezTo>
                  <a:pt x="59392" y="61854"/>
                  <a:pt x="98681" y="38423"/>
                  <a:pt x="127558" y="6096"/>
                </a:cubicBezTo>
                <a:cubicBezTo>
                  <a:pt x="131343" y="2343"/>
                  <a:pt x="136549" y="0"/>
                  <a:pt x="141756" y="0"/>
                </a:cubicBezTo>
                <a:lnTo>
                  <a:pt x="141756" y="0"/>
                </a:lnTo>
                <a:cubicBezTo>
                  <a:pt x="147443" y="0"/>
                  <a:pt x="152649" y="2343"/>
                  <a:pt x="155963" y="6096"/>
                </a:cubicBezTo>
                <a:cubicBezTo>
                  <a:pt x="184840" y="38423"/>
                  <a:pt x="224130" y="61854"/>
                  <a:pt x="270048" y="73570"/>
                </a:cubicBezTo>
                <a:cubicBezTo>
                  <a:pt x="279039" y="76380"/>
                  <a:pt x="285197" y="85285"/>
                  <a:pt x="283775" y="946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9" name="形状18"/>
          <p:cNvSpPr txBox="1"/>
          <p:nvPr/>
        </p:nvSpPr>
        <p:spPr>
          <a:xfrm>
            <a:off x="4395862" y="2604026"/>
            <a:ext cx="197657" cy="282367"/>
          </a:xfrm>
          <a:custGeom>
            <a:avLst/>
            <a:gdLst>
              <a:gd name="connsiteX0" fmla="*/ 17707 w 197657"/>
              <a:gd name="connsiteY0" fmla="*/ 279006 h 282367"/>
              <a:gd name="connsiteX1" fmla="*/ 22022 w 197657"/>
              <a:gd name="connsiteY1" fmla="*/ 264871 h 282367"/>
              <a:gd name="connsiteX2" fmla="*/ 75552 w 197657"/>
              <a:gd name="connsiteY2" fmla="*/ 209998 h 282367"/>
              <a:gd name="connsiteX3" fmla="*/ 95936 w 197657"/>
              <a:gd name="connsiteY3" fmla="*/ 183004 h 282367"/>
              <a:gd name="connsiteX4" fmla="*/ 74733 w 197657"/>
              <a:gd name="connsiteY4" fmla="*/ 150209 h 282367"/>
              <a:gd name="connsiteX5" fmla="*/ 119501 w 197657"/>
              <a:gd name="connsiteY5" fmla="*/ 122130 h 282367"/>
              <a:gd name="connsiteX6" fmla="*/ 124263 w 197657"/>
              <a:gd name="connsiteY6" fmla="*/ 89030 h 282367"/>
              <a:gd name="connsiteX7" fmla="*/ 195415 w 197657"/>
              <a:gd name="connsiteY7" fmla="*/ 61970 h 282367"/>
              <a:gd name="connsiteX8" fmla="*/ 190795 w 197657"/>
              <a:gd name="connsiteY8" fmla="*/ 15307 h 282367"/>
              <a:gd name="connsiteX9" fmla="*/ 123053 w 197657"/>
              <a:gd name="connsiteY9" fmla="*/ 1676 h 282367"/>
              <a:gd name="connsiteX10" fmla="*/ 78667 w 197657"/>
              <a:gd name="connsiteY10" fmla="*/ 68056 h 282367"/>
              <a:gd name="connsiteX11" fmla="*/ 76219 w 197657"/>
              <a:gd name="connsiteY11" fmla="*/ 17650 h 282367"/>
              <a:gd name="connsiteX12" fmla="*/ 23346 w 197657"/>
              <a:gd name="connsiteY12" fmla="*/ 91230 h 282367"/>
              <a:gd name="connsiteX13" fmla="*/ 29718 w 197657"/>
              <a:gd name="connsiteY13" fmla="*/ 174698 h 282367"/>
              <a:gd name="connsiteX14" fmla="*/ -3058 w 197657"/>
              <a:gd name="connsiteY14" fmla="*/ 145466 h 282367"/>
              <a:gd name="connsiteX15" fmla="*/ 11011 w 197657"/>
              <a:gd name="connsiteY15" fmla="*/ 231315 h 282367"/>
              <a:gd name="connsiteX16" fmla="*/ 5258 w 197657"/>
              <a:gd name="connsiteY16" fmla="*/ 282845 h 282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7660" h="282376">
                <a:moveTo>
                  <a:pt x="17707" y="279006"/>
                </a:moveTo>
                <a:cubicBezTo>
                  <a:pt x="22022" y="264871"/>
                  <a:pt x="28575" y="244964"/>
                  <a:pt x="37348" y="216170"/>
                </a:cubicBezTo>
                <a:cubicBezTo>
                  <a:pt x="75552" y="209998"/>
                  <a:pt x="91383" y="221075"/>
                  <a:pt x="115643" y="176841"/>
                </a:cubicBezTo>
                <a:cubicBezTo>
                  <a:pt x="95936" y="183004"/>
                  <a:pt x="72190" y="165430"/>
                  <a:pt x="73466" y="157829"/>
                </a:cubicBezTo>
                <a:cubicBezTo>
                  <a:pt x="74733" y="150209"/>
                  <a:pt x="128711" y="163325"/>
                  <a:pt x="164040" y="112109"/>
                </a:cubicBezTo>
                <a:cubicBezTo>
                  <a:pt x="119501" y="122130"/>
                  <a:pt x="105261" y="100070"/>
                  <a:pt x="111004" y="96736"/>
                </a:cubicBezTo>
                <a:cubicBezTo>
                  <a:pt x="124263" y="89030"/>
                  <a:pt x="163620" y="93536"/>
                  <a:pt x="184594" y="72685"/>
                </a:cubicBezTo>
                <a:cubicBezTo>
                  <a:pt x="195415" y="61970"/>
                  <a:pt x="200473" y="35862"/>
                  <a:pt x="196072" y="26546"/>
                </a:cubicBezTo>
                <a:cubicBezTo>
                  <a:pt x="190795" y="15307"/>
                  <a:pt x="158572" y="-1476"/>
                  <a:pt x="140827" y="95"/>
                </a:cubicBezTo>
                <a:cubicBezTo>
                  <a:pt x="123053" y="1676"/>
                  <a:pt x="95193" y="69123"/>
                  <a:pt x="86935" y="68590"/>
                </a:cubicBezTo>
                <a:cubicBezTo>
                  <a:pt x="78667" y="68056"/>
                  <a:pt x="77019" y="38386"/>
                  <a:pt x="91430" y="10792"/>
                </a:cubicBezTo>
                <a:cubicBezTo>
                  <a:pt x="76219" y="17650"/>
                  <a:pt x="48358" y="39014"/>
                  <a:pt x="39614" y="57264"/>
                </a:cubicBezTo>
                <a:cubicBezTo>
                  <a:pt x="23346" y="91230"/>
                  <a:pt x="41138" y="169135"/>
                  <a:pt x="35433" y="171907"/>
                </a:cubicBezTo>
                <a:cubicBezTo>
                  <a:pt x="29718" y="174698"/>
                  <a:pt x="10506" y="136150"/>
                  <a:pt x="4762" y="118701"/>
                </a:cubicBezTo>
                <a:cubicBezTo>
                  <a:pt x="-3058" y="145466"/>
                  <a:pt x="-3248" y="172288"/>
                  <a:pt x="19641" y="207931"/>
                </a:cubicBezTo>
                <a:cubicBezTo>
                  <a:pt x="11011" y="231315"/>
                  <a:pt x="6286" y="258223"/>
                  <a:pt x="5582" y="271891"/>
                </a:cubicBezTo>
                <a:cubicBezTo>
                  <a:pt x="5258" y="282845"/>
                  <a:pt x="15802" y="285198"/>
                  <a:pt x="17707" y="279006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0" name="形状19"/>
          <p:cNvSpPr txBox="1"/>
          <p:nvPr/>
        </p:nvSpPr>
        <p:spPr>
          <a:xfrm>
            <a:off x="1753874" y="5564209"/>
            <a:ext cx="8684252" cy="293958"/>
          </a:xfrm>
          <a:custGeom>
            <a:avLst/>
            <a:gdLst>
              <a:gd name="connsiteX0" fmla="*/ 8284216 w 8684252"/>
              <a:gd name="connsiteY0" fmla="*/ 74200 h 293958"/>
              <a:gd name="connsiteX1" fmla="*/ 7884176 w 8684252"/>
              <a:gd name="connsiteY1" fmla="*/ 74200 h 293958"/>
              <a:gd name="connsiteX2" fmla="*/ 4342124 w 8684252"/>
              <a:gd name="connsiteY2" fmla="*/ 74200 h 293958"/>
              <a:gd name="connsiteX3" fmla="*/ 800081 w 8684252"/>
              <a:gd name="connsiteY3" fmla="*/ 74200 h 293958"/>
              <a:gd name="connsiteX4" fmla="*/ 400040 w 8684252"/>
              <a:gd name="connsiteY4" fmla="*/ 74200 h 293958"/>
              <a:gd name="connsiteX5" fmla="*/ 400040 w 8684252"/>
              <a:gd name="connsiteY5" fmla="*/ 74200 h 293958"/>
              <a:gd name="connsiteX6" fmla="*/ 0 w 8684252"/>
              <a:gd name="connsiteY6" fmla="*/ 0 h 293958"/>
              <a:gd name="connsiteX7" fmla="*/ 0 w 8684252"/>
              <a:gd name="connsiteY7" fmla="*/ 195472 h 293958"/>
              <a:gd name="connsiteX8" fmla="*/ 4342124 w 8684252"/>
              <a:gd name="connsiteY8" fmla="*/ 293961 h 293958"/>
              <a:gd name="connsiteX9" fmla="*/ 8284216 w 8684252"/>
              <a:gd name="connsiteY9" fmla="*/ 293961 h 293958"/>
              <a:gd name="connsiteX10" fmla="*/ 8505339 w 8684252"/>
              <a:gd name="connsiteY10" fmla="*/ 293961 h 293958"/>
              <a:gd name="connsiteX11" fmla="*/ 8684247 w 8684252"/>
              <a:gd name="connsiteY11" fmla="*/ 48444 h 293958"/>
              <a:gd name="connsiteX12" fmla="*/ 8577710 w 8684252"/>
              <a:gd name="connsiteY12" fmla="*/ 69532 h 293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684247" h="293961">
                <a:moveTo>
                  <a:pt x="8284216" y="74200"/>
                </a:moveTo>
                <a:lnTo>
                  <a:pt x="7884176" y="74200"/>
                </a:lnTo>
                <a:lnTo>
                  <a:pt x="4342124" y="74200"/>
                </a:lnTo>
                <a:lnTo>
                  <a:pt x="800081" y="74200"/>
                </a:lnTo>
                <a:lnTo>
                  <a:pt x="400040" y="74200"/>
                </a:lnTo>
                <a:cubicBezTo>
                  <a:pt x="400040" y="74200"/>
                  <a:pt x="106547" y="69532"/>
                  <a:pt x="0" y="0"/>
                </a:cubicBezTo>
                <a:cubicBezTo>
                  <a:pt x="0" y="0"/>
                  <a:pt x="0" y="48444"/>
                  <a:pt x="0" y="74200"/>
                </a:cubicBezTo>
                <a:cubicBezTo>
                  <a:pt x="0" y="195472"/>
                  <a:pt x="178908" y="293961"/>
                  <a:pt x="400040" y="293961"/>
                </a:cubicBezTo>
                <a:lnTo>
                  <a:pt x="4342124" y="293961"/>
                </a:lnTo>
                <a:lnTo>
                  <a:pt x="8284216" y="293961"/>
                </a:lnTo>
                <a:cubicBezTo>
                  <a:pt x="8505339" y="293961"/>
                  <a:pt x="8684247" y="195472"/>
                  <a:pt x="8684247" y="74200"/>
                </a:cubicBezTo>
                <a:cubicBezTo>
                  <a:pt x="8684247" y="48444"/>
                  <a:pt x="8684247" y="0"/>
                  <a:pt x="8684247" y="0"/>
                </a:cubicBezTo>
                <a:cubicBezTo>
                  <a:pt x="8577710" y="69532"/>
                  <a:pt x="8284216" y="74200"/>
                  <a:pt x="8284216" y="74200"/>
                </a:cubicBezTo>
                <a:close/>
              </a:path>
            </a:pathLst>
          </a:custGeom>
          <a:solidFill>
            <a:srgbClr val="BFBFB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1" name="形状20"/>
          <p:cNvSpPr txBox="1"/>
          <p:nvPr/>
        </p:nvSpPr>
        <p:spPr>
          <a:xfrm>
            <a:off x="1753874" y="5514700"/>
            <a:ext cx="8684252" cy="119977"/>
          </a:xfrm>
          <a:custGeom>
            <a:avLst/>
            <a:gdLst>
              <a:gd name="connsiteX0" fmla="*/ 8284216 w 8684252"/>
              <a:gd name="connsiteY0" fmla="*/ 74171 h 119977"/>
              <a:gd name="connsiteX1" fmla="*/ 7884176 w 8684252"/>
              <a:gd name="connsiteY1" fmla="*/ 74171 h 119977"/>
              <a:gd name="connsiteX2" fmla="*/ 4342124 w 8684252"/>
              <a:gd name="connsiteY2" fmla="*/ 74171 h 119977"/>
              <a:gd name="connsiteX3" fmla="*/ 4342124 w 8684252"/>
              <a:gd name="connsiteY3" fmla="*/ 74171 h 119977"/>
              <a:gd name="connsiteX4" fmla="*/ 800081 w 8684252"/>
              <a:gd name="connsiteY4" fmla="*/ 74171 h 119977"/>
              <a:gd name="connsiteX5" fmla="*/ 400040 w 8684252"/>
              <a:gd name="connsiteY5" fmla="*/ 74171 h 119977"/>
              <a:gd name="connsiteX6" fmla="*/ 400040 w 8684252"/>
              <a:gd name="connsiteY6" fmla="*/ 74171 h 119977"/>
              <a:gd name="connsiteX7" fmla="*/ 0 w 8684252"/>
              <a:gd name="connsiteY7" fmla="*/ 0 h 119977"/>
              <a:gd name="connsiteX8" fmla="*/ 106547 w 8684252"/>
              <a:gd name="connsiteY8" fmla="*/ 115310 h 119977"/>
              <a:gd name="connsiteX9" fmla="*/ 800081 w 8684252"/>
              <a:gd name="connsiteY9" fmla="*/ 119977 h 119977"/>
              <a:gd name="connsiteX10" fmla="*/ 4342124 w 8684252"/>
              <a:gd name="connsiteY10" fmla="*/ 119977 h 119977"/>
              <a:gd name="connsiteX11" fmla="*/ 4342124 w 8684252"/>
              <a:gd name="connsiteY11" fmla="*/ 119977 h 119977"/>
              <a:gd name="connsiteX12" fmla="*/ 7884176 w 8684252"/>
              <a:gd name="connsiteY12" fmla="*/ 119977 h 119977"/>
              <a:gd name="connsiteX13" fmla="*/ 8284216 w 8684252"/>
              <a:gd name="connsiteY13" fmla="*/ 119977 h 119977"/>
              <a:gd name="connsiteX14" fmla="*/ 8284216 w 8684252"/>
              <a:gd name="connsiteY14" fmla="*/ 119977 h 119977"/>
              <a:gd name="connsiteX15" fmla="*/ 8684247 w 8684252"/>
              <a:gd name="connsiteY15" fmla="*/ 23108 h 119977"/>
              <a:gd name="connsiteX16" fmla="*/ 8577710 w 8684252"/>
              <a:gd name="connsiteY16" fmla="*/ 69352 h 119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684247" h="119977">
                <a:moveTo>
                  <a:pt x="8284216" y="74171"/>
                </a:moveTo>
                <a:lnTo>
                  <a:pt x="7884176" y="74171"/>
                </a:lnTo>
                <a:lnTo>
                  <a:pt x="4342124" y="74171"/>
                </a:lnTo>
                <a:lnTo>
                  <a:pt x="4342124" y="74171"/>
                </a:lnTo>
                <a:lnTo>
                  <a:pt x="800081" y="74171"/>
                </a:lnTo>
                <a:lnTo>
                  <a:pt x="400040" y="74171"/>
                </a:lnTo>
                <a:cubicBezTo>
                  <a:pt x="400040" y="74171"/>
                  <a:pt x="106547" y="69352"/>
                  <a:pt x="0" y="0"/>
                </a:cubicBezTo>
                <a:cubicBezTo>
                  <a:pt x="0" y="0"/>
                  <a:pt x="0" y="23108"/>
                  <a:pt x="0" y="45787"/>
                </a:cubicBezTo>
                <a:cubicBezTo>
                  <a:pt x="106547" y="115310"/>
                  <a:pt x="400040" y="119977"/>
                  <a:pt x="400040" y="119977"/>
                </a:cubicBezTo>
                <a:lnTo>
                  <a:pt x="800081" y="119977"/>
                </a:lnTo>
                <a:lnTo>
                  <a:pt x="4342124" y="119977"/>
                </a:lnTo>
                <a:lnTo>
                  <a:pt x="4342124" y="119977"/>
                </a:lnTo>
                <a:lnTo>
                  <a:pt x="7884176" y="119977"/>
                </a:lnTo>
                <a:lnTo>
                  <a:pt x="8284216" y="119977"/>
                </a:lnTo>
                <a:cubicBezTo>
                  <a:pt x="8284216" y="119977"/>
                  <a:pt x="8577710" y="115310"/>
                  <a:pt x="8684247" y="45787"/>
                </a:cubicBezTo>
                <a:cubicBezTo>
                  <a:pt x="8684247" y="23108"/>
                  <a:pt x="8684247" y="0"/>
                  <a:pt x="8684247" y="0"/>
                </a:cubicBezTo>
                <a:cubicBezTo>
                  <a:pt x="8577710" y="69352"/>
                  <a:pt x="8284216" y="74171"/>
                  <a:pt x="8284216" y="74171"/>
                </a:cubicBezTo>
                <a:close/>
              </a:path>
            </a:pathLst>
          </a:custGeom>
          <a:solidFill>
            <a:srgbClr val="A5A5A5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2" name="形状21"/>
          <p:cNvSpPr txBox="1"/>
          <p:nvPr/>
        </p:nvSpPr>
        <p:spPr>
          <a:xfrm>
            <a:off x="5887837" y="5712736"/>
            <a:ext cx="393435" cy="87366"/>
          </a:xfrm>
          <a:custGeom>
            <a:avLst/>
            <a:gdLst>
              <a:gd name="connsiteX0" fmla="*/ 393440 w 393435"/>
              <a:gd name="connsiteY0" fmla="*/ 43758 h 87366"/>
              <a:gd name="connsiteX1" fmla="*/ 393440 w 393435"/>
              <a:gd name="connsiteY1" fmla="*/ 67904 h 87366"/>
              <a:gd name="connsiteX2" fmla="*/ 43748 w 393435"/>
              <a:gd name="connsiteY2" fmla="*/ 87363 h 87366"/>
              <a:gd name="connsiteX3" fmla="*/ 19602 w 393435"/>
              <a:gd name="connsiteY3" fmla="*/ 87363 h 87366"/>
              <a:gd name="connsiteX4" fmla="*/ 0 w 393435"/>
              <a:gd name="connsiteY4" fmla="*/ 43758 h 87366"/>
              <a:gd name="connsiteX5" fmla="*/ 0 w 393435"/>
              <a:gd name="connsiteY5" fmla="*/ 19631 h 87366"/>
              <a:gd name="connsiteX6" fmla="*/ 349682 w 393435"/>
              <a:gd name="connsiteY6" fmla="*/ 0 h 87366"/>
              <a:gd name="connsiteX7" fmla="*/ 373856 w 393435"/>
              <a:gd name="connsiteY7" fmla="*/ 0 h 87366"/>
              <a:gd name="connsiteX8" fmla="*/ 393440 w 393435"/>
              <a:gd name="connsiteY8" fmla="*/ 43758 h 8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440" h="87363">
                <a:moveTo>
                  <a:pt x="393440" y="43758"/>
                </a:moveTo>
                <a:cubicBezTo>
                  <a:pt x="393440" y="67904"/>
                  <a:pt x="373856" y="87363"/>
                  <a:pt x="349682" y="87363"/>
                </a:cubicBezTo>
                <a:lnTo>
                  <a:pt x="43748" y="87363"/>
                </a:lnTo>
                <a:cubicBezTo>
                  <a:pt x="19602" y="87363"/>
                  <a:pt x="0" y="67904"/>
                  <a:pt x="0" y="43758"/>
                </a:cubicBezTo>
                <a:lnTo>
                  <a:pt x="0" y="43758"/>
                </a:lnTo>
                <a:cubicBezTo>
                  <a:pt x="0" y="19631"/>
                  <a:pt x="19602" y="0"/>
                  <a:pt x="43748" y="0"/>
                </a:cubicBezTo>
                <a:lnTo>
                  <a:pt x="349682" y="0"/>
                </a:lnTo>
                <a:cubicBezTo>
                  <a:pt x="373856" y="0"/>
                  <a:pt x="393440" y="19631"/>
                  <a:pt x="393440" y="43758"/>
                </a:cubicBezTo>
                <a:cubicBezTo>
                  <a:pt x="393440" y="43758"/>
                  <a:pt x="393440" y="43758"/>
                  <a:pt x="393440" y="4375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30163">
            <a:solidFill>
              <a:srgbClr val="A6AAA9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3" name="形状22"/>
          <p:cNvSpPr txBox="1"/>
          <p:nvPr/>
        </p:nvSpPr>
        <p:spPr>
          <a:xfrm>
            <a:off x="1753874" y="3484055"/>
            <a:ext cx="8684252" cy="2109603"/>
          </a:xfrm>
          <a:custGeom>
            <a:avLst/>
            <a:gdLst>
              <a:gd name="connsiteX0" fmla="*/ 8670988 w 8684252"/>
              <a:gd name="connsiteY0" fmla="*/ 1972970 h 2109603"/>
              <a:gd name="connsiteX1" fmla="*/ 8670988 w 8684252"/>
              <a:gd name="connsiteY1" fmla="*/ 1972970 h 2109603"/>
              <a:gd name="connsiteX2" fmla="*/ 8630783 w 8684252"/>
              <a:gd name="connsiteY2" fmla="*/ 1914268 h 2109603"/>
              <a:gd name="connsiteX3" fmla="*/ 7312866 w 8684252"/>
              <a:gd name="connsiteY3" fmla="*/ 16993 h 2109603"/>
              <a:gd name="connsiteX4" fmla="*/ 7309247 w 8684252"/>
              <a:gd name="connsiteY4" fmla="*/ 11430 h 2109603"/>
              <a:gd name="connsiteX5" fmla="*/ 7306427 w 8684252"/>
              <a:gd name="connsiteY5" fmla="*/ 7915 h 2109603"/>
              <a:gd name="connsiteX6" fmla="*/ 7294369 w 8684252"/>
              <a:gd name="connsiteY6" fmla="*/ 1172 h 2109603"/>
              <a:gd name="connsiteX7" fmla="*/ 4342124 w 8684252"/>
              <a:gd name="connsiteY7" fmla="*/ 0 h 2109603"/>
              <a:gd name="connsiteX8" fmla="*/ 1399527 w 8684252"/>
              <a:gd name="connsiteY8" fmla="*/ 0 h 2109603"/>
              <a:gd name="connsiteX9" fmla="*/ 1394308 w 8684252"/>
              <a:gd name="connsiteY9" fmla="*/ 0 h 2109603"/>
              <a:gd name="connsiteX10" fmla="*/ 1380230 w 8684252"/>
              <a:gd name="connsiteY10" fmla="*/ 5953 h 2109603"/>
              <a:gd name="connsiteX11" fmla="*/ 1372591 w 8684252"/>
              <a:gd name="connsiteY11" fmla="*/ 14945 h 2109603"/>
              <a:gd name="connsiteX12" fmla="*/ 53073 w 8684252"/>
              <a:gd name="connsiteY12" fmla="*/ 1914268 h 2109603"/>
              <a:gd name="connsiteX13" fmla="*/ 13268 w 8684252"/>
              <a:gd name="connsiteY13" fmla="*/ 1972970 h 2109603"/>
              <a:gd name="connsiteX14" fmla="*/ 13268 w 8684252"/>
              <a:gd name="connsiteY14" fmla="*/ 1972970 h 2109603"/>
              <a:gd name="connsiteX15" fmla="*/ 8849 w 8684252"/>
              <a:gd name="connsiteY15" fmla="*/ 1982934 h 2109603"/>
              <a:gd name="connsiteX16" fmla="*/ 1210 w 8684252"/>
              <a:gd name="connsiteY16" fmla="*/ 2014080 h 2109603"/>
              <a:gd name="connsiteX17" fmla="*/ 53073 w 8684252"/>
              <a:gd name="connsiteY17" fmla="*/ 2070144 h 2109603"/>
              <a:gd name="connsiteX18" fmla="*/ 326460 w 8684252"/>
              <a:gd name="connsiteY18" fmla="*/ 2108435 h 2109603"/>
              <a:gd name="connsiteX19" fmla="*/ 800081 w 8684252"/>
              <a:gd name="connsiteY19" fmla="*/ 2109607 h 2109603"/>
              <a:gd name="connsiteX20" fmla="*/ 849935 w 8684252"/>
              <a:gd name="connsiteY20" fmla="*/ 2109607 h 2109603"/>
              <a:gd name="connsiteX21" fmla="*/ 4342124 w 8684252"/>
              <a:gd name="connsiteY21" fmla="*/ 2109607 h 2109603"/>
              <a:gd name="connsiteX22" fmla="*/ 7834322 w 8684252"/>
              <a:gd name="connsiteY22" fmla="*/ 2109607 h 2109603"/>
              <a:gd name="connsiteX23" fmla="*/ 7884176 w 8684252"/>
              <a:gd name="connsiteY23" fmla="*/ 2109607 h 2109603"/>
              <a:gd name="connsiteX24" fmla="*/ 8284216 w 8684252"/>
              <a:gd name="connsiteY24" fmla="*/ 2109607 h 2109603"/>
              <a:gd name="connsiteX25" fmla="*/ 8284216 w 8684252"/>
              <a:gd name="connsiteY25" fmla="*/ 2109607 h 2109603"/>
              <a:gd name="connsiteX26" fmla="*/ 8531076 w 8684252"/>
              <a:gd name="connsiteY26" fmla="*/ 2088699 h 2109603"/>
              <a:gd name="connsiteX27" fmla="*/ 8684247 w 8684252"/>
              <a:gd name="connsiteY27" fmla="*/ 2024729 h 2109603"/>
              <a:gd name="connsiteX28" fmla="*/ 8678628 w 8684252"/>
              <a:gd name="connsiteY28" fmla="*/ 1993182 h 210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684247" h="2109607">
                <a:moveTo>
                  <a:pt x="8670988" y="1972970"/>
                </a:moveTo>
                <a:lnTo>
                  <a:pt x="8670988" y="1972970"/>
                </a:lnTo>
                <a:lnTo>
                  <a:pt x="8630783" y="1914268"/>
                </a:lnTo>
                <a:lnTo>
                  <a:pt x="7312866" y="16993"/>
                </a:lnTo>
                <a:lnTo>
                  <a:pt x="7309247" y="11430"/>
                </a:lnTo>
                <a:cubicBezTo>
                  <a:pt x="7306427" y="7915"/>
                  <a:pt x="7302808" y="5077"/>
                  <a:pt x="7298388" y="3124"/>
                </a:cubicBezTo>
                <a:cubicBezTo>
                  <a:pt x="7294369" y="1172"/>
                  <a:pt x="7289949" y="0"/>
                  <a:pt x="7284720" y="0"/>
                </a:cubicBezTo>
                <a:lnTo>
                  <a:pt x="4342124" y="0"/>
                </a:lnTo>
                <a:lnTo>
                  <a:pt x="1399527" y="0"/>
                </a:lnTo>
                <a:cubicBezTo>
                  <a:pt x="1394308" y="0"/>
                  <a:pt x="1389078" y="1372"/>
                  <a:pt x="1384659" y="3610"/>
                </a:cubicBezTo>
                <a:cubicBezTo>
                  <a:pt x="1380230" y="5953"/>
                  <a:pt x="1376610" y="9277"/>
                  <a:pt x="1373800" y="13287"/>
                </a:cubicBezTo>
                <a:lnTo>
                  <a:pt x="1372591" y="14945"/>
                </a:lnTo>
                <a:lnTo>
                  <a:pt x="53073" y="1914268"/>
                </a:lnTo>
                <a:lnTo>
                  <a:pt x="13268" y="1972970"/>
                </a:lnTo>
                <a:lnTo>
                  <a:pt x="13268" y="1972970"/>
                </a:lnTo>
                <a:cubicBezTo>
                  <a:pt x="8849" y="1982934"/>
                  <a:pt x="5629" y="1993182"/>
                  <a:pt x="3620" y="2003631"/>
                </a:cubicBezTo>
                <a:cubicBezTo>
                  <a:pt x="1210" y="2014080"/>
                  <a:pt x="0" y="2024729"/>
                  <a:pt x="0" y="2035378"/>
                </a:cubicBezTo>
                <a:cubicBezTo>
                  <a:pt x="53073" y="2070144"/>
                  <a:pt x="153181" y="2088699"/>
                  <a:pt x="240020" y="2098567"/>
                </a:cubicBezTo>
                <a:cubicBezTo>
                  <a:pt x="326460" y="2108435"/>
                  <a:pt x="400040" y="2109607"/>
                  <a:pt x="400040" y="2109607"/>
                </a:cubicBezTo>
                <a:lnTo>
                  <a:pt x="800081" y="2109607"/>
                </a:lnTo>
                <a:lnTo>
                  <a:pt x="849935" y="2109607"/>
                </a:lnTo>
                <a:lnTo>
                  <a:pt x="4342124" y="2109607"/>
                </a:lnTo>
                <a:lnTo>
                  <a:pt x="7834322" y="2109607"/>
                </a:lnTo>
                <a:lnTo>
                  <a:pt x="7884176" y="2109607"/>
                </a:lnTo>
                <a:lnTo>
                  <a:pt x="8284216" y="2109607"/>
                </a:lnTo>
                <a:cubicBezTo>
                  <a:pt x="8284216" y="2109607"/>
                  <a:pt x="8357787" y="2108435"/>
                  <a:pt x="8444227" y="2098567"/>
                </a:cubicBezTo>
                <a:cubicBezTo>
                  <a:pt x="8531076" y="2088699"/>
                  <a:pt x="8631184" y="2070144"/>
                  <a:pt x="8684247" y="2035378"/>
                </a:cubicBezTo>
                <a:cubicBezTo>
                  <a:pt x="8684247" y="2024729"/>
                  <a:pt x="8683047" y="2014080"/>
                  <a:pt x="8680637" y="2003631"/>
                </a:cubicBezTo>
                <a:cubicBezTo>
                  <a:pt x="8678628" y="1993182"/>
                  <a:pt x="8675008" y="1982934"/>
                  <a:pt x="8670988" y="1972970"/>
                </a:cubicBezTo>
                <a:close/>
              </a:path>
            </a:pathLst>
          </a:custGeom>
          <a:solidFill>
            <a:srgbClr val="F2F2F2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4" name="形状23"/>
          <p:cNvSpPr txBox="1"/>
          <p:nvPr/>
        </p:nvSpPr>
        <p:spPr>
          <a:xfrm>
            <a:off x="2372731" y="3583869"/>
            <a:ext cx="7406326" cy="1731061"/>
          </a:xfrm>
          <a:custGeom>
            <a:avLst/>
            <a:gdLst>
              <a:gd name="connsiteX0" fmla="*/ 6414011 w 7406326"/>
              <a:gd name="connsiteY0" fmla="*/ 0 h 1731061"/>
              <a:gd name="connsiteX1" fmla="*/ 3715502 w 7406326"/>
              <a:gd name="connsiteY1" fmla="*/ 0 h 1731061"/>
              <a:gd name="connsiteX2" fmla="*/ 3690823 w 7406326"/>
              <a:gd name="connsiteY2" fmla="*/ 0 h 1731061"/>
              <a:gd name="connsiteX3" fmla="*/ 992314 w 7406326"/>
              <a:gd name="connsiteY3" fmla="*/ 0 h 1731061"/>
              <a:gd name="connsiteX4" fmla="*/ 0 w 7406326"/>
              <a:gd name="connsiteY4" fmla="*/ 1731064 h 1731061"/>
              <a:gd name="connsiteX5" fmla="*/ 3690823 w 7406326"/>
              <a:gd name="connsiteY5" fmla="*/ 1731064 h 1731061"/>
              <a:gd name="connsiteX6" fmla="*/ 3715502 w 7406326"/>
              <a:gd name="connsiteY6" fmla="*/ 1731064 h 1731061"/>
              <a:gd name="connsiteX7" fmla="*/ 7406326 w 7406326"/>
              <a:gd name="connsiteY7" fmla="*/ 1731064 h 1731061"/>
              <a:gd name="connsiteX8" fmla="*/ 7406326 w 7406326"/>
              <a:gd name="connsiteY8" fmla="*/ 1731064 h 173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06326" h="1731064">
                <a:moveTo>
                  <a:pt x="6414011" y="0"/>
                </a:moveTo>
                <a:lnTo>
                  <a:pt x="3715502" y="0"/>
                </a:lnTo>
                <a:lnTo>
                  <a:pt x="3690823" y="0"/>
                </a:lnTo>
                <a:lnTo>
                  <a:pt x="992314" y="0"/>
                </a:lnTo>
                <a:lnTo>
                  <a:pt x="0" y="1731064"/>
                </a:lnTo>
                <a:lnTo>
                  <a:pt x="3690823" y="1731064"/>
                </a:lnTo>
                <a:lnTo>
                  <a:pt x="3715502" y="1731064"/>
                </a:lnTo>
                <a:lnTo>
                  <a:pt x="7406326" y="1731064"/>
                </a:lnTo>
                <a:cubicBezTo>
                  <a:pt x="7406326" y="1731064"/>
                  <a:pt x="6414011" y="0"/>
                  <a:pt x="641401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1113">
            <a:solidFill>
              <a:srgbClr val="A6AAA9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5" name="文本1"/>
          <p:cNvSpPr txBox="1"/>
          <p:nvPr/>
        </p:nvSpPr>
        <p:spPr>
          <a:xfrm>
            <a:off x="2790399" y="2135836"/>
            <a:ext cx="1137919" cy="487077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1800"/>
              </a:lnSpc>
            </a:pPr>
            <a:r>
              <a:rPr lang="zh-CN" altLang="en-US" sz="15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26" name="文本2"/>
          <p:cNvSpPr txBox="1"/>
          <p:nvPr/>
        </p:nvSpPr>
        <p:spPr>
          <a:xfrm>
            <a:off x="2577999" y="2517672"/>
            <a:ext cx="1137919" cy="487077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1800"/>
              </a:lnSpc>
            </a:pPr>
            <a:r>
              <a:rPr lang="zh-CN" altLang="en-US" sz="1500" b="1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27" name="文本3"/>
          <p:cNvSpPr txBox="1"/>
          <p:nvPr/>
        </p:nvSpPr>
        <p:spPr>
          <a:xfrm>
            <a:off x="2427976" y="2938173"/>
            <a:ext cx="1137919" cy="487077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1800"/>
              </a:lnSpc>
            </a:pPr>
            <a:r>
              <a:rPr lang="zh-CN" altLang="en-US" sz="15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28" name="文本4"/>
          <p:cNvSpPr txBox="1"/>
          <p:nvPr/>
        </p:nvSpPr>
        <p:spPr>
          <a:xfrm>
            <a:off x="8446562" y="2135836"/>
            <a:ext cx="1137920" cy="487077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1800"/>
              </a:lnSpc>
            </a:pPr>
            <a:r>
              <a:rPr lang="zh-CN" altLang="en-US" sz="15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29" name="文本5"/>
          <p:cNvSpPr txBox="1"/>
          <p:nvPr/>
        </p:nvSpPr>
        <p:spPr>
          <a:xfrm>
            <a:off x="8658961" y="2517672"/>
            <a:ext cx="1137920" cy="487077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1800"/>
              </a:lnSpc>
            </a:pPr>
            <a:r>
              <a:rPr lang="zh-CN" altLang="en-US" sz="1500" b="1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30" name="文本6"/>
          <p:cNvSpPr txBox="1"/>
          <p:nvPr/>
        </p:nvSpPr>
        <p:spPr>
          <a:xfrm>
            <a:off x="8808985" y="2938173"/>
            <a:ext cx="1137920" cy="487077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1800"/>
              </a:lnSpc>
            </a:pPr>
            <a:r>
              <a:rPr lang="zh-CN" altLang="en-US" sz="1500" b="1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pic>
        <p:nvPicPr>
          <p:cNvPr id="31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3810">
            <a:off x="291880" y="140860"/>
            <a:ext cx="905540" cy="877797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32" name="形状24"/>
          <p:cNvSpPr txBox="1"/>
          <p:nvPr/>
        </p:nvSpPr>
        <p:spPr>
          <a:xfrm>
            <a:off x="1645034" y="95870"/>
            <a:ext cx="9967450" cy="1784418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300"/>
              </a:lnSpc>
            </a:pPr>
            <a:r>
              <a:rPr lang="zh-CN" altLang="en-US" sz="44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信息技术主要包括</a:t>
            </a:r>
            <a:r>
              <a:rPr lang="zh-CN" altLang="en-US" sz="4400" b="0" i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</a:rPr>
              <a:t>传感技术</a:t>
            </a:r>
            <a:r>
              <a:rPr lang="zh-CN" altLang="en-US" sz="4400" b="0" i="0" dirty="0">
                <a:solidFill>
                  <a:srgbClr val="800000">
                    <a:alpha val="100000"/>
                  </a:srgbClr>
                </a:solidFill>
                <a:latin typeface="Arial"/>
                <a:ea typeface="Arial"/>
              </a:rPr>
              <a:t>，</a:t>
            </a:r>
            <a:r>
              <a:rPr lang="zh-CN" altLang="en-US" sz="4400" b="0" i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</a:rPr>
              <a:t>通信技术</a:t>
            </a:r>
            <a:r>
              <a:rPr lang="zh-CN" altLang="en-US" sz="4400" b="0" i="0" dirty="0">
                <a:solidFill>
                  <a:srgbClr val="800000">
                    <a:alpha val="100000"/>
                  </a:srgbClr>
                </a:solidFill>
                <a:latin typeface="Arial"/>
                <a:ea typeface="Arial"/>
              </a:rPr>
              <a:t>和</a:t>
            </a:r>
            <a:r>
              <a:rPr lang="zh-CN" altLang="en-US" sz="4400" b="0" i="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</a:rPr>
              <a:t>计算机技术</a:t>
            </a:r>
            <a:r>
              <a:rPr lang="zh-CN" altLang="en-US" sz="44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等三大支柱技术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628650" y="634365"/>
            <a:ext cx="3965575" cy="857250"/>
          </a:xfrm>
          <a:prstGeom prst="rect"/>
          <a:solidFill>
            <a:srgbClr val="F5B642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r>
              <a:rPr lang="zh-CN" altLang="en-US" sz="2000" b="1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3" name="形状2"/>
          <p:cNvSpPr txBox="1"/>
          <p:nvPr/>
        </p:nvSpPr>
        <p:spPr>
          <a:xfrm>
            <a:off x="6054708" y="4025036"/>
            <a:ext cx="82584" cy="82584"/>
          </a:xfrm>
          <a:prstGeom prst="ellipse"/>
          <a:solidFill>
            <a:srgbClr val="000000">
              <a:alpha val="60000"/>
            </a:srgbClr>
          </a:solidFill>
          <a:ln w="17462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1004988" y="634365"/>
            <a:ext cx="3333750" cy="851535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4700"/>
              </a:lnSpc>
            </a:pPr>
            <a:r>
              <a:rPr lang="zh-CN" altLang="en-US" sz="3999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传 感 技 术</a:t>
            </a:r>
          </a:p>
        </p:txBody>
      </p:sp>
      <p:sp>
        <p:nvSpPr>
          <p:cNvPr id="5" name="形状4"/>
          <p:cNvSpPr txBox="1"/>
          <p:nvPr/>
        </p:nvSpPr>
        <p:spPr>
          <a:xfrm>
            <a:off x="9326701" y="2064510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28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添加标题</a:t>
            </a:r>
          </a:p>
        </p:txBody>
      </p: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365" y="3143885"/>
            <a:ext cx="2198370" cy="360426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0" t="10028" r="7166" b="0"/>
          <a:stretch>
            <a:fillRect/>
          </a:stretch>
        </p:blipFill>
        <p:spPr>
          <a:xfrm>
            <a:off x="5410835" y="4216400"/>
            <a:ext cx="3940810" cy="2281555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487" y="515150"/>
            <a:ext cx="2360295" cy="2360295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9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75" t="0" r="0" b="0"/>
          <a:stretch>
            <a:fillRect/>
          </a:stretch>
        </p:blipFill>
        <p:spPr>
          <a:xfrm>
            <a:off x="796195" y="4116381"/>
            <a:ext cx="3630930" cy="2637155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10" name="思维导图1"/>
          <p:cNvPicPr>
            <a:picLocks noChangeAspect="1"/>
          </p:cNvPicPr>
          <p:nvPr/>
        </p:nvPicPr>
        <p:blipFill>
          <a:fillRect/>
          <a:blip r:embed="rId6"/>
          <a:stretch/>
        </p:blipFill>
        <p:spPr>
          <a:xfrm>
            <a:off x="509111" y="1858147"/>
            <a:ext cx="83343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9" grpId="0" animBg="1"/>
      <p:bldP spid="10" grpId="0" animBg="1"/>
      <p:bldP spid="8" grpId="0" animBg="1"/>
      <p:bldP spid="6" grpId="0" animBg="1"/>
      <p:bldP spid="7" grpId="0" animBg="1"/>
    </p:bldLst>
  </p:timing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810944" y="459934"/>
            <a:ext cx="4145249" cy="1367826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6500"/>
              </a:lnSpc>
            </a:pPr>
            <a:r>
              <a:rPr lang="zh-CN" altLang="en-US" sz="5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通信技术</a:t>
            </a:r>
          </a:p>
        </p:txBody>
      </p:sp>
      <p:sp>
        <p:nvSpPr>
          <p:cNvPr id="3" name="形状2"/>
          <p:cNvSpPr txBox="1"/>
          <p:nvPr/>
        </p:nvSpPr>
        <p:spPr>
          <a:xfrm>
            <a:off x="628650" y="634365"/>
            <a:ext cx="3965575" cy="857250"/>
          </a:xfrm>
          <a:prstGeom prst="rect"/>
          <a:solidFill>
            <a:srgbClr val="F5B642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r>
              <a:rPr lang="zh-CN" altLang="en-US" sz="2000" b="1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4" name="形状3"/>
          <p:cNvSpPr txBox="1"/>
          <p:nvPr/>
        </p:nvSpPr>
        <p:spPr>
          <a:xfrm>
            <a:off x="971585" y="634365"/>
            <a:ext cx="3333750" cy="851535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4800"/>
              </a:lnSpc>
            </a:pPr>
            <a:r>
              <a:rPr lang="zh-CN" altLang="en-US" sz="3999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通 信 技 术</a:t>
            </a:r>
          </a:p>
        </p:txBody>
      </p: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46" t="3403" r="9931" b="3926"/>
          <a:stretch>
            <a:fillRect/>
          </a:stretch>
        </p:blipFill>
        <p:spPr>
          <a:xfrm>
            <a:off x="8571719" y="3764737"/>
            <a:ext cx="3562883" cy="2629319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43" t="1818" r="6250" b="13766"/>
          <a:stretch>
            <a:fillRect/>
          </a:stretch>
        </p:blipFill>
        <p:spPr>
          <a:xfrm>
            <a:off x="4962439" y="905932"/>
            <a:ext cx="3638721" cy="2468728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7" name="思维导图1"/>
          <p:cNvPicPr>
            <a:picLocks noChangeAspect="1"/>
          </p:cNvPicPr>
          <p:nvPr/>
        </p:nvPicPr>
        <p:blipFill>
          <a:fillRect/>
          <a:blip r:embed="rId4"/>
          <a:stretch/>
        </p:blipFill>
        <p:spPr>
          <a:xfrm>
            <a:off x="468906" y="2199980"/>
            <a:ext cx="3638550" cy="3771900"/>
          </a:xfrm>
          <a:prstGeom prst="rect">
            <a:avLst/>
          </a:prstGeom>
        </p:spPr>
      </p:pic>
      <p:pic>
        <p:nvPicPr>
          <p:cNvPr id="8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322" y="905789"/>
            <a:ext cx="3367192" cy="2468166"/>
          </a:xfrm>
          <a:prstGeom prst="rect">
            <a:avLst/>
          </a:prstGeom>
        </p:spPr>
      </p:pic>
      <p:pic>
        <p:nvPicPr>
          <p:cNvPr id="9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2420" y="3764661"/>
            <a:ext cx="3499818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" grpId="0" animBg="1"/>
      <p:bldP spid="6" grpId="0" animBg="1"/>
      <p:bldP spid="7" grpId="0" animBg="1"/>
      <p:bldP spid="8" grpId="0" animBg="1"/>
      <p:bldP spid="9" grpId="0" animBg="1"/>
      <p:bldP spid="5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628650" y="634365"/>
            <a:ext cx="4551680" cy="857250"/>
          </a:xfrm>
          <a:prstGeom prst="rect"/>
          <a:solidFill>
            <a:srgbClr val="F5B642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r>
              <a:rPr lang="zh-CN" altLang="en-US" sz="2000" b="1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3" name="形状2"/>
          <p:cNvSpPr txBox="1"/>
          <p:nvPr/>
        </p:nvSpPr>
        <p:spPr>
          <a:xfrm>
            <a:off x="949316" y="634365"/>
            <a:ext cx="3983355" cy="851535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4800"/>
              </a:lnSpc>
            </a:pPr>
            <a:r>
              <a:rPr lang="zh-CN" altLang="en-US" sz="3999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计 算 机 技 术</a:t>
            </a:r>
          </a:p>
        </p:txBody>
      </p:sp>
      <p:pic>
        <p:nvPicPr>
          <p:cNvPr id="4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" t="0" r="9090" b="2395"/>
          <a:stretch>
            <a:fillRect/>
          </a:stretch>
        </p:blipFill>
        <p:spPr>
          <a:xfrm>
            <a:off x="6530654" y="627878"/>
            <a:ext cx="4109818" cy="2959979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5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851" y="3882800"/>
            <a:ext cx="3358239" cy="24386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6" name="思维导图1"/>
          <p:cNvPicPr>
            <a:picLocks noChangeAspect="1"/>
          </p:cNvPicPr>
          <p:nvPr/>
        </p:nvPicPr>
        <p:blipFill>
          <a:fillRect/>
          <a:blip r:embed="rId4"/>
          <a:stretch/>
        </p:blipFill>
        <p:spPr>
          <a:xfrm>
            <a:off x="214055" y="2566092"/>
            <a:ext cx="4457700" cy="2438400"/>
          </a:xfrm>
          <a:prstGeom prst="rect">
            <a:avLst/>
          </a:prstGeom>
        </p:spPr>
      </p:pic>
      <p:pic>
        <p:nvPicPr>
          <p:cNvPr id="7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598" y="3882981"/>
            <a:ext cx="393422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3" grpId="0" animBg="1"/>
      <p:bldP spid="4" grpId="0" animBg="1"/>
      <p:bldP spid="5" grpId="0" animBg="1"/>
      <p:bldP spid="7" grpId="0" animBg="1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628650" y="634365"/>
            <a:ext cx="3665220" cy="857250"/>
          </a:xfrm>
          <a:prstGeom prst="rect"/>
          <a:solidFill>
            <a:srgbClr val="F5B642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  <a:r>
              <a:rPr lang="zh-CN" altLang="en-US" sz="2000" b="1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3" name="形状2"/>
          <p:cNvSpPr txBox="1"/>
          <p:nvPr/>
        </p:nvSpPr>
        <p:spPr>
          <a:xfrm>
            <a:off x="458340" y="634365"/>
            <a:ext cx="3983355" cy="851535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4800"/>
              </a:lnSpc>
            </a:pPr>
            <a:r>
              <a:rPr lang="zh-CN" altLang="en-US" sz="3999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因 特 网</a:t>
            </a:r>
          </a:p>
        </p:txBody>
      </p:sp>
      <p:pic>
        <p:nvPicPr>
          <p:cNvPr id="4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630" y="1818494"/>
            <a:ext cx="6142587" cy="427864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5" name="组织结构图1"/>
          <p:cNvPicPr>
            <a:picLocks noChangeAspect="1"/>
          </p:cNvPicPr>
          <p:nvPr/>
        </p:nvPicPr>
        <p:blipFill>
          <a:fillRect/>
          <a:blip r:embed="rId3"/>
          <a:stretch/>
        </p:blipFill>
        <p:spPr>
          <a:xfrm>
            <a:off x="173384" y="2390946"/>
            <a:ext cx="54006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容器1"/>
          <p:cNvPicPr>
            <a:picLocks noChangeAspect="1"/>
          </p:cNvPicPr>
          <p:nvPr/>
        </p:nvPicPr>
        <p:blipFill>
          <a:fillRect/>
          <a:blip r:embed="rId2"/>
          <a:stretch/>
        </p:blipFill>
        <p:spPr>
          <a:xfrm>
            <a:off x="1606550" y="546100"/>
            <a:ext cx="3911600" cy="3911600"/>
          </a:xfrm>
          <a:prstGeom prst="rect">
            <a:avLst/>
          </a:prstGeom>
        </p:spPr>
      </p:pic>
      <p:pic>
        <p:nvPicPr>
          <p:cNvPr id="3" name="容器2"/>
          <p:cNvPicPr>
            <a:picLocks noChangeAspect="1"/>
          </p:cNvPicPr>
          <p:nvPr/>
        </p:nvPicPr>
        <p:blipFill>
          <a:fillRect/>
          <a:blip r:embed="rId3"/>
          <a:stretch/>
        </p:blipFill>
        <p:spPr>
          <a:xfrm>
            <a:off x="6673850" y="546100"/>
            <a:ext cx="3911600" cy="3911600"/>
          </a:xfrm>
          <a:prstGeom prst="rect">
            <a:avLst/>
          </a:prstGeom>
        </p:spPr>
      </p:pic>
      <p:pic>
        <p:nvPicPr>
          <p:cNvPr id="4" name="素材1"/>
          <p:cNvPicPr>
            <a:picLocks noChangeAspect="1"/>
          </p:cNvPicPr>
          <p:nvPr/>
        </p:nvPicPr>
        <p:blipFill>
          <a:fillRect/>
          <a:blip r:embed="rId4"/>
          <a:stretch/>
        </p:blipFill>
        <p:spPr>
          <a:xfrm>
            <a:off x="1486472" y="5542788"/>
            <a:ext cx="1181100" cy="1181100"/>
          </a:xfrm>
          <a:prstGeom prst="rect">
            <a:avLst/>
          </a:prstGeom>
        </p:spPr>
      </p:pic>
      <p:pic>
        <p:nvPicPr>
          <p:cNvPr id="5" name="素材2"/>
          <p:cNvPicPr>
            <a:picLocks noChangeAspect="1"/>
          </p:cNvPicPr>
          <p:nvPr/>
        </p:nvPicPr>
        <p:blipFill>
          <a:fillRect/>
          <a:blip r:embed="rId5"/>
          <a:stretch/>
        </p:blipFill>
        <p:spPr>
          <a:xfrm>
            <a:off x="5751947" y="212608"/>
            <a:ext cx="1495425" cy="1181100"/>
          </a:xfrm>
          <a:prstGeom prst="rect">
            <a:avLst/>
          </a:prstGeom>
        </p:spPr>
      </p:pic>
      <p:pic>
        <p:nvPicPr>
          <p:cNvPr id="6" name="素材3"/>
          <p:cNvPicPr>
            <a:picLocks noChangeAspect="1"/>
          </p:cNvPicPr>
          <p:nvPr/>
        </p:nvPicPr>
        <p:blipFill>
          <a:fillRect/>
          <a:blip r:embed="rId6"/>
          <a:stretch/>
        </p:blipFill>
        <p:spPr>
          <a:xfrm>
            <a:off x="10363371" y="3058439"/>
            <a:ext cx="1495425" cy="1181100"/>
          </a:xfrm>
          <a:prstGeom prst="rect">
            <a:avLst/>
          </a:prstGeom>
        </p:spPr>
      </p:pic>
      <p:pic>
        <p:nvPicPr>
          <p:cNvPr id="7" name="素材4"/>
          <p:cNvPicPr>
            <a:picLocks noChangeAspect="1"/>
          </p:cNvPicPr>
          <p:nvPr/>
        </p:nvPicPr>
        <p:blipFill>
          <a:fillRect/>
          <a:blip r:embed="rId7"/>
          <a:stretch/>
        </p:blipFill>
        <p:spPr>
          <a:xfrm>
            <a:off x="9403623" y="5542902"/>
            <a:ext cx="1181100" cy="1181100"/>
          </a:xfrm>
          <a:prstGeom prst="rect">
            <a:avLst/>
          </a:prstGeom>
        </p:spPr>
      </p:pic>
      <p:pic>
        <p:nvPicPr>
          <p:cNvPr id="8" name="素材5"/>
          <p:cNvPicPr>
            <a:picLocks noChangeAspect="1"/>
          </p:cNvPicPr>
          <p:nvPr/>
        </p:nvPicPr>
        <p:blipFill>
          <a:fillRect/>
          <a:blip r:embed="rId8"/>
          <a:stretch/>
        </p:blipFill>
        <p:spPr>
          <a:xfrm>
            <a:off x="2760031" y="4299728"/>
            <a:ext cx="1181100" cy="1181100"/>
          </a:xfrm>
          <a:prstGeom prst="rect">
            <a:avLst/>
          </a:prstGeom>
        </p:spPr>
      </p:pic>
      <p:pic>
        <p:nvPicPr>
          <p:cNvPr id="9" name="素材6"/>
          <p:cNvPicPr>
            <a:picLocks noChangeAspect="1"/>
          </p:cNvPicPr>
          <p:nvPr/>
        </p:nvPicPr>
        <p:blipFill>
          <a:fillRect/>
          <a:blip r:embed="rId9"/>
          <a:stretch/>
        </p:blipFill>
        <p:spPr>
          <a:xfrm>
            <a:off x="3619319" y="5542750"/>
            <a:ext cx="1181100" cy="1181100"/>
          </a:xfrm>
          <a:prstGeom prst="rect">
            <a:avLst/>
          </a:prstGeom>
        </p:spPr>
      </p:pic>
      <p:pic>
        <p:nvPicPr>
          <p:cNvPr id="10" name="素材7"/>
          <p:cNvPicPr>
            <a:picLocks noChangeAspect="1"/>
          </p:cNvPicPr>
          <p:nvPr/>
        </p:nvPicPr>
        <p:blipFill>
          <a:fillRect/>
          <a:blip r:embed="rId10"/>
          <a:stretch/>
        </p:blipFill>
        <p:spPr>
          <a:xfrm>
            <a:off x="199072" y="1816313"/>
            <a:ext cx="1181100" cy="1181100"/>
          </a:xfrm>
          <a:prstGeom prst="rect">
            <a:avLst/>
          </a:prstGeom>
        </p:spPr>
      </p:pic>
      <p:pic>
        <p:nvPicPr>
          <p:cNvPr id="11" name="素材8"/>
          <p:cNvPicPr>
            <a:picLocks noChangeAspect="1"/>
          </p:cNvPicPr>
          <p:nvPr/>
        </p:nvPicPr>
        <p:blipFill>
          <a:fillRect/>
          <a:blip r:embed="rId11"/>
          <a:stretch/>
        </p:blipFill>
        <p:spPr>
          <a:xfrm>
            <a:off x="5861161" y="5480161"/>
            <a:ext cx="1181100" cy="1181100"/>
          </a:xfrm>
          <a:prstGeom prst="rect">
            <a:avLst/>
          </a:prstGeom>
        </p:spPr>
      </p:pic>
      <p:pic>
        <p:nvPicPr>
          <p:cNvPr id="12" name="素材9"/>
          <p:cNvPicPr>
            <a:picLocks noChangeAspect="1"/>
          </p:cNvPicPr>
          <p:nvPr/>
        </p:nvPicPr>
        <p:blipFill>
          <a:fillRect/>
          <a:blip r:embed="rId12"/>
          <a:stretch/>
        </p:blipFill>
        <p:spPr>
          <a:xfrm>
            <a:off x="76276" y="5074358"/>
            <a:ext cx="1181100" cy="1181100"/>
          </a:xfrm>
          <a:prstGeom prst="rect">
            <a:avLst/>
          </a:prstGeom>
        </p:spPr>
      </p:pic>
      <p:pic>
        <p:nvPicPr>
          <p:cNvPr id="13" name="素材10"/>
          <p:cNvPicPr>
            <a:picLocks noChangeAspect="1"/>
          </p:cNvPicPr>
          <p:nvPr/>
        </p:nvPicPr>
        <p:blipFill>
          <a:fillRect/>
          <a:blip r:embed="rId13"/>
          <a:stretch/>
        </p:blipFill>
        <p:spPr>
          <a:xfrm>
            <a:off x="5517556" y="3893210"/>
            <a:ext cx="1181100" cy="1181100"/>
          </a:xfrm>
          <a:prstGeom prst="rect">
            <a:avLst/>
          </a:prstGeom>
        </p:spPr>
      </p:pic>
      <p:pic>
        <p:nvPicPr>
          <p:cNvPr id="14" name="素材11"/>
          <p:cNvPicPr>
            <a:picLocks noChangeAspect="1"/>
          </p:cNvPicPr>
          <p:nvPr/>
        </p:nvPicPr>
        <p:blipFill>
          <a:fillRect/>
          <a:blip r:embed="rId14"/>
          <a:stretch/>
        </p:blipFill>
        <p:spPr>
          <a:xfrm>
            <a:off x="10520648" y="635546"/>
            <a:ext cx="1181100" cy="1181100"/>
          </a:xfrm>
          <a:prstGeom prst="rect">
            <a:avLst/>
          </a:prstGeom>
        </p:spPr>
      </p:pic>
      <p:pic>
        <p:nvPicPr>
          <p:cNvPr id="15" name="素材12"/>
          <p:cNvPicPr>
            <a:picLocks noChangeAspect="1"/>
          </p:cNvPicPr>
          <p:nvPr/>
        </p:nvPicPr>
        <p:blipFill>
          <a:fillRect/>
          <a:blip r:embed="rId15"/>
          <a:stretch/>
        </p:blipFill>
        <p:spPr>
          <a:xfrm>
            <a:off x="7641412" y="4951800"/>
            <a:ext cx="1181100" cy="1181100"/>
          </a:xfrm>
          <a:prstGeom prst="rect">
            <a:avLst/>
          </a:prstGeom>
        </p:spPr>
      </p:pic>
      <p:pic>
        <p:nvPicPr>
          <p:cNvPr id="16" name="素材13"/>
          <p:cNvPicPr>
            <a:picLocks noChangeAspect="1"/>
          </p:cNvPicPr>
          <p:nvPr/>
        </p:nvPicPr>
        <p:blipFill>
          <a:fillRect/>
          <a:blip r:embed="rId16"/>
          <a:stretch/>
        </p:blipFill>
        <p:spPr>
          <a:xfrm>
            <a:off x="10678039" y="4457395"/>
            <a:ext cx="11811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1365474" y="1590674"/>
            <a:ext cx="4738362" cy="3676652"/>
            <a:chOff x="0" y="0"/>
            <a:chExt cx="4738362" cy="3676652"/>
          </a:xfrm>
        </p:grpSpPr>
        <p:sp>
          <p:nvSpPr>
            <p:cNvPr id="3" name="形状4"/>
            <p:cNvSpPr txBox="1"/>
            <p:nvPr/>
          </p:nvSpPr>
          <p:spPr>
            <a:xfrm>
              <a:off x="0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770680 h 3008170"/>
                <a:gd name="connsiteX1" fmla="*/ 2359352 w 2359351"/>
                <a:gd name="connsiteY1" fmla="*/ 2858643 h 3008170"/>
                <a:gd name="connsiteX2" fmla="*/ 166649 w 2359351"/>
                <a:gd name="connsiteY2" fmla="*/ 3008166 h 3008170"/>
                <a:gd name="connsiteX3" fmla="*/ 70171 w 2359351"/>
                <a:gd name="connsiteY3" fmla="*/ 3008166 h 3008170"/>
                <a:gd name="connsiteX4" fmla="*/ 0 w 2359351"/>
                <a:gd name="connsiteY4" fmla="*/ 158325 h 3008170"/>
                <a:gd name="connsiteX5" fmla="*/ 0 w 2359351"/>
                <a:gd name="connsiteY5" fmla="*/ 70371 h 3008170"/>
                <a:gd name="connsiteX6" fmla="*/ 2192703 w 2359351"/>
                <a:gd name="connsiteY6" fmla="*/ 237487 h 3008170"/>
                <a:gd name="connsiteX7" fmla="*/ 2289181 w 2359351"/>
                <a:gd name="connsiteY7" fmla="*/ 237487 h 3008170"/>
                <a:gd name="connsiteX8" fmla="*/ 2359352 w 2359351"/>
                <a:gd name="connsiteY8" fmla="*/ 2770680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770680"/>
                  </a:moveTo>
                  <a:cubicBezTo>
                    <a:pt x="2359352" y="2858643"/>
                    <a:pt x="2289181" y="2929004"/>
                    <a:pt x="2192703" y="2929004"/>
                  </a:cubicBezTo>
                  <a:cubicBezTo>
                    <a:pt x="166649" y="3008166"/>
                    <a:pt x="166649" y="3008166"/>
                    <a:pt x="166649" y="3008166"/>
                  </a:cubicBezTo>
                  <a:cubicBezTo>
                    <a:pt x="70171" y="3008166"/>
                    <a:pt x="0" y="2937805"/>
                    <a:pt x="0" y="2849842"/>
                  </a:cubicBezTo>
                  <a:cubicBezTo>
                    <a:pt x="0" y="158325"/>
                    <a:pt x="0" y="158325"/>
                    <a:pt x="0" y="158325"/>
                  </a:cubicBezTo>
                  <a:cubicBezTo>
                    <a:pt x="0" y="70371"/>
                    <a:pt x="70171" y="0"/>
                    <a:pt x="166649" y="0"/>
                  </a:cubicBezTo>
                  <a:cubicBezTo>
                    <a:pt x="2192703" y="237487"/>
                    <a:pt x="2192703" y="237487"/>
                    <a:pt x="2192703" y="237487"/>
                  </a:cubicBezTo>
                  <a:cubicBezTo>
                    <a:pt x="2289181" y="237487"/>
                    <a:pt x="2359352" y="307858"/>
                    <a:pt x="2359352" y="387020"/>
                  </a:cubicBezTo>
                  <a:lnTo>
                    <a:pt x="2359352" y="2770680"/>
                  </a:lnTo>
                  <a:close/>
                </a:path>
              </a:pathLst>
            </a:custGeom>
            <a:solidFill>
              <a:srgbClr val="21A5B1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形状5"/>
            <p:cNvSpPr txBox="1"/>
            <p:nvPr/>
          </p:nvSpPr>
          <p:spPr>
            <a:xfrm>
              <a:off x="186782" y="851987"/>
              <a:ext cx="2156184" cy="2641161"/>
            </a:xfrm>
            <a:custGeom>
              <a:avLst/>
              <a:gdLst>
                <a:gd name="connsiteX0" fmla="*/ 2156184 w 2156184"/>
                <a:gd name="connsiteY0" fmla="*/ 2429866 h 2641161"/>
                <a:gd name="connsiteX1" fmla="*/ 2156184 w 2156184"/>
                <a:gd name="connsiteY1" fmla="*/ 2509104 h 2641161"/>
                <a:gd name="connsiteX2" fmla="*/ 149009 w 2156184"/>
                <a:gd name="connsiteY2" fmla="*/ 2641159 h 2641161"/>
                <a:gd name="connsiteX3" fmla="*/ 70123 w 2156184"/>
                <a:gd name="connsiteY3" fmla="*/ 2641159 h 2641161"/>
                <a:gd name="connsiteX4" fmla="*/ 0 w 2156184"/>
                <a:gd name="connsiteY4" fmla="*/ 132055 h 2641161"/>
                <a:gd name="connsiteX5" fmla="*/ 0 w 2156184"/>
                <a:gd name="connsiteY5" fmla="*/ 61627 h 2641161"/>
                <a:gd name="connsiteX6" fmla="*/ 1998412 w 2156184"/>
                <a:gd name="connsiteY6" fmla="*/ 202492 h 2641161"/>
                <a:gd name="connsiteX7" fmla="*/ 2086061 w 2156184"/>
                <a:gd name="connsiteY7" fmla="*/ 202492 h 2641161"/>
                <a:gd name="connsiteX8" fmla="*/ 2156184 w 2156184"/>
                <a:gd name="connsiteY8" fmla="*/ 2429866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6184" h="2641159">
                  <a:moveTo>
                    <a:pt x="2156184" y="2429866"/>
                  </a:moveTo>
                  <a:cubicBezTo>
                    <a:pt x="2156184" y="2509104"/>
                    <a:pt x="2086061" y="2570731"/>
                    <a:pt x="1998412" y="2570731"/>
                  </a:cubicBezTo>
                  <a:cubicBezTo>
                    <a:pt x="149009" y="2641159"/>
                    <a:pt x="149009" y="2641159"/>
                    <a:pt x="149009" y="2641159"/>
                  </a:cubicBezTo>
                  <a:cubicBezTo>
                    <a:pt x="70123" y="2641159"/>
                    <a:pt x="0" y="2579532"/>
                    <a:pt x="0" y="2500303"/>
                  </a:cubicBezTo>
                  <a:cubicBezTo>
                    <a:pt x="0" y="132055"/>
                    <a:pt x="0" y="132055"/>
                    <a:pt x="0" y="132055"/>
                  </a:cubicBezTo>
                  <a:cubicBezTo>
                    <a:pt x="0" y="61627"/>
                    <a:pt x="70123" y="0"/>
                    <a:pt x="149009" y="0"/>
                  </a:cubicBezTo>
                  <a:cubicBezTo>
                    <a:pt x="1998412" y="202492"/>
                    <a:pt x="1998412" y="202492"/>
                    <a:pt x="1998412" y="202492"/>
                  </a:cubicBezTo>
                  <a:cubicBezTo>
                    <a:pt x="2086061" y="202492"/>
                    <a:pt x="2156184" y="264119"/>
                    <a:pt x="2156184" y="343348"/>
                  </a:cubicBezTo>
                  <a:lnTo>
                    <a:pt x="2156184" y="2429866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6"/>
            <p:cNvSpPr txBox="1"/>
            <p:nvPr/>
          </p:nvSpPr>
          <p:spPr>
            <a:xfrm>
              <a:off x="2379011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849842 h 3008170"/>
                <a:gd name="connsiteX1" fmla="*/ 2359352 w 2359351"/>
                <a:gd name="connsiteY1" fmla="*/ 2937805 h 3008170"/>
                <a:gd name="connsiteX2" fmla="*/ 166649 w 2359351"/>
                <a:gd name="connsiteY2" fmla="*/ 2929004 h 3008170"/>
                <a:gd name="connsiteX3" fmla="*/ 70171 w 2359351"/>
                <a:gd name="connsiteY3" fmla="*/ 2929004 h 3008170"/>
                <a:gd name="connsiteX4" fmla="*/ 0 w 2359351"/>
                <a:gd name="connsiteY4" fmla="*/ 387020 h 3008170"/>
                <a:gd name="connsiteX5" fmla="*/ 0 w 2359351"/>
                <a:gd name="connsiteY5" fmla="*/ 307858 h 3008170"/>
                <a:gd name="connsiteX6" fmla="*/ 2192703 w 2359351"/>
                <a:gd name="connsiteY6" fmla="*/ 0 h 3008170"/>
                <a:gd name="connsiteX7" fmla="*/ 2289181 w 2359351"/>
                <a:gd name="connsiteY7" fmla="*/ 0 h 3008170"/>
                <a:gd name="connsiteX8" fmla="*/ 2359352 w 2359351"/>
                <a:gd name="connsiteY8" fmla="*/ 2849842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849842"/>
                  </a:moveTo>
                  <a:cubicBezTo>
                    <a:pt x="2359352" y="2937805"/>
                    <a:pt x="2289181" y="3008166"/>
                    <a:pt x="2192703" y="3008166"/>
                  </a:cubicBezTo>
                  <a:cubicBezTo>
                    <a:pt x="166649" y="2929004"/>
                    <a:pt x="166649" y="2929004"/>
                    <a:pt x="166649" y="2929004"/>
                  </a:cubicBezTo>
                  <a:cubicBezTo>
                    <a:pt x="70171" y="2929004"/>
                    <a:pt x="0" y="2858643"/>
                    <a:pt x="0" y="2770680"/>
                  </a:cubicBezTo>
                  <a:cubicBezTo>
                    <a:pt x="0" y="387020"/>
                    <a:pt x="0" y="387020"/>
                    <a:pt x="0" y="387020"/>
                  </a:cubicBezTo>
                  <a:cubicBezTo>
                    <a:pt x="0" y="307858"/>
                    <a:pt x="70171" y="237487"/>
                    <a:pt x="166649" y="237487"/>
                  </a:cubicBezTo>
                  <a:cubicBezTo>
                    <a:pt x="2192703" y="0"/>
                    <a:pt x="2192703" y="0"/>
                    <a:pt x="2192703" y="0"/>
                  </a:cubicBezTo>
                  <a:cubicBezTo>
                    <a:pt x="2289181" y="0"/>
                    <a:pt x="2359352" y="70371"/>
                    <a:pt x="2359352" y="158325"/>
                  </a:cubicBezTo>
                  <a:lnTo>
                    <a:pt x="2359352" y="2849842"/>
                  </a:lnTo>
                  <a:close/>
                </a:path>
              </a:pathLst>
            </a:custGeom>
            <a:solidFill>
              <a:srgbClr val="F5B642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7"/>
            <p:cNvSpPr txBox="1"/>
            <p:nvPr/>
          </p:nvSpPr>
          <p:spPr>
            <a:xfrm>
              <a:off x="2405227" y="851987"/>
              <a:ext cx="2149631" cy="2641161"/>
            </a:xfrm>
            <a:custGeom>
              <a:avLst/>
              <a:gdLst>
                <a:gd name="connsiteX0" fmla="*/ 2149631 w 2149631"/>
                <a:gd name="connsiteY0" fmla="*/ 2500303 h 2641161"/>
                <a:gd name="connsiteX1" fmla="*/ 2149631 w 2149631"/>
                <a:gd name="connsiteY1" fmla="*/ 2579532 h 2641161"/>
                <a:gd name="connsiteX2" fmla="*/ 149162 w 2149631"/>
                <a:gd name="connsiteY2" fmla="*/ 2570731 h 2641161"/>
                <a:gd name="connsiteX3" fmla="*/ 70190 w 2149631"/>
                <a:gd name="connsiteY3" fmla="*/ 2570731 h 2641161"/>
                <a:gd name="connsiteX4" fmla="*/ 0 w 2149631"/>
                <a:gd name="connsiteY4" fmla="*/ 343348 h 2641161"/>
                <a:gd name="connsiteX5" fmla="*/ 0 w 2149631"/>
                <a:gd name="connsiteY5" fmla="*/ 264119 h 2641161"/>
                <a:gd name="connsiteX6" fmla="*/ 2000469 w 2149631"/>
                <a:gd name="connsiteY6" fmla="*/ 0 h 2641161"/>
                <a:gd name="connsiteX7" fmla="*/ 2079441 w 2149631"/>
                <a:gd name="connsiteY7" fmla="*/ 0 h 2641161"/>
                <a:gd name="connsiteX8" fmla="*/ 2149631 w 2149631"/>
                <a:gd name="connsiteY8" fmla="*/ 2500303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631" h="2641159">
                  <a:moveTo>
                    <a:pt x="2149631" y="2500303"/>
                  </a:moveTo>
                  <a:cubicBezTo>
                    <a:pt x="2149631" y="2579532"/>
                    <a:pt x="2079441" y="2641159"/>
                    <a:pt x="2000469" y="2641159"/>
                  </a:cubicBezTo>
                  <a:cubicBezTo>
                    <a:pt x="149162" y="2570731"/>
                    <a:pt x="149162" y="2570731"/>
                    <a:pt x="149162" y="2570731"/>
                  </a:cubicBezTo>
                  <a:cubicBezTo>
                    <a:pt x="70190" y="2570731"/>
                    <a:pt x="0" y="2509104"/>
                    <a:pt x="0" y="2429866"/>
                  </a:cubicBezTo>
                  <a:cubicBezTo>
                    <a:pt x="0" y="343348"/>
                    <a:pt x="0" y="343348"/>
                    <a:pt x="0" y="343348"/>
                  </a:cubicBezTo>
                  <a:cubicBezTo>
                    <a:pt x="0" y="264119"/>
                    <a:pt x="70190" y="202492"/>
                    <a:pt x="149162" y="202492"/>
                  </a:cubicBezTo>
                  <a:cubicBezTo>
                    <a:pt x="2000469" y="0"/>
                    <a:pt x="2000469" y="0"/>
                    <a:pt x="2000469" y="0"/>
                  </a:cubicBezTo>
                  <a:cubicBezTo>
                    <a:pt x="2079441" y="0"/>
                    <a:pt x="2149631" y="61627"/>
                    <a:pt x="2149631" y="132055"/>
                  </a:cubicBezTo>
                  <a:lnTo>
                    <a:pt x="2149631" y="2500303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形状8"/>
            <p:cNvSpPr txBox="1"/>
            <p:nvPr/>
          </p:nvSpPr>
          <p:spPr>
            <a:xfrm>
              <a:off x="2421611" y="0"/>
              <a:ext cx="1789174" cy="3614392"/>
            </a:xfrm>
            <a:custGeom>
              <a:avLst/>
              <a:gdLst>
                <a:gd name="connsiteX0" fmla="*/ 1789174 w 1789174"/>
                <a:gd name="connsiteY0" fmla="*/ 2859963 h 3614392"/>
                <a:gd name="connsiteX1" fmla="*/ 1789174 w 1789174"/>
                <a:gd name="connsiteY1" fmla="*/ 2968399 h 3614392"/>
                <a:gd name="connsiteX2" fmla="*/ 201720 w 1789174"/>
                <a:gd name="connsiteY2" fmla="*/ 3591923 h 3614392"/>
                <a:gd name="connsiteX3" fmla="*/ 17545 w 1789174"/>
                <a:gd name="connsiteY3" fmla="*/ 3664213 h 3614392"/>
                <a:gd name="connsiteX4" fmla="*/ 0 w 1789174"/>
                <a:gd name="connsiteY4" fmla="*/ 1070726 h 3614392"/>
                <a:gd name="connsiteX5" fmla="*/ 0 w 1789174"/>
                <a:gd name="connsiteY5" fmla="*/ 962290 h 3614392"/>
                <a:gd name="connsiteX6" fmla="*/ 1569909 w 1789174"/>
                <a:gd name="connsiteY6" fmla="*/ 31527 h 3614392"/>
                <a:gd name="connsiteX7" fmla="*/ 1727776 w 1789174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9174" h="3614392">
                  <a:moveTo>
                    <a:pt x="1789174" y="2859963"/>
                  </a:moveTo>
                  <a:cubicBezTo>
                    <a:pt x="1789174" y="2968399"/>
                    <a:pt x="1701468" y="3004544"/>
                    <a:pt x="1613762" y="3040690"/>
                  </a:cubicBezTo>
                  <a:cubicBezTo>
                    <a:pt x="201720" y="3591923"/>
                    <a:pt x="201720" y="3591923"/>
                    <a:pt x="201720" y="3591923"/>
                  </a:cubicBezTo>
                  <a:cubicBezTo>
                    <a:pt x="17545" y="3664213"/>
                    <a:pt x="0" y="3546734"/>
                    <a:pt x="0" y="3456375"/>
                  </a:cubicBezTo>
                  <a:cubicBezTo>
                    <a:pt x="0" y="1070726"/>
                    <a:pt x="0" y="1070726"/>
                    <a:pt x="0" y="1070726"/>
                  </a:cubicBezTo>
                  <a:cubicBezTo>
                    <a:pt x="0" y="962290"/>
                    <a:pt x="43853" y="899034"/>
                    <a:pt x="122787" y="853854"/>
                  </a:cubicBezTo>
                  <a:cubicBezTo>
                    <a:pt x="1569909" y="31527"/>
                    <a:pt x="1569909" y="31527"/>
                    <a:pt x="1569909" y="31527"/>
                  </a:cubicBezTo>
                  <a:cubicBezTo>
                    <a:pt x="1727776" y="-49798"/>
                    <a:pt x="1789174" y="40570"/>
                    <a:pt x="1789174" y="139972"/>
                  </a:cubicBezTo>
                  <a:close/>
                </a:path>
              </a:pathLst>
            </a:custGeom>
            <a:solidFill>
              <a:srgbClr val="FE672E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形状9"/>
            <p:cNvSpPr txBox="1"/>
            <p:nvPr/>
          </p:nvSpPr>
          <p:spPr>
            <a:xfrm>
              <a:off x="2421611" y="209719"/>
              <a:ext cx="1648269" cy="3237551"/>
            </a:xfrm>
            <a:custGeom>
              <a:avLst/>
              <a:gdLst>
                <a:gd name="connsiteX0" fmla="*/ 1648269 w 1648269"/>
                <a:gd name="connsiteY0" fmla="*/ 2533317 h 3237551"/>
                <a:gd name="connsiteX1" fmla="*/ 1648269 w 1648269"/>
                <a:gd name="connsiteY1" fmla="*/ 2605059 h 3237551"/>
                <a:gd name="connsiteX2" fmla="*/ 115932 w 1648269"/>
                <a:gd name="connsiteY2" fmla="*/ 3223853 h 3237551"/>
                <a:gd name="connsiteX3" fmla="*/ -16930 w 1648269"/>
                <a:gd name="connsiteY3" fmla="*/ 3277653 h 3237551"/>
                <a:gd name="connsiteX4" fmla="*/ 785 w 1648269"/>
                <a:gd name="connsiteY4" fmla="*/ 999797 h 3237551"/>
                <a:gd name="connsiteX5" fmla="*/ 785 w 1648269"/>
                <a:gd name="connsiteY5" fmla="*/ 910122 h 3237551"/>
                <a:gd name="connsiteX6" fmla="*/ 1506544 w 1648269"/>
                <a:gd name="connsiteY6" fmla="*/ 22291 h 3237551"/>
                <a:gd name="connsiteX7" fmla="*/ 1595122 w 1648269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8269" h="3237551">
                  <a:moveTo>
                    <a:pt x="1648269" y="2533317"/>
                  </a:moveTo>
                  <a:cubicBezTo>
                    <a:pt x="1648269" y="2605059"/>
                    <a:pt x="1586260" y="2667839"/>
                    <a:pt x="1479976" y="2694744"/>
                  </a:cubicBezTo>
                  <a:cubicBezTo>
                    <a:pt x="115932" y="3223853"/>
                    <a:pt x="115932" y="3223853"/>
                    <a:pt x="115932" y="3223853"/>
                  </a:cubicBezTo>
                  <a:cubicBezTo>
                    <a:pt x="-16930" y="3277653"/>
                    <a:pt x="785" y="3161073"/>
                    <a:pt x="785" y="3080359"/>
                  </a:cubicBezTo>
                  <a:cubicBezTo>
                    <a:pt x="785" y="999797"/>
                    <a:pt x="785" y="999797"/>
                    <a:pt x="785" y="999797"/>
                  </a:cubicBezTo>
                  <a:cubicBezTo>
                    <a:pt x="785" y="910122"/>
                    <a:pt x="36216" y="856313"/>
                    <a:pt x="115932" y="811475"/>
                  </a:cubicBezTo>
                  <a:cubicBezTo>
                    <a:pt x="1506544" y="22291"/>
                    <a:pt x="1506544" y="22291"/>
                    <a:pt x="1506544" y="22291"/>
                  </a:cubicBezTo>
                  <a:cubicBezTo>
                    <a:pt x="1595122" y="-22546"/>
                    <a:pt x="1648269" y="-4613"/>
                    <a:pt x="1648269" y="120938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形状10"/>
            <p:cNvSpPr txBox="1"/>
            <p:nvPr/>
          </p:nvSpPr>
          <p:spPr>
            <a:xfrm>
              <a:off x="386672" y="0"/>
              <a:ext cx="1939911" cy="3614392"/>
            </a:xfrm>
            <a:custGeom>
              <a:avLst/>
              <a:gdLst>
                <a:gd name="connsiteX0" fmla="*/ 0 w 1939911"/>
                <a:gd name="connsiteY0" fmla="*/ 2859963 h 3614392"/>
                <a:gd name="connsiteX1" fmla="*/ 0 w 1939911"/>
                <a:gd name="connsiteY1" fmla="*/ 2968399 h 3614392"/>
                <a:gd name="connsiteX2" fmla="*/ 1720464 w 1939911"/>
                <a:gd name="connsiteY2" fmla="*/ 3591923 h 3614392"/>
                <a:gd name="connsiteX3" fmla="*/ 1913584 w 1939911"/>
                <a:gd name="connsiteY3" fmla="*/ 3664213 h 3614392"/>
                <a:gd name="connsiteX4" fmla="*/ 1939911 w 1939911"/>
                <a:gd name="connsiteY4" fmla="*/ 1070726 h 3614392"/>
                <a:gd name="connsiteX5" fmla="*/ 1939911 w 1939911"/>
                <a:gd name="connsiteY5" fmla="*/ 962290 h 3614392"/>
                <a:gd name="connsiteX6" fmla="*/ 228229 w 1939911"/>
                <a:gd name="connsiteY6" fmla="*/ 31527 h 3614392"/>
                <a:gd name="connsiteX7" fmla="*/ 61446 w 1939911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9911" h="3614392">
                  <a:moveTo>
                    <a:pt x="0" y="2859963"/>
                  </a:moveTo>
                  <a:cubicBezTo>
                    <a:pt x="0" y="2968399"/>
                    <a:pt x="87782" y="3004544"/>
                    <a:pt x="184338" y="3040690"/>
                  </a:cubicBezTo>
                  <a:cubicBezTo>
                    <a:pt x="1720464" y="3591923"/>
                    <a:pt x="1720464" y="3591923"/>
                    <a:pt x="1720464" y="3591923"/>
                  </a:cubicBezTo>
                  <a:cubicBezTo>
                    <a:pt x="1913584" y="3664213"/>
                    <a:pt x="1939911" y="3546734"/>
                    <a:pt x="1939911" y="3456375"/>
                  </a:cubicBezTo>
                  <a:cubicBezTo>
                    <a:pt x="1939911" y="1070726"/>
                    <a:pt x="1939911" y="1070726"/>
                    <a:pt x="1939911" y="1070726"/>
                  </a:cubicBezTo>
                  <a:cubicBezTo>
                    <a:pt x="1939911" y="962290"/>
                    <a:pt x="1896020" y="899034"/>
                    <a:pt x="1799465" y="853854"/>
                  </a:cubicBezTo>
                  <a:cubicBezTo>
                    <a:pt x="228229" y="31527"/>
                    <a:pt x="228229" y="31527"/>
                    <a:pt x="228229" y="31527"/>
                  </a:cubicBezTo>
                  <a:cubicBezTo>
                    <a:pt x="61446" y="-49798"/>
                    <a:pt x="0" y="40570"/>
                    <a:pt x="0" y="139972"/>
                  </a:cubicBezTo>
                  <a:close/>
                </a:path>
              </a:pathLst>
            </a:custGeom>
            <a:solidFill>
              <a:srgbClr val="986F69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11"/>
            <p:cNvSpPr txBox="1"/>
            <p:nvPr/>
          </p:nvSpPr>
          <p:spPr>
            <a:xfrm>
              <a:off x="537406" y="209719"/>
              <a:ext cx="1779342" cy="3237551"/>
            </a:xfrm>
            <a:custGeom>
              <a:avLst/>
              <a:gdLst>
                <a:gd name="connsiteX0" fmla="*/ 0 w 1779342"/>
                <a:gd name="connsiteY0" fmla="*/ 2533317 h 3237551"/>
                <a:gd name="connsiteX1" fmla="*/ 0 w 1779342"/>
                <a:gd name="connsiteY1" fmla="*/ 2605059 h 3237551"/>
                <a:gd name="connsiteX2" fmla="*/ 1654751 w 1779342"/>
                <a:gd name="connsiteY2" fmla="*/ 3223853 h 3237551"/>
                <a:gd name="connsiteX3" fmla="*/ 1796337 w 1779342"/>
                <a:gd name="connsiteY3" fmla="*/ 3277653 h 3237551"/>
                <a:gd name="connsiteX4" fmla="*/ 1778634 w 1779342"/>
                <a:gd name="connsiteY4" fmla="*/ 999797 h 3237551"/>
                <a:gd name="connsiteX5" fmla="*/ 1778634 w 1779342"/>
                <a:gd name="connsiteY5" fmla="*/ 910122 h 3237551"/>
                <a:gd name="connsiteX6" fmla="*/ 150432 w 1779342"/>
                <a:gd name="connsiteY6" fmla="*/ 22291 h 3237551"/>
                <a:gd name="connsiteX7" fmla="*/ 61946 w 1779342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9342" h="3237551">
                  <a:moveTo>
                    <a:pt x="0" y="2533317"/>
                  </a:moveTo>
                  <a:cubicBezTo>
                    <a:pt x="0" y="2605059"/>
                    <a:pt x="70793" y="2667839"/>
                    <a:pt x="176982" y="2694744"/>
                  </a:cubicBezTo>
                  <a:cubicBezTo>
                    <a:pt x="1654751" y="3223853"/>
                    <a:pt x="1654751" y="3223853"/>
                    <a:pt x="1654751" y="3223853"/>
                  </a:cubicBezTo>
                  <a:cubicBezTo>
                    <a:pt x="1796337" y="3277653"/>
                    <a:pt x="1778634" y="3161073"/>
                    <a:pt x="1778634" y="3080359"/>
                  </a:cubicBezTo>
                  <a:cubicBezTo>
                    <a:pt x="1778634" y="999797"/>
                    <a:pt x="1778634" y="999797"/>
                    <a:pt x="1778634" y="999797"/>
                  </a:cubicBezTo>
                  <a:cubicBezTo>
                    <a:pt x="1778634" y="910122"/>
                    <a:pt x="1743237" y="856313"/>
                    <a:pt x="1654751" y="811475"/>
                  </a:cubicBezTo>
                  <a:cubicBezTo>
                    <a:pt x="150432" y="22291"/>
                    <a:pt x="150432" y="22291"/>
                    <a:pt x="150432" y="22291"/>
                  </a:cubicBezTo>
                  <a:cubicBezTo>
                    <a:pt x="61946" y="-22546"/>
                    <a:pt x="0" y="-4613"/>
                    <a:pt x="0" y="120938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形状12"/>
            <p:cNvSpPr txBox="1"/>
            <p:nvPr/>
          </p:nvSpPr>
          <p:spPr>
            <a:xfrm>
              <a:off x="2139800" y="3086814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形状13"/>
            <p:cNvSpPr txBox="1"/>
            <p:nvPr/>
          </p:nvSpPr>
          <p:spPr>
            <a:xfrm>
              <a:off x="2139800" y="2841049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96755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96755"/>
                  </a:cubicBezTo>
                  <a:cubicBezTo>
                    <a:pt x="122911" y="96755"/>
                    <a:pt x="122911" y="96755"/>
                    <a:pt x="122911" y="96755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形状14"/>
            <p:cNvSpPr txBox="1"/>
            <p:nvPr/>
          </p:nvSpPr>
          <p:spPr>
            <a:xfrm>
              <a:off x="2139800" y="2595284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22339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22339 h 157290"/>
                <a:gd name="connsiteX7" fmla="*/ 87792 w 465315"/>
                <a:gd name="connsiteY7" fmla="*/ 122339 h 157290"/>
                <a:gd name="connsiteX8" fmla="*/ 96574 w 465315"/>
                <a:gd name="connsiteY8" fmla="*/ 113595 h 157290"/>
                <a:gd name="connsiteX9" fmla="*/ 96574 w 465315"/>
                <a:gd name="connsiteY9" fmla="*/ 113595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22339 h 157290"/>
                <a:gd name="connsiteX16" fmla="*/ 377523 w 465315"/>
                <a:gd name="connsiteY16" fmla="*/ 122339 h 157290"/>
                <a:gd name="connsiteX17" fmla="*/ 377523 w 465315"/>
                <a:gd name="connsiteY17" fmla="*/ 122339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22339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22339"/>
                  </a:cubicBezTo>
                  <a:cubicBezTo>
                    <a:pt x="0" y="122339"/>
                    <a:pt x="0" y="122339"/>
                    <a:pt x="0" y="122339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22339"/>
                  </a:cubicBezTo>
                  <a:cubicBezTo>
                    <a:pt x="87792" y="122339"/>
                    <a:pt x="87792" y="122339"/>
                    <a:pt x="87792" y="122339"/>
                  </a:cubicBezTo>
                  <a:cubicBezTo>
                    <a:pt x="87792" y="122339"/>
                    <a:pt x="87792" y="122339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13595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22339"/>
                  </a:cubicBezTo>
                  <a:cubicBezTo>
                    <a:pt x="465315" y="122339"/>
                    <a:pt x="465315" y="122339"/>
                    <a:pt x="465315" y="122339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形状15"/>
            <p:cNvSpPr txBox="1"/>
            <p:nvPr/>
          </p:nvSpPr>
          <p:spPr>
            <a:xfrm>
              <a:off x="2139800" y="2349518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13595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13595 h 157290"/>
                <a:gd name="connsiteX7" fmla="*/ 87792 w 465315"/>
                <a:gd name="connsiteY7" fmla="*/ 113595 h 157290"/>
                <a:gd name="connsiteX8" fmla="*/ 96574 w 465315"/>
                <a:gd name="connsiteY8" fmla="*/ 113595 h 157290"/>
                <a:gd name="connsiteX9" fmla="*/ 96574 w 465315"/>
                <a:gd name="connsiteY9" fmla="*/ 104861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13595 h 157290"/>
                <a:gd name="connsiteX16" fmla="*/ 377523 w 465315"/>
                <a:gd name="connsiteY16" fmla="*/ 113595 h 157290"/>
                <a:gd name="connsiteX17" fmla="*/ 377523 w 465315"/>
                <a:gd name="connsiteY17" fmla="*/ 113595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13595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13595"/>
                  </a:cubicBezTo>
                  <a:cubicBezTo>
                    <a:pt x="0" y="113595"/>
                    <a:pt x="0" y="113595"/>
                    <a:pt x="0" y="113595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13595"/>
                  </a:cubicBezTo>
                  <a:cubicBezTo>
                    <a:pt x="87792" y="113595"/>
                    <a:pt x="87792" y="113595"/>
                    <a:pt x="87792" y="113595"/>
                  </a:cubicBezTo>
                  <a:cubicBezTo>
                    <a:pt x="87792" y="113595"/>
                    <a:pt x="87792" y="113595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04861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13595"/>
                  </a:cubicBezTo>
                  <a:cubicBezTo>
                    <a:pt x="465315" y="113595"/>
                    <a:pt x="465315" y="113595"/>
                    <a:pt x="465315" y="113595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形状16"/>
            <p:cNvSpPr txBox="1"/>
            <p:nvPr/>
          </p:nvSpPr>
          <p:spPr>
            <a:xfrm>
              <a:off x="2139800" y="209392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形状17"/>
            <p:cNvSpPr txBox="1"/>
            <p:nvPr/>
          </p:nvSpPr>
          <p:spPr>
            <a:xfrm>
              <a:off x="2139800" y="1844880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15967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24882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80286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80286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24882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15967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107042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80286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形状18"/>
            <p:cNvSpPr txBox="1"/>
            <p:nvPr/>
          </p:nvSpPr>
          <p:spPr>
            <a:xfrm>
              <a:off x="2139800" y="1599114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07042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15967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71361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71361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15967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07042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98127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15967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71361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形状19"/>
            <p:cNvSpPr txBox="1"/>
            <p:nvPr/>
          </p:nvSpPr>
          <p:spPr>
            <a:xfrm>
              <a:off x="2139800" y="1343518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96755 h 167120"/>
                <a:gd name="connsiteX12" fmla="*/ 228267 w 465315"/>
                <a:gd name="connsiteY12" fmla="*/ 87954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96755"/>
                    <a:pt x="184366" y="87954"/>
                    <a:pt x="228267" y="87954"/>
                  </a:cubicBezTo>
                  <a:cubicBezTo>
                    <a:pt x="228267" y="87954"/>
                    <a:pt x="228267" y="87954"/>
                    <a:pt x="228267" y="87954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形状20"/>
            <p:cNvSpPr txBox="1"/>
            <p:nvPr/>
          </p:nvSpPr>
          <p:spPr>
            <a:xfrm>
              <a:off x="2139800" y="109775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20" name="形状1"/>
          <p:cNvSpPr txBox="1"/>
          <p:nvPr/>
        </p:nvSpPr>
        <p:spPr>
          <a:xfrm>
            <a:off x="7340064" y="2040962"/>
            <a:ext cx="2916818" cy="833377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1" name="形状2"/>
          <p:cNvSpPr txBox="1"/>
          <p:nvPr/>
        </p:nvSpPr>
        <p:spPr>
          <a:xfrm>
            <a:off x="7612873" y="2205510"/>
            <a:ext cx="2447837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PART TWO</a:t>
            </a:r>
          </a:p>
        </p:txBody>
      </p:sp>
      <p:sp>
        <p:nvSpPr>
          <p:cNvPr id="22" name="文本1"/>
          <p:cNvSpPr txBox="1"/>
          <p:nvPr/>
        </p:nvSpPr>
        <p:spPr>
          <a:xfrm>
            <a:off x="6557107" y="3220540"/>
            <a:ext cx="5145911" cy="221234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200"/>
              </a:lnSpc>
            </a:pPr>
            <a:r>
              <a:rPr lang="zh-CN" altLang="en-US" sz="6000" b="1" i="0" dirty="0">
                <a:solidFill>
                  <a:srgbClr val="986F69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信息技术的发展方向</a:t>
            </a:r>
          </a:p>
        </p:txBody>
      </p:sp>
      <p:sp>
        <p:nvSpPr>
          <p:cNvPr id="23" name="形状3"/>
          <p:cNvSpPr txBox="1"/>
          <p:nvPr/>
        </p:nvSpPr>
        <p:spPr>
          <a:xfrm>
            <a:off x="6951976" y="3435554"/>
            <a:ext cx="7937" cy="1728192"/>
          </a:xfrm>
          <a:prstGeom prst="line"/>
          <a:solidFill>
            <a:srgbClr val="FFFFFF">
              <a:alpha val="0"/>
            </a:srgbClr>
          </a:solidFill>
          <a:ln w="7937">
            <a:solidFill>
              <a:srgbClr val="D8D8D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-1" y="3685234"/>
            <a:ext cx="3529014" cy="181135"/>
          </a:xfrm>
          <a:prstGeom prst="rect"/>
          <a:solidFill>
            <a:srgbClr val="F2F2F2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8680450" y="3708400"/>
            <a:ext cx="3511550" cy="181135"/>
          </a:xfrm>
          <a:prstGeom prst="rect"/>
          <a:solidFill>
            <a:srgbClr val="F2F2F2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3235851" y="2541115"/>
            <a:ext cx="2290380" cy="2292577"/>
          </a:xfrm>
          <a:prstGeom prst="blockArc"/>
          <a:solidFill>
            <a:srgbClr val="F2F2F2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形状4"/>
          <p:cNvSpPr txBox="1"/>
          <p:nvPr/>
        </p:nvSpPr>
        <p:spPr>
          <a:xfrm>
            <a:off x="3791586" y="3114259"/>
            <a:ext cx="1145190" cy="1146289"/>
          </a:xfrm>
          <a:prstGeom prst="ellipse"/>
          <a:solidFill>
            <a:srgbClr val="21A5B1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形状5"/>
          <p:cNvSpPr txBox="1"/>
          <p:nvPr/>
        </p:nvSpPr>
        <p:spPr>
          <a:xfrm>
            <a:off x="4156885" y="3484779"/>
            <a:ext cx="414590" cy="405249"/>
          </a:xfrm>
          <a:custGeom>
            <a:avLst/>
            <a:gdLst>
              <a:gd name="connsiteX0" fmla="*/ 111775 w 414590"/>
              <a:gd name="connsiteY0" fmla="*/ 251011 h 405249"/>
              <a:gd name="connsiteX1" fmla="*/ 118547 w 414590"/>
              <a:gd name="connsiteY1" fmla="*/ 261832 h 405249"/>
              <a:gd name="connsiteX2" fmla="*/ 68417 w 414590"/>
              <a:gd name="connsiteY2" fmla="*/ 293626 h 405249"/>
              <a:gd name="connsiteX3" fmla="*/ 35899 w 414590"/>
              <a:gd name="connsiteY3" fmla="*/ 337603 h 405249"/>
              <a:gd name="connsiteX4" fmla="*/ 320427 w 414590"/>
              <a:gd name="connsiteY4" fmla="*/ 370073 h 405249"/>
              <a:gd name="connsiteX5" fmla="*/ 378681 w 414590"/>
              <a:gd name="connsiteY5" fmla="*/ 313924 h 405249"/>
              <a:gd name="connsiteX6" fmla="*/ 289261 w 414590"/>
              <a:gd name="connsiteY6" fmla="*/ 272662 h 405249"/>
              <a:gd name="connsiteX7" fmla="*/ 365813 w 414590"/>
              <a:gd name="connsiteY7" fmla="*/ 263184 h 405249"/>
              <a:gd name="connsiteX8" fmla="*/ 414590 w 414590"/>
              <a:gd name="connsiteY8" fmla="*/ 377512 h 405249"/>
              <a:gd name="connsiteX9" fmla="*/ 104326 w 414590"/>
              <a:gd name="connsiteY9" fmla="*/ 405249 h 405249"/>
              <a:gd name="connsiteX10" fmla="*/ 0 w 414590"/>
              <a:gd name="connsiteY10" fmla="*/ 287540 h 405249"/>
              <a:gd name="connsiteX0" fmla="*/ 207614 w 414590"/>
              <a:gd name="connsiteY0" fmla="*/ 81248 h 405249"/>
              <a:gd name="connsiteX1" fmla="*/ 231760 w 414590"/>
              <a:gd name="connsiteY1" fmla="*/ 81248 h 405249"/>
              <a:gd name="connsiteX2" fmla="*/ 251333 w 414590"/>
              <a:gd name="connsiteY2" fmla="*/ 149447 h 405249"/>
              <a:gd name="connsiteX3" fmla="*/ 183478 w 414590"/>
              <a:gd name="connsiteY3" fmla="*/ 169116 h 405249"/>
              <a:gd name="connsiteX4" fmla="*/ 163904 w 414590"/>
              <a:gd name="connsiteY4" fmla="*/ 100917 h 405249"/>
              <a:gd name="connsiteX0" fmla="*/ 207957 w 414590"/>
              <a:gd name="connsiteY0" fmla="*/ 53445 h 405249"/>
              <a:gd name="connsiteX1" fmla="*/ 167991 w 414590"/>
              <a:gd name="connsiteY1" fmla="*/ 53445 h 405249"/>
              <a:gd name="connsiteX2" fmla="*/ 135473 w 414590"/>
              <a:gd name="connsiteY2" fmla="*/ 165087 h 405249"/>
              <a:gd name="connsiteX3" fmla="*/ 247247 w 414590"/>
              <a:gd name="connsiteY3" fmla="*/ 196881 h 405249"/>
              <a:gd name="connsiteX4" fmla="*/ 279765 w 414590"/>
              <a:gd name="connsiteY4" fmla="*/ 85248 h 405249"/>
              <a:gd name="connsiteX0" fmla="*/ 207957 w 414590"/>
              <a:gd name="connsiteY0" fmla="*/ 0 h 405249"/>
              <a:gd name="connsiteX1" fmla="*/ 275022 w 414590"/>
              <a:gd name="connsiteY1" fmla="*/ 0 h 405249"/>
              <a:gd name="connsiteX2" fmla="*/ 329209 w 414590"/>
              <a:gd name="connsiteY2" fmla="*/ 169821 h 405249"/>
              <a:gd name="connsiteX3" fmla="*/ 225569 w 414590"/>
              <a:gd name="connsiteY3" fmla="*/ 317315 h 405249"/>
              <a:gd name="connsiteX4" fmla="*/ 198470 w 414590"/>
              <a:gd name="connsiteY4" fmla="*/ 322048 h 405249"/>
              <a:gd name="connsiteX5" fmla="*/ 148341 w 414590"/>
              <a:gd name="connsiteY5" fmla="*/ 261832 h 405249"/>
              <a:gd name="connsiteX6" fmla="*/ 86019 w 414590"/>
              <a:gd name="connsiteY6" fmla="*/ 54807 h 405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590" h="405249">
                <a:moveTo>
                  <a:pt x="111775" y="251011"/>
                </a:moveTo>
                <a:cubicBezTo>
                  <a:pt x="118547" y="261832"/>
                  <a:pt x="125329" y="272662"/>
                  <a:pt x="132777" y="284158"/>
                </a:cubicBezTo>
                <a:cubicBezTo>
                  <a:pt x="68417" y="293626"/>
                  <a:pt x="35899" y="313924"/>
                  <a:pt x="35899" y="324068"/>
                </a:cubicBezTo>
                <a:cubicBezTo>
                  <a:pt x="35899" y="337603"/>
                  <a:pt x="94163" y="370073"/>
                  <a:pt x="207290" y="370073"/>
                </a:cubicBezTo>
                <a:cubicBezTo>
                  <a:pt x="320427" y="370073"/>
                  <a:pt x="378681" y="337603"/>
                  <a:pt x="378681" y="324068"/>
                </a:cubicBezTo>
                <a:cubicBezTo>
                  <a:pt x="378681" y="313924"/>
                  <a:pt x="345487" y="293626"/>
                  <a:pt x="281137" y="284158"/>
                </a:cubicBezTo>
                <a:cubicBezTo>
                  <a:pt x="289261" y="272662"/>
                  <a:pt x="296034" y="261832"/>
                  <a:pt x="302806" y="251011"/>
                </a:cubicBezTo>
                <a:cubicBezTo>
                  <a:pt x="365813" y="263184"/>
                  <a:pt x="414590" y="287540"/>
                  <a:pt x="414590" y="324068"/>
                </a:cubicBezTo>
                <a:cubicBezTo>
                  <a:pt x="414590" y="377512"/>
                  <a:pt x="310264" y="405249"/>
                  <a:pt x="207290" y="405249"/>
                </a:cubicBezTo>
                <a:cubicBezTo>
                  <a:pt x="104326" y="405249"/>
                  <a:pt x="0" y="377512"/>
                  <a:pt x="0" y="324068"/>
                </a:cubicBezTo>
                <a:cubicBezTo>
                  <a:pt x="0" y="287540"/>
                  <a:pt x="48101" y="263184"/>
                  <a:pt x="111775" y="251011"/>
                </a:cubicBezTo>
                <a:close/>
              </a:path>
              <a:path w="414590" h="405249">
                <a:moveTo>
                  <a:pt x="207614" y="81248"/>
                </a:moveTo>
                <a:cubicBezTo>
                  <a:pt x="231760" y="81248"/>
                  <a:pt x="251333" y="100917"/>
                  <a:pt x="251333" y="125177"/>
                </a:cubicBezTo>
                <a:cubicBezTo>
                  <a:pt x="251333" y="149447"/>
                  <a:pt x="231760" y="169116"/>
                  <a:pt x="207614" y="169116"/>
                </a:cubicBezTo>
                <a:cubicBezTo>
                  <a:pt x="183478" y="169116"/>
                  <a:pt x="163904" y="149447"/>
                  <a:pt x="163904" y="125177"/>
                </a:cubicBezTo>
                <a:cubicBezTo>
                  <a:pt x="163904" y="100917"/>
                  <a:pt x="183478" y="81248"/>
                  <a:pt x="207614" y="81248"/>
                </a:cubicBezTo>
                <a:close/>
              </a:path>
              <a:path w="414590" h="405249">
                <a:moveTo>
                  <a:pt x="207957" y="53445"/>
                </a:moveTo>
                <a:cubicBezTo>
                  <a:pt x="167991" y="53445"/>
                  <a:pt x="135473" y="85248"/>
                  <a:pt x="135473" y="125168"/>
                </a:cubicBezTo>
                <a:cubicBezTo>
                  <a:pt x="135473" y="165087"/>
                  <a:pt x="167991" y="196881"/>
                  <a:pt x="207957" y="196881"/>
                </a:cubicBezTo>
                <a:cubicBezTo>
                  <a:pt x="247247" y="196881"/>
                  <a:pt x="279765" y="165087"/>
                  <a:pt x="279765" y="125168"/>
                </a:cubicBezTo>
                <a:cubicBezTo>
                  <a:pt x="279765" y="85248"/>
                  <a:pt x="247247" y="53445"/>
                  <a:pt x="207957" y="53445"/>
                </a:cubicBezTo>
                <a:close/>
              </a:path>
              <a:path w="414590" h="405249">
                <a:moveTo>
                  <a:pt x="207957" y="0"/>
                </a:moveTo>
                <a:cubicBezTo>
                  <a:pt x="275022" y="0"/>
                  <a:pt x="329209" y="54807"/>
                  <a:pt x="329209" y="121786"/>
                </a:cubicBezTo>
                <a:cubicBezTo>
                  <a:pt x="329209" y="169821"/>
                  <a:pt x="266887" y="261832"/>
                  <a:pt x="230988" y="309866"/>
                </a:cubicBezTo>
                <a:cubicBezTo>
                  <a:pt x="225569" y="317315"/>
                  <a:pt x="216768" y="322048"/>
                  <a:pt x="207957" y="322048"/>
                </a:cubicBezTo>
                <a:cubicBezTo>
                  <a:pt x="198470" y="322048"/>
                  <a:pt x="189669" y="317315"/>
                  <a:pt x="184250" y="309866"/>
                </a:cubicBezTo>
                <a:cubicBezTo>
                  <a:pt x="148341" y="261832"/>
                  <a:pt x="86019" y="169821"/>
                  <a:pt x="86019" y="121786"/>
                </a:cubicBezTo>
                <a:cubicBezTo>
                  <a:pt x="86019" y="54807"/>
                  <a:pt x="140216" y="0"/>
                  <a:pt x="20795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6"/>
          <p:cNvSpPr txBox="1"/>
          <p:nvPr/>
        </p:nvSpPr>
        <p:spPr>
          <a:xfrm>
            <a:off x="6665769" y="2540621"/>
            <a:ext cx="2290380" cy="2292577"/>
          </a:xfrm>
          <a:prstGeom prst="blockArc"/>
          <a:solidFill>
            <a:srgbClr val="F2F2F2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7"/>
          <p:cNvSpPr txBox="1"/>
          <p:nvPr/>
        </p:nvSpPr>
        <p:spPr>
          <a:xfrm>
            <a:off x="7238364" y="3113765"/>
            <a:ext cx="1145190" cy="1146289"/>
          </a:xfrm>
          <a:prstGeom prst="ellipse"/>
          <a:solidFill>
            <a:srgbClr val="986F69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8"/>
          <p:cNvSpPr txBox="1"/>
          <p:nvPr/>
        </p:nvSpPr>
        <p:spPr>
          <a:xfrm>
            <a:off x="7603665" y="3484286"/>
            <a:ext cx="414590" cy="405249"/>
          </a:xfrm>
          <a:custGeom>
            <a:avLst/>
            <a:gdLst>
              <a:gd name="connsiteX0" fmla="*/ 111775 w 414590"/>
              <a:gd name="connsiteY0" fmla="*/ 251011 h 405249"/>
              <a:gd name="connsiteX1" fmla="*/ 118547 w 414590"/>
              <a:gd name="connsiteY1" fmla="*/ 261832 h 405249"/>
              <a:gd name="connsiteX2" fmla="*/ 68417 w 414590"/>
              <a:gd name="connsiteY2" fmla="*/ 293626 h 405249"/>
              <a:gd name="connsiteX3" fmla="*/ 35899 w 414590"/>
              <a:gd name="connsiteY3" fmla="*/ 337603 h 405249"/>
              <a:gd name="connsiteX4" fmla="*/ 320427 w 414590"/>
              <a:gd name="connsiteY4" fmla="*/ 370073 h 405249"/>
              <a:gd name="connsiteX5" fmla="*/ 378681 w 414590"/>
              <a:gd name="connsiteY5" fmla="*/ 313924 h 405249"/>
              <a:gd name="connsiteX6" fmla="*/ 289261 w 414590"/>
              <a:gd name="connsiteY6" fmla="*/ 272662 h 405249"/>
              <a:gd name="connsiteX7" fmla="*/ 365813 w 414590"/>
              <a:gd name="connsiteY7" fmla="*/ 263184 h 405249"/>
              <a:gd name="connsiteX8" fmla="*/ 414590 w 414590"/>
              <a:gd name="connsiteY8" fmla="*/ 377512 h 405249"/>
              <a:gd name="connsiteX9" fmla="*/ 104326 w 414590"/>
              <a:gd name="connsiteY9" fmla="*/ 405249 h 405249"/>
              <a:gd name="connsiteX10" fmla="*/ 0 w 414590"/>
              <a:gd name="connsiteY10" fmla="*/ 287540 h 405249"/>
              <a:gd name="connsiteX0" fmla="*/ 207614 w 414590"/>
              <a:gd name="connsiteY0" fmla="*/ 81248 h 405249"/>
              <a:gd name="connsiteX1" fmla="*/ 231760 w 414590"/>
              <a:gd name="connsiteY1" fmla="*/ 81248 h 405249"/>
              <a:gd name="connsiteX2" fmla="*/ 251333 w 414590"/>
              <a:gd name="connsiteY2" fmla="*/ 149447 h 405249"/>
              <a:gd name="connsiteX3" fmla="*/ 183478 w 414590"/>
              <a:gd name="connsiteY3" fmla="*/ 169116 h 405249"/>
              <a:gd name="connsiteX4" fmla="*/ 163904 w 414590"/>
              <a:gd name="connsiteY4" fmla="*/ 100917 h 405249"/>
              <a:gd name="connsiteX0" fmla="*/ 207957 w 414590"/>
              <a:gd name="connsiteY0" fmla="*/ 53445 h 405249"/>
              <a:gd name="connsiteX1" fmla="*/ 167991 w 414590"/>
              <a:gd name="connsiteY1" fmla="*/ 53445 h 405249"/>
              <a:gd name="connsiteX2" fmla="*/ 135473 w 414590"/>
              <a:gd name="connsiteY2" fmla="*/ 165087 h 405249"/>
              <a:gd name="connsiteX3" fmla="*/ 247247 w 414590"/>
              <a:gd name="connsiteY3" fmla="*/ 196881 h 405249"/>
              <a:gd name="connsiteX4" fmla="*/ 279765 w 414590"/>
              <a:gd name="connsiteY4" fmla="*/ 85248 h 405249"/>
              <a:gd name="connsiteX0" fmla="*/ 207957 w 414590"/>
              <a:gd name="connsiteY0" fmla="*/ 0 h 405249"/>
              <a:gd name="connsiteX1" fmla="*/ 275022 w 414590"/>
              <a:gd name="connsiteY1" fmla="*/ 0 h 405249"/>
              <a:gd name="connsiteX2" fmla="*/ 329209 w 414590"/>
              <a:gd name="connsiteY2" fmla="*/ 169821 h 405249"/>
              <a:gd name="connsiteX3" fmla="*/ 225569 w 414590"/>
              <a:gd name="connsiteY3" fmla="*/ 317315 h 405249"/>
              <a:gd name="connsiteX4" fmla="*/ 198470 w 414590"/>
              <a:gd name="connsiteY4" fmla="*/ 322048 h 405249"/>
              <a:gd name="connsiteX5" fmla="*/ 148341 w 414590"/>
              <a:gd name="connsiteY5" fmla="*/ 261832 h 405249"/>
              <a:gd name="connsiteX6" fmla="*/ 86019 w 414590"/>
              <a:gd name="connsiteY6" fmla="*/ 54807 h 405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590" h="405249">
                <a:moveTo>
                  <a:pt x="111775" y="251011"/>
                </a:moveTo>
                <a:cubicBezTo>
                  <a:pt x="118547" y="261832"/>
                  <a:pt x="125329" y="272662"/>
                  <a:pt x="132777" y="284158"/>
                </a:cubicBezTo>
                <a:cubicBezTo>
                  <a:pt x="68417" y="293626"/>
                  <a:pt x="35899" y="313924"/>
                  <a:pt x="35899" y="324068"/>
                </a:cubicBezTo>
                <a:cubicBezTo>
                  <a:pt x="35899" y="337603"/>
                  <a:pt x="94163" y="370073"/>
                  <a:pt x="207290" y="370073"/>
                </a:cubicBezTo>
                <a:cubicBezTo>
                  <a:pt x="320427" y="370073"/>
                  <a:pt x="378681" y="337603"/>
                  <a:pt x="378681" y="324068"/>
                </a:cubicBezTo>
                <a:cubicBezTo>
                  <a:pt x="378681" y="313924"/>
                  <a:pt x="345487" y="293626"/>
                  <a:pt x="281137" y="284158"/>
                </a:cubicBezTo>
                <a:cubicBezTo>
                  <a:pt x="289261" y="272662"/>
                  <a:pt x="296034" y="261832"/>
                  <a:pt x="302806" y="251011"/>
                </a:cubicBezTo>
                <a:cubicBezTo>
                  <a:pt x="365813" y="263184"/>
                  <a:pt x="414590" y="287540"/>
                  <a:pt x="414590" y="324068"/>
                </a:cubicBezTo>
                <a:cubicBezTo>
                  <a:pt x="414590" y="377512"/>
                  <a:pt x="310264" y="405249"/>
                  <a:pt x="207290" y="405249"/>
                </a:cubicBezTo>
                <a:cubicBezTo>
                  <a:pt x="104326" y="405249"/>
                  <a:pt x="0" y="377512"/>
                  <a:pt x="0" y="324068"/>
                </a:cubicBezTo>
                <a:cubicBezTo>
                  <a:pt x="0" y="287540"/>
                  <a:pt x="48101" y="263184"/>
                  <a:pt x="111775" y="251011"/>
                </a:cubicBezTo>
                <a:close/>
              </a:path>
              <a:path w="414590" h="405249">
                <a:moveTo>
                  <a:pt x="207614" y="81248"/>
                </a:moveTo>
                <a:cubicBezTo>
                  <a:pt x="231760" y="81248"/>
                  <a:pt x="251333" y="100917"/>
                  <a:pt x="251333" y="125177"/>
                </a:cubicBezTo>
                <a:cubicBezTo>
                  <a:pt x="251333" y="149447"/>
                  <a:pt x="231760" y="169116"/>
                  <a:pt x="207614" y="169116"/>
                </a:cubicBezTo>
                <a:cubicBezTo>
                  <a:pt x="183478" y="169116"/>
                  <a:pt x="163904" y="149447"/>
                  <a:pt x="163904" y="125177"/>
                </a:cubicBezTo>
                <a:cubicBezTo>
                  <a:pt x="163904" y="100917"/>
                  <a:pt x="183478" y="81248"/>
                  <a:pt x="207614" y="81248"/>
                </a:cubicBezTo>
                <a:close/>
              </a:path>
              <a:path w="414590" h="405249">
                <a:moveTo>
                  <a:pt x="207957" y="53445"/>
                </a:moveTo>
                <a:cubicBezTo>
                  <a:pt x="167991" y="53445"/>
                  <a:pt x="135473" y="85248"/>
                  <a:pt x="135473" y="125168"/>
                </a:cubicBezTo>
                <a:cubicBezTo>
                  <a:pt x="135473" y="165087"/>
                  <a:pt x="167991" y="196881"/>
                  <a:pt x="207957" y="196881"/>
                </a:cubicBezTo>
                <a:cubicBezTo>
                  <a:pt x="247247" y="196881"/>
                  <a:pt x="279765" y="165087"/>
                  <a:pt x="279765" y="125168"/>
                </a:cubicBezTo>
                <a:cubicBezTo>
                  <a:pt x="279765" y="85248"/>
                  <a:pt x="247247" y="53445"/>
                  <a:pt x="207957" y="53445"/>
                </a:cubicBezTo>
                <a:close/>
              </a:path>
              <a:path w="414590" h="405249">
                <a:moveTo>
                  <a:pt x="207957" y="0"/>
                </a:moveTo>
                <a:cubicBezTo>
                  <a:pt x="275022" y="0"/>
                  <a:pt x="329209" y="54807"/>
                  <a:pt x="329209" y="121786"/>
                </a:cubicBezTo>
                <a:cubicBezTo>
                  <a:pt x="329209" y="169821"/>
                  <a:pt x="266887" y="261832"/>
                  <a:pt x="230988" y="309866"/>
                </a:cubicBezTo>
                <a:cubicBezTo>
                  <a:pt x="225569" y="317315"/>
                  <a:pt x="216768" y="322048"/>
                  <a:pt x="207957" y="322048"/>
                </a:cubicBezTo>
                <a:cubicBezTo>
                  <a:pt x="198470" y="322048"/>
                  <a:pt x="189669" y="317315"/>
                  <a:pt x="184250" y="309866"/>
                </a:cubicBezTo>
                <a:cubicBezTo>
                  <a:pt x="148341" y="261832"/>
                  <a:pt x="86019" y="169821"/>
                  <a:pt x="86019" y="121786"/>
                </a:cubicBezTo>
                <a:cubicBezTo>
                  <a:pt x="86019" y="54807"/>
                  <a:pt x="140216" y="0"/>
                  <a:pt x="20795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9"/>
          <p:cNvSpPr txBox="1"/>
          <p:nvPr/>
        </p:nvSpPr>
        <p:spPr>
          <a:xfrm rot="10800000">
            <a:off x="4939438" y="2530519"/>
            <a:ext cx="2290380" cy="2292577"/>
          </a:xfrm>
          <a:prstGeom prst="blockArc"/>
          <a:solidFill>
            <a:srgbClr val="F2F2F2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1" name="形状10"/>
          <p:cNvSpPr txBox="1"/>
          <p:nvPr/>
        </p:nvSpPr>
        <p:spPr>
          <a:xfrm>
            <a:off x="5524734" y="3103299"/>
            <a:ext cx="1145190" cy="1146289"/>
          </a:xfrm>
          <a:prstGeom prst="ellipse"/>
          <a:solidFill>
            <a:srgbClr val="FE672E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2" name="形状11"/>
          <p:cNvSpPr txBox="1"/>
          <p:nvPr/>
        </p:nvSpPr>
        <p:spPr>
          <a:xfrm>
            <a:off x="5890034" y="3473819"/>
            <a:ext cx="414590" cy="405249"/>
          </a:xfrm>
          <a:custGeom>
            <a:avLst/>
            <a:gdLst>
              <a:gd name="connsiteX0" fmla="*/ 111775 w 414590"/>
              <a:gd name="connsiteY0" fmla="*/ 251011 h 405249"/>
              <a:gd name="connsiteX1" fmla="*/ 118547 w 414590"/>
              <a:gd name="connsiteY1" fmla="*/ 261832 h 405249"/>
              <a:gd name="connsiteX2" fmla="*/ 68417 w 414590"/>
              <a:gd name="connsiteY2" fmla="*/ 293626 h 405249"/>
              <a:gd name="connsiteX3" fmla="*/ 35899 w 414590"/>
              <a:gd name="connsiteY3" fmla="*/ 337603 h 405249"/>
              <a:gd name="connsiteX4" fmla="*/ 320427 w 414590"/>
              <a:gd name="connsiteY4" fmla="*/ 370073 h 405249"/>
              <a:gd name="connsiteX5" fmla="*/ 378681 w 414590"/>
              <a:gd name="connsiteY5" fmla="*/ 313924 h 405249"/>
              <a:gd name="connsiteX6" fmla="*/ 289261 w 414590"/>
              <a:gd name="connsiteY6" fmla="*/ 272662 h 405249"/>
              <a:gd name="connsiteX7" fmla="*/ 365813 w 414590"/>
              <a:gd name="connsiteY7" fmla="*/ 263184 h 405249"/>
              <a:gd name="connsiteX8" fmla="*/ 414590 w 414590"/>
              <a:gd name="connsiteY8" fmla="*/ 377512 h 405249"/>
              <a:gd name="connsiteX9" fmla="*/ 104326 w 414590"/>
              <a:gd name="connsiteY9" fmla="*/ 405249 h 405249"/>
              <a:gd name="connsiteX10" fmla="*/ 0 w 414590"/>
              <a:gd name="connsiteY10" fmla="*/ 287540 h 405249"/>
              <a:gd name="connsiteX0" fmla="*/ 207614 w 414590"/>
              <a:gd name="connsiteY0" fmla="*/ 81248 h 405249"/>
              <a:gd name="connsiteX1" fmla="*/ 231760 w 414590"/>
              <a:gd name="connsiteY1" fmla="*/ 81248 h 405249"/>
              <a:gd name="connsiteX2" fmla="*/ 251333 w 414590"/>
              <a:gd name="connsiteY2" fmla="*/ 149447 h 405249"/>
              <a:gd name="connsiteX3" fmla="*/ 183478 w 414590"/>
              <a:gd name="connsiteY3" fmla="*/ 169116 h 405249"/>
              <a:gd name="connsiteX4" fmla="*/ 163904 w 414590"/>
              <a:gd name="connsiteY4" fmla="*/ 100917 h 405249"/>
              <a:gd name="connsiteX0" fmla="*/ 207957 w 414590"/>
              <a:gd name="connsiteY0" fmla="*/ 53445 h 405249"/>
              <a:gd name="connsiteX1" fmla="*/ 167991 w 414590"/>
              <a:gd name="connsiteY1" fmla="*/ 53445 h 405249"/>
              <a:gd name="connsiteX2" fmla="*/ 135473 w 414590"/>
              <a:gd name="connsiteY2" fmla="*/ 165087 h 405249"/>
              <a:gd name="connsiteX3" fmla="*/ 247247 w 414590"/>
              <a:gd name="connsiteY3" fmla="*/ 196881 h 405249"/>
              <a:gd name="connsiteX4" fmla="*/ 279765 w 414590"/>
              <a:gd name="connsiteY4" fmla="*/ 85248 h 405249"/>
              <a:gd name="connsiteX0" fmla="*/ 207957 w 414590"/>
              <a:gd name="connsiteY0" fmla="*/ 0 h 405249"/>
              <a:gd name="connsiteX1" fmla="*/ 275022 w 414590"/>
              <a:gd name="connsiteY1" fmla="*/ 0 h 405249"/>
              <a:gd name="connsiteX2" fmla="*/ 329209 w 414590"/>
              <a:gd name="connsiteY2" fmla="*/ 169821 h 405249"/>
              <a:gd name="connsiteX3" fmla="*/ 225569 w 414590"/>
              <a:gd name="connsiteY3" fmla="*/ 317315 h 405249"/>
              <a:gd name="connsiteX4" fmla="*/ 198470 w 414590"/>
              <a:gd name="connsiteY4" fmla="*/ 322048 h 405249"/>
              <a:gd name="connsiteX5" fmla="*/ 148341 w 414590"/>
              <a:gd name="connsiteY5" fmla="*/ 261832 h 405249"/>
              <a:gd name="connsiteX6" fmla="*/ 86019 w 414590"/>
              <a:gd name="connsiteY6" fmla="*/ 54807 h 405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4590" h="405249">
                <a:moveTo>
                  <a:pt x="111775" y="251011"/>
                </a:moveTo>
                <a:cubicBezTo>
                  <a:pt x="118547" y="261832"/>
                  <a:pt x="125329" y="272662"/>
                  <a:pt x="132777" y="284158"/>
                </a:cubicBezTo>
                <a:cubicBezTo>
                  <a:pt x="68417" y="293626"/>
                  <a:pt x="35899" y="313924"/>
                  <a:pt x="35899" y="324068"/>
                </a:cubicBezTo>
                <a:cubicBezTo>
                  <a:pt x="35899" y="337603"/>
                  <a:pt x="94163" y="370073"/>
                  <a:pt x="207290" y="370073"/>
                </a:cubicBezTo>
                <a:cubicBezTo>
                  <a:pt x="320427" y="370073"/>
                  <a:pt x="378681" y="337603"/>
                  <a:pt x="378681" y="324068"/>
                </a:cubicBezTo>
                <a:cubicBezTo>
                  <a:pt x="378681" y="313924"/>
                  <a:pt x="345487" y="293626"/>
                  <a:pt x="281137" y="284158"/>
                </a:cubicBezTo>
                <a:cubicBezTo>
                  <a:pt x="289261" y="272662"/>
                  <a:pt x="296034" y="261832"/>
                  <a:pt x="302806" y="251011"/>
                </a:cubicBezTo>
                <a:cubicBezTo>
                  <a:pt x="365813" y="263184"/>
                  <a:pt x="414590" y="287540"/>
                  <a:pt x="414590" y="324068"/>
                </a:cubicBezTo>
                <a:cubicBezTo>
                  <a:pt x="414590" y="377512"/>
                  <a:pt x="310264" y="405249"/>
                  <a:pt x="207290" y="405249"/>
                </a:cubicBezTo>
                <a:cubicBezTo>
                  <a:pt x="104326" y="405249"/>
                  <a:pt x="0" y="377512"/>
                  <a:pt x="0" y="324068"/>
                </a:cubicBezTo>
                <a:cubicBezTo>
                  <a:pt x="0" y="287540"/>
                  <a:pt x="48101" y="263184"/>
                  <a:pt x="111775" y="251011"/>
                </a:cubicBezTo>
                <a:close/>
              </a:path>
              <a:path w="414590" h="405249">
                <a:moveTo>
                  <a:pt x="207614" y="81248"/>
                </a:moveTo>
                <a:cubicBezTo>
                  <a:pt x="231760" y="81248"/>
                  <a:pt x="251333" y="100917"/>
                  <a:pt x="251333" y="125177"/>
                </a:cubicBezTo>
                <a:cubicBezTo>
                  <a:pt x="251333" y="149447"/>
                  <a:pt x="231760" y="169116"/>
                  <a:pt x="207614" y="169116"/>
                </a:cubicBezTo>
                <a:cubicBezTo>
                  <a:pt x="183478" y="169116"/>
                  <a:pt x="163904" y="149447"/>
                  <a:pt x="163904" y="125177"/>
                </a:cubicBezTo>
                <a:cubicBezTo>
                  <a:pt x="163904" y="100917"/>
                  <a:pt x="183478" y="81248"/>
                  <a:pt x="207614" y="81248"/>
                </a:cubicBezTo>
                <a:close/>
              </a:path>
              <a:path w="414590" h="405249">
                <a:moveTo>
                  <a:pt x="207957" y="53445"/>
                </a:moveTo>
                <a:cubicBezTo>
                  <a:pt x="167991" y="53445"/>
                  <a:pt x="135473" y="85248"/>
                  <a:pt x="135473" y="125168"/>
                </a:cubicBezTo>
                <a:cubicBezTo>
                  <a:pt x="135473" y="165087"/>
                  <a:pt x="167991" y="196881"/>
                  <a:pt x="207957" y="196881"/>
                </a:cubicBezTo>
                <a:cubicBezTo>
                  <a:pt x="247247" y="196881"/>
                  <a:pt x="279765" y="165087"/>
                  <a:pt x="279765" y="125168"/>
                </a:cubicBezTo>
                <a:cubicBezTo>
                  <a:pt x="279765" y="85248"/>
                  <a:pt x="247247" y="53445"/>
                  <a:pt x="207957" y="53445"/>
                </a:cubicBezTo>
                <a:close/>
              </a:path>
              <a:path w="414590" h="405249">
                <a:moveTo>
                  <a:pt x="207957" y="0"/>
                </a:moveTo>
                <a:cubicBezTo>
                  <a:pt x="275022" y="0"/>
                  <a:pt x="329209" y="54807"/>
                  <a:pt x="329209" y="121786"/>
                </a:cubicBezTo>
                <a:cubicBezTo>
                  <a:pt x="329209" y="169821"/>
                  <a:pt x="266887" y="261832"/>
                  <a:pt x="230988" y="309866"/>
                </a:cubicBezTo>
                <a:cubicBezTo>
                  <a:pt x="225569" y="317315"/>
                  <a:pt x="216768" y="322048"/>
                  <a:pt x="207957" y="322048"/>
                </a:cubicBezTo>
                <a:cubicBezTo>
                  <a:pt x="198470" y="322048"/>
                  <a:pt x="189669" y="317315"/>
                  <a:pt x="184250" y="309866"/>
                </a:cubicBezTo>
                <a:cubicBezTo>
                  <a:pt x="148341" y="261832"/>
                  <a:pt x="86019" y="169821"/>
                  <a:pt x="86019" y="121786"/>
                </a:cubicBezTo>
                <a:cubicBezTo>
                  <a:pt x="86019" y="54807"/>
                  <a:pt x="140216" y="0"/>
                  <a:pt x="20795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形状12"/>
          <p:cNvSpPr txBox="1"/>
          <p:nvPr/>
        </p:nvSpPr>
        <p:spPr>
          <a:xfrm>
            <a:off x="1791844" y="4249587"/>
            <a:ext cx="3924887" cy="129160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大容量化</a:t>
            </a:r>
          </a:p>
        </p:txBody>
      </p:sp>
      <p:sp>
        <p:nvSpPr>
          <p:cNvPr id="14" name="文本1"/>
          <p:cNvSpPr txBox="1"/>
          <p:nvPr/>
        </p:nvSpPr>
        <p:spPr>
          <a:xfrm>
            <a:off x="4789061" y="1651961"/>
            <a:ext cx="2796758" cy="1072505"/>
          </a:xfrm>
          <a:prstGeom prst="rect">
            <a:avLst/>
          </a:prstGeom>
          <a:noFill/>
        </p:spPr>
        <p:txBody>
          <a:bodyPr anchor="ctr"/>
          <a:lstStyle/>
          <a:p>
            <a:pPr marL="0" algn="ctr"/>
          </a:p>
        </p:txBody>
      </p:sp>
      <p:sp>
        <p:nvSpPr>
          <p:cNvPr id="15" name="形状13"/>
          <p:cNvSpPr txBox="1"/>
          <p:nvPr/>
        </p:nvSpPr>
        <p:spPr>
          <a:xfrm>
            <a:off x="5058192" y="1978724"/>
            <a:ext cx="2370672" cy="754054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高速化</a:t>
            </a:r>
          </a:p>
        </p:txBody>
      </p:sp>
      <p:sp>
        <p:nvSpPr>
          <p:cNvPr id="16" name="形状14"/>
          <p:cNvSpPr txBox="1"/>
          <p:nvPr/>
        </p:nvSpPr>
        <p:spPr>
          <a:xfrm>
            <a:off x="7238364" y="4463637"/>
            <a:ext cx="2330360" cy="740111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智能化</a:t>
            </a:r>
          </a:p>
        </p:txBody>
      </p:sp>
      <p:pic>
        <p:nvPicPr>
          <p:cNvPr id="1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63810">
            <a:off x="291880" y="140860"/>
            <a:ext cx="905540" cy="877797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179321" y="222242"/>
            <a:ext cx="2946087" cy="3833859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1400"/>
              </a:lnSpc>
            </a:pPr>
            <a:r>
              <a:rPr lang="zh-CN" altLang="en-US" sz="1100" b="0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3" name="文本1"/>
          <p:cNvSpPr txBox="1"/>
          <p:nvPr/>
        </p:nvSpPr>
        <p:spPr>
          <a:xfrm>
            <a:off x="236214" y="1260949"/>
            <a:ext cx="2796758" cy="2391423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300"/>
              </a:lnSpc>
            </a:pP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随着社会的发展，人们收集、处理和传递的信息越来越多，大容量化便成为必然趋势。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386494" y="329784"/>
            <a:ext cx="2722241" cy="875651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4300"/>
              </a:lnSpc>
            </a:pPr>
            <a:r>
              <a:rPr lang="zh-CN" altLang="en-US" sz="36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大容量化</a:t>
            </a:r>
          </a:p>
        </p:txBody>
      </p: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15" y="507416"/>
            <a:ext cx="5715000" cy="1990725"/>
          </a:xfrm>
          <a:prstGeom prst="rect">
            <a:avLst/>
          </a:prstGeom>
        </p:spPr>
      </p:pic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91" y="4246474"/>
            <a:ext cx="3305175" cy="2206209"/>
          </a:xfrm>
          <a:prstGeom prst="rect">
            <a:avLst/>
          </a:prstGeom>
        </p:spPr>
      </p:pic>
      <p:pic>
        <p:nvPicPr>
          <p:cNvPr id="7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620" y="3418170"/>
            <a:ext cx="3688556" cy="2766422"/>
          </a:xfrm>
          <a:prstGeom prst="rect">
            <a:avLst/>
          </a:prstGeom>
        </p:spPr>
      </p:pic>
      <p:pic>
        <p:nvPicPr>
          <p:cNvPr id="8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551" y="2974810"/>
            <a:ext cx="3430257" cy="344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 animBg="1"/>
      <p:bldP spid="7" grpId="0" animBg="1"/>
      <p:bldP spid="6" grpId="0" animBg="1"/>
    </p:bldLst>
  </p:timing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116205" y="280035"/>
            <a:ext cx="2946400" cy="5436870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1400"/>
              </a:lnSpc>
            </a:pPr>
            <a:r>
              <a:rPr lang="zh-CN" altLang="en-US" sz="1100" b="0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3" name="文本1"/>
          <p:cNvSpPr txBox="1"/>
          <p:nvPr/>
        </p:nvSpPr>
        <p:spPr>
          <a:xfrm>
            <a:off x="112646" y="797961"/>
            <a:ext cx="3069519" cy="4670070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300"/>
              </a:lnSpc>
            </a:pP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随着信息技术的发展，一条条信息高速公路将被建成。它们以光缆为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“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道路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”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，集电脑、电视、电话为一体，以各种图片、文字、声音和视频等信息为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“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货物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”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宋体"/>
                <a:ea typeface="宋体"/>
              </a:rPr>
              <a:t>，</a:t>
            </a:r>
            <a:r>
              <a:rPr lang="zh-CN" altLang="en-US" sz="18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在覆盖全球的信息网上高速运输信息。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751287" y="522642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28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高速化</a:t>
            </a:r>
          </a:p>
        </p:txBody>
      </p: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592" y="273434"/>
            <a:ext cx="4630836" cy="3338836"/>
          </a:xfrm>
          <a:prstGeom prst="rect">
            <a:avLst/>
          </a:prstGeom>
        </p:spPr>
      </p:pic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921" y="3757365"/>
            <a:ext cx="4391025" cy="294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281940" y="410845"/>
            <a:ext cx="2734945" cy="3669665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1400"/>
              </a:lnSpc>
            </a:pPr>
            <a:r>
              <a:rPr lang="zh-CN" altLang="en-US" sz="1100" b="0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3" name="文本1"/>
          <p:cNvSpPr txBox="1"/>
          <p:nvPr/>
        </p:nvSpPr>
        <p:spPr>
          <a:xfrm>
            <a:off x="278380" y="1527993"/>
            <a:ext cx="3052855" cy="2024613"/>
          </a:xfrm>
          <a:prstGeom prst="rect">
            <a:avLst/>
          </a:prstGeom>
          <a:noFill/>
        </p:spPr>
        <p:txBody>
          <a:bodyPr anchor="ctr"/>
          <a:lstStyle/>
          <a:p>
            <a:pPr marL="0" algn="ctr">
              <a:lnSpc>
                <a:spcPts val="4800"/>
              </a:lnSpc>
            </a:pPr>
            <a:r>
              <a:rPr lang="zh-CN" altLang="en-US" sz="20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信息技术将由代替人脑简单劳动向代替复杂劳动发展，逐渐智能化。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948137" y="765847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28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智能化</a:t>
            </a:r>
          </a:p>
        </p:txBody>
      </p: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24" y="164230"/>
            <a:ext cx="4695825" cy="3212049"/>
          </a:xfrm>
          <a:prstGeom prst="rect">
            <a:avLst/>
          </a:prstGeom>
        </p:spPr>
      </p:pic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060" y="3442678"/>
            <a:ext cx="46291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1365474" y="1590674"/>
            <a:ext cx="4738362" cy="3676652"/>
            <a:chOff x="0" y="0"/>
            <a:chExt cx="4738362" cy="3676652"/>
          </a:xfrm>
        </p:grpSpPr>
        <p:sp>
          <p:nvSpPr>
            <p:cNvPr id="3" name="形状4"/>
            <p:cNvSpPr txBox="1"/>
            <p:nvPr/>
          </p:nvSpPr>
          <p:spPr>
            <a:xfrm>
              <a:off x="0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770680 h 3008170"/>
                <a:gd name="connsiteX1" fmla="*/ 2359352 w 2359351"/>
                <a:gd name="connsiteY1" fmla="*/ 2858643 h 3008170"/>
                <a:gd name="connsiteX2" fmla="*/ 166649 w 2359351"/>
                <a:gd name="connsiteY2" fmla="*/ 3008166 h 3008170"/>
                <a:gd name="connsiteX3" fmla="*/ 70171 w 2359351"/>
                <a:gd name="connsiteY3" fmla="*/ 3008166 h 3008170"/>
                <a:gd name="connsiteX4" fmla="*/ 0 w 2359351"/>
                <a:gd name="connsiteY4" fmla="*/ 158325 h 3008170"/>
                <a:gd name="connsiteX5" fmla="*/ 0 w 2359351"/>
                <a:gd name="connsiteY5" fmla="*/ 70371 h 3008170"/>
                <a:gd name="connsiteX6" fmla="*/ 2192703 w 2359351"/>
                <a:gd name="connsiteY6" fmla="*/ 237487 h 3008170"/>
                <a:gd name="connsiteX7" fmla="*/ 2289181 w 2359351"/>
                <a:gd name="connsiteY7" fmla="*/ 237487 h 3008170"/>
                <a:gd name="connsiteX8" fmla="*/ 2359352 w 2359351"/>
                <a:gd name="connsiteY8" fmla="*/ 2770680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770680"/>
                  </a:moveTo>
                  <a:cubicBezTo>
                    <a:pt x="2359352" y="2858643"/>
                    <a:pt x="2289181" y="2929004"/>
                    <a:pt x="2192703" y="2929004"/>
                  </a:cubicBezTo>
                  <a:cubicBezTo>
                    <a:pt x="166649" y="3008166"/>
                    <a:pt x="166649" y="3008166"/>
                    <a:pt x="166649" y="3008166"/>
                  </a:cubicBezTo>
                  <a:cubicBezTo>
                    <a:pt x="70171" y="3008166"/>
                    <a:pt x="0" y="2937805"/>
                    <a:pt x="0" y="2849842"/>
                  </a:cubicBezTo>
                  <a:cubicBezTo>
                    <a:pt x="0" y="158325"/>
                    <a:pt x="0" y="158325"/>
                    <a:pt x="0" y="158325"/>
                  </a:cubicBezTo>
                  <a:cubicBezTo>
                    <a:pt x="0" y="70371"/>
                    <a:pt x="70171" y="0"/>
                    <a:pt x="166649" y="0"/>
                  </a:cubicBezTo>
                  <a:cubicBezTo>
                    <a:pt x="2192703" y="237487"/>
                    <a:pt x="2192703" y="237487"/>
                    <a:pt x="2192703" y="237487"/>
                  </a:cubicBezTo>
                  <a:cubicBezTo>
                    <a:pt x="2289181" y="237487"/>
                    <a:pt x="2359352" y="307858"/>
                    <a:pt x="2359352" y="387020"/>
                  </a:cubicBezTo>
                  <a:lnTo>
                    <a:pt x="2359352" y="2770680"/>
                  </a:lnTo>
                  <a:close/>
                </a:path>
              </a:pathLst>
            </a:custGeom>
            <a:solidFill>
              <a:srgbClr val="21A5B1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形状5"/>
            <p:cNvSpPr txBox="1"/>
            <p:nvPr/>
          </p:nvSpPr>
          <p:spPr>
            <a:xfrm>
              <a:off x="186782" y="851987"/>
              <a:ext cx="2156184" cy="2641161"/>
            </a:xfrm>
            <a:custGeom>
              <a:avLst/>
              <a:gdLst>
                <a:gd name="connsiteX0" fmla="*/ 2156184 w 2156184"/>
                <a:gd name="connsiteY0" fmla="*/ 2429866 h 2641161"/>
                <a:gd name="connsiteX1" fmla="*/ 2156184 w 2156184"/>
                <a:gd name="connsiteY1" fmla="*/ 2509104 h 2641161"/>
                <a:gd name="connsiteX2" fmla="*/ 149009 w 2156184"/>
                <a:gd name="connsiteY2" fmla="*/ 2641159 h 2641161"/>
                <a:gd name="connsiteX3" fmla="*/ 70123 w 2156184"/>
                <a:gd name="connsiteY3" fmla="*/ 2641159 h 2641161"/>
                <a:gd name="connsiteX4" fmla="*/ 0 w 2156184"/>
                <a:gd name="connsiteY4" fmla="*/ 132055 h 2641161"/>
                <a:gd name="connsiteX5" fmla="*/ 0 w 2156184"/>
                <a:gd name="connsiteY5" fmla="*/ 61627 h 2641161"/>
                <a:gd name="connsiteX6" fmla="*/ 1998412 w 2156184"/>
                <a:gd name="connsiteY6" fmla="*/ 202492 h 2641161"/>
                <a:gd name="connsiteX7" fmla="*/ 2086061 w 2156184"/>
                <a:gd name="connsiteY7" fmla="*/ 202492 h 2641161"/>
                <a:gd name="connsiteX8" fmla="*/ 2156184 w 2156184"/>
                <a:gd name="connsiteY8" fmla="*/ 2429866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6184" h="2641159">
                  <a:moveTo>
                    <a:pt x="2156184" y="2429866"/>
                  </a:moveTo>
                  <a:cubicBezTo>
                    <a:pt x="2156184" y="2509104"/>
                    <a:pt x="2086061" y="2570731"/>
                    <a:pt x="1998412" y="2570731"/>
                  </a:cubicBezTo>
                  <a:cubicBezTo>
                    <a:pt x="149009" y="2641159"/>
                    <a:pt x="149009" y="2641159"/>
                    <a:pt x="149009" y="2641159"/>
                  </a:cubicBezTo>
                  <a:cubicBezTo>
                    <a:pt x="70123" y="2641159"/>
                    <a:pt x="0" y="2579532"/>
                    <a:pt x="0" y="2500303"/>
                  </a:cubicBezTo>
                  <a:cubicBezTo>
                    <a:pt x="0" y="132055"/>
                    <a:pt x="0" y="132055"/>
                    <a:pt x="0" y="132055"/>
                  </a:cubicBezTo>
                  <a:cubicBezTo>
                    <a:pt x="0" y="61627"/>
                    <a:pt x="70123" y="0"/>
                    <a:pt x="149009" y="0"/>
                  </a:cubicBezTo>
                  <a:cubicBezTo>
                    <a:pt x="1998412" y="202492"/>
                    <a:pt x="1998412" y="202492"/>
                    <a:pt x="1998412" y="202492"/>
                  </a:cubicBezTo>
                  <a:cubicBezTo>
                    <a:pt x="2086061" y="202492"/>
                    <a:pt x="2156184" y="264119"/>
                    <a:pt x="2156184" y="343348"/>
                  </a:cubicBezTo>
                  <a:lnTo>
                    <a:pt x="2156184" y="2429866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6"/>
            <p:cNvSpPr txBox="1"/>
            <p:nvPr/>
          </p:nvSpPr>
          <p:spPr>
            <a:xfrm>
              <a:off x="2379011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849842 h 3008170"/>
                <a:gd name="connsiteX1" fmla="*/ 2359352 w 2359351"/>
                <a:gd name="connsiteY1" fmla="*/ 2937805 h 3008170"/>
                <a:gd name="connsiteX2" fmla="*/ 166649 w 2359351"/>
                <a:gd name="connsiteY2" fmla="*/ 2929004 h 3008170"/>
                <a:gd name="connsiteX3" fmla="*/ 70171 w 2359351"/>
                <a:gd name="connsiteY3" fmla="*/ 2929004 h 3008170"/>
                <a:gd name="connsiteX4" fmla="*/ 0 w 2359351"/>
                <a:gd name="connsiteY4" fmla="*/ 387020 h 3008170"/>
                <a:gd name="connsiteX5" fmla="*/ 0 w 2359351"/>
                <a:gd name="connsiteY5" fmla="*/ 307858 h 3008170"/>
                <a:gd name="connsiteX6" fmla="*/ 2192703 w 2359351"/>
                <a:gd name="connsiteY6" fmla="*/ 0 h 3008170"/>
                <a:gd name="connsiteX7" fmla="*/ 2289181 w 2359351"/>
                <a:gd name="connsiteY7" fmla="*/ 0 h 3008170"/>
                <a:gd name="connsiteX8" fmla="*/ 2359352 w 2359351"/>
                <a:gd name="connsiteY8" fmla="*/ 2849842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849842"/>
                  </a:moveTo>
                  <a:cubicBezTo>
                    <a:pt x="2359352" y="2937805"/>
                    <a:pt x="2289181" y="3008166"/>
                    <a:pt x="2192703" y="3008166"/>
                  </a:cubicBezTo>
                  <a:cubicBezTo>
                    <a:pt x="166649" y="2929004"/>
                    <a:pt x="166649" y="2929004"/>
                    <a:pt x="166649" y="2929004"/>
                  </a:cubicBezTo>
                  <a:cubicBezTo>
                    <a:pt x="70171" y="2929004"/>
                    <a:pt x="0" y="2858643"/>
                    <a:pt x="0" y="2770680"/>
                  </a:cubicBezTo>
                  <a:cubicBezTo>
                    <a:pt x="0" y="387020"/>
                    <a:pt x="0" y="387020"/>
                    <a:pt x="0" y="387020"/>
                  </a:cubicBezTo>
                  <a:cubicBezTo>
                    <a:pt x="0" y="307858"/>
                    <a:pt x="70171" y="237487"/>
                    <a:pt x="166649" y="237487"/>
                  </a:cubicBezTo>
                  <a:cubicBezTo>
                    <a:pt x="2192703" y="0"/>
                    <a:pt x="2192703" y="0"/>
                    <a:pt x="2192703" y="0"/>
                  </a:cubicBezTo>
                  <a:cubicBezTo>
                    <a:pt x="2289181" y="0"/>
                    <a:pt x="2359352" y="70371"/>
                    <a:pt x="2359352" y="158325"/>
                  </a:cubicBezTo>
                  <a:lnTo>
                    <a:pt x="2359352" y="2849842"/>
                  </a:lnTo>
                  <a:close/>
                </a:path>
              </a:pathLst>
            </a:custGeom>
            <a:solidFill>
              <a:srgbClr val="F5B642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7"/>
            <p:cNvSpPr txBox="1"/>
            <p:nvPr/>
          </p:nvSpPr>
          <p:spPr>
            <a:xfrm>
              <a:off x="2405227" y="851987"/>
              <a:ext cx="2149631" cy="2641161"/>
            </a:xfrm>
            <a:custGeom>
              <a:avLst/>
              <a:gdLst>
                <a:gd name="connsiteX0" fmla="*/ 2149631 w 2149631"/>
                <a:gd name="connsiteY0" fmla="*/ 2500303 h 2641161"/>
                <a:gd name="connsiteX1" fmla="*/ 2149631 w 2149631"/>
                <a:gd name="connsiteY1" fmla="*/ 2579532 h 2641161"/>
                <a:gd name="connsiteX2" fmla="*/ 149162 w 2149631"/>
                <a:gd name="connsiteY2" fmla="*/ 2570731 h 2641161"/>
                <a:gd name="connsiteX3" fmla="*/ 70190 w 2149631"/>
                <a:gd name="connsiteY3" fmla="*/ 2570731 h 2641161"/>
                <a:gd name="connsiteX4" fmla="*/ 0 w 2149631"/>
                <a:gd name="connsiteY4" fmla="*/ 343348 h 2641161"/>
                <a:gd name="connsiteX5" fmla="*/ 0 w 2149631"/>
                <a:gd name="connsiteY5" fmla="*/ 264119 h 2641161"/>
                <a:gd name="connsiteX6" fmla="*/ 2000469 w 2149631"/>
                <a:gd name="connsiteY6" fmla="*/ 0 h 2641161"/>
                <a:gd name="connsiteX7" fmla="*/ 2079441 w 2149631"/>
                <a:gd name="connsiteY7" fmla="*/ 0 h 2641161"/>
                <a:gd name="connsiteX8" fmla="*/ 2149631 w 2149631"/>
                <a:gd name="connsiteY8" fmla="*/ 2500303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631" h="2641159">
                  <a:moveTo>
                    <a:pt x="2149631" y="2500303"/>
                  </a:moveTo>
                  <a:cubicBezTo>
                    <a:pt x="2149631" y="2579532"/>
                    <a:pt x="2079441" y="2641159"/>
                    <a:pt x="2000469" y="2641159"/>
                  </a:cubicBezTo>
                  <a:cubicBezTo>
                    <a:pt x="149162" y="2570731"/>
                    <a:pt x="149162" y="2570731"/>
                    <a:pt x="149162" y="2570731"/>
                  </a:cubicBezTo>
                  <a:cubicBezTo>
                    <a:pt x="70190" y="2570731"/>
                    <a:pt x="0" y="2509104"/>
                    <a:pt x="0" y="2429866"/>
                  </a:cubicBezTo>
                  <a:cubicBezTo>
                    <a:pt x="0" y="343348"/>
                    <a:pt x="0" y="343348"/>
                    <a:pt x="0" y="343348"/>
                  </a:cubicBezTo>
                  <a:cubicBezTo>
                    <a:pt x="0" y="264119"/>
                    <a:pt x="70190" y="202492"/>
                    <a:pt x="149162" y="202492"/>
                  </a:cubicBezTo>
                  <a:cubicBezTo>
                    <a:pt x="2000469" y="0"/>
                    <a:pt x="2000469" y="0"/>
                    <a:pt x="2000469" y="0"/>
                  </a:cubicBezTo>
                  <a:cubicBezTo>
                    <a:pt x="2079441" y="0"/>
                    <a:pt x="2149631" y="61627"/>
                    <a:pt x="2149631" y="132055"/>
                  </a:cubicBezTo>
                  <a:lnTo>
                    <a:pt x="2149631" y="2500303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形状8"/>
            <p:cNvSpPr txBox="1"/>
            <p:nvPr/>
          </p:nvSpPr>
          <p:spPr>
            <a:xfrm>
              <a:off x="2421611" y="0"/>
              <a:ext cx="1789174" cy="3614392"/>
            </a:xfrm>
            <a:custGeom>
              <a:avLst/>
              <a:gdLst>
                <a:gd name="connsiteX0" fmla="*/ 1789174 w 1789174"/>
                <a:gd name="connsiteY0" fmla="*/ 2859963 h 3614392"/>
                <a:gd name="connsiteX1" fmla="*/ 1789174 w 1789174"/>
                <a:gd name="connsiteY1" fmla="*/ 2968399 h 3614392"/>
                <a:gd name="connsiteX2" fmla="*/ 201720 w 1789174"/>
                <a:gd name="connsiteY2" fmla="*/ 3591923 h 3614392"/>
                <a:gd name="connsiteX3" fmla="*/ 17545 w 1789174"/>
                <a:gd name="connsiteY3" fmla="*/ 3664213 h 3614392"/>
                <a:gd name="connsiteX4" fmla="*/ 0 w 1789174"/>
                <a:gd name="connsiteY4" fmla="*/ 1070726 h 3614392"/>
                <a:gd name="connsiteX5" fmla="*/ 0 w 1789174"/>
                <a:gd name="connsiteY5" fmla="*/ 962290 h 3614392"/>
                <a:gd name="connsiteX6" fmla="*/ 1569909 w 1789174"/>
                <a:gd name="connsiteY6" fmla="*/ 31527 h 3614392"/>
                <a:gd name="connsiteX7" fmla="*/ 1727776 w 1789174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9174" h="3614392">
                  <a:moveTo>
                    <a:pt x="1789174" y="2859963"/>
                  </a:moveTo>
                  <a:cubicBezTo>
                    <a:pt x="1789174" y="2968399"/>
                    <a:pt x="1701468" y="3004544"/>
                    <a:pt x="1613762" y="3040690"/>
                  </a:cubicBezTo>
                  <a:cubicBezTo>
                    <a:pt x="201720" y="3591923"/>
                    <a:pt x="201720" y="3591923"/>
                    <a:pt x="201720" y="3591923"/>
                  </a:cubicBezTo>
                  <a:cubicBezTo>
                    <a:pt x="17545" y="3664213"/>
                    <a:pt x="0" y="3546734"/>
                    <a:pt x="0" y="3456375"/>
                  </a:cubicBezTo>
                  <a:cubicBezTo>
                    <a:pt x="0" y="1070726"/>
                    <a:pt x="0" y="1070726"/>
                    <a:pt x="0" y="1070726"/>
                  </a:cubicBezTo>
                  <a:cubicBezTo>
                    <a:pt x="0" y="962290"/>
                    <a:pt x="43853" y="899034"/>
                    <a:pt x="122787" y="853854"/>
                  </a:cubicBezTo>
                  <a:cubicBezTo>
                    <a:pt x="1569909" y="31527"/>
                    <a:pt x="1569909" y="31527"/>
                    <a:pt x="1569909" y="31527"/>
                  </a:cubicBezTo>
                  <a:cubicBezTo>
                    <a:pt x="1727776" y="-49798"/>
                    <a:pt x="1789174" y="40570"/>
                    <a:pt x="1789174" y="139972"/>
                  </a:cubicBezTo>
                  <a:close/>
                </a:path>
              </a:pathLst>
            </a:custGeom>
            <a:solidFill>
              <a:srgbClr val="FE672E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形状9"/>
            <p:cNvSpPr txBox="1"/>
            <p:nvPr/>
          </p:nvSpPr>
          <p:spPr>
            <a:xfrm>
              <a:off x="2421611" y="209719"/>
              <a:ext cx="1648269" cy="3237551"/>
            </a:xfrm>
            <a:custGeom>
              <a:avLst/>
              <a:gdLst>
                <a:gd name="connsiteX0" fmla="*/ 1648269 w 1648269"/>
                <a:gd name="connsiteY0" fmla="*/ 2533317 h 3237551"/>
                <a:gd name="connsiteX1" fmla="*/ 1648269 w 1648269"/>
                <a:gd name="connsiteY1" fmla="*/ 2605059 h 3237551"/>
                <a:gd name="connsiteX2" fmla="*/ 115932 w 1648269"/>
                <a:gd name="connsiteY2" fmla="*/ 3223853 h 3237551"/>
                <a:gd name="connsiteX3" fmla="*/ -16930 w 1648269"/>
                <a:gd name="connsiteY3" fmla="*/ 3277653 h 3237551"/>
                <a:gd name="connsiteX4" fmla="*/ 785 w 1648269"/>
                <a:gd name="connsiteY4" fmla="*/ 999797 h 3237551"/>
                <a:gd name="connsiteX5" fmla="*/ 785 w 1648269"/>
                <a:gd name="connsiteY5" fmla="*/ 910122 h 3237551"/>
                <a:gd name="connsiteX6" fmla="*/ 1506544 w 1648269"/>
                <a:gd name="connsiteY6" fmla="*/ 22291 h 3237551"/>
                <a:gd name="connsiteX7" fmla="*/ 1595122 w 1648269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8269" h="3237551">
                  <a:moveTo>
                    <a:pt x="1648269" y="2533317"/>
                  </a:moveTo>
                  <a:cubicBezTo>
                    <a:pt x="1648269" y="2605059"/>
                    <a:pt x="1586260" y="2667839"/>
                    <a:pt x="1479976" y="2694744"/>
                  </a:cubicBezTo>
                  <a:cubicBezTo>
                    <a:pt x="115932" y="3223853"/>
                    <a:pt x="115932" y="3223853"/>
                    <a:pt x="115932" y="3223853"/>
                  </a:cubicBezTo>
                  <a:cubicBezTo>
                    <a:pt x="-16930" y="3277653"/>
                    <a:pt x="785" y="3161073"/>
                    <a:pt x="785" y="3080359"/>
                  </a:cubicBezTo>
                  <a:cubicBezTo>
                    <a:pt x="785" y="999797"/>
                    <a:pt x="785" y="999797"/>
                    <a:pt x="785" y="999797"/>
                  </a:cubicBezTo>
                  <a:cubicBezTo>
                    <a:pt x="785" y="910122"/>
                    <a:pt x="36216" y="856313"/>
                    <a:pt x="115932" y="811475"/>
                  </a:cubicBezTo>
                  <a:cubicBezTo>
                    <a:pt x="1506544" y="22291"/>
                    <a:pt x="1506544" y="22291"/>
                    <a:pt x="1506544" y="22291"/>
                  </a:cubicBezTo>
                  <a:cubicBezTo>
                    <a:pt x="1595122" y="-22546"/>
                    <a:pt x="1648269" y="-4613"/>
                    <a:pt x="1648269" y="120938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形状10"/>
            <p:cNvSpPr txBox="1"/>
            <p:nvPr/>
          </p:nvSpPr>
          <p:spPr>
            <a:xfrm>
              <a:off x="386672" y="0"/>
              <a:ext cx="1939911" cy="3614392"/>
            </a:xfrm>
            <a:custGeom>
              <a:avLst/>
              <a:gdLst>
                <a:gd name="connsiteX0" fmla="*/ 0 w 1939911"/>
                <a:gd name="connsiteY0" fmla="*/ 2859963 h 3614392"/>
                <a:gd name="connsiteX1" fmla="*/ 0 w 1939911"/>
                <a:gd name="connsiteY1" fmla="*/ 2968399 h 3614392"/>
                <a:gd name="connsiteX2" fmla="*/ 1720464 w 1939911"/>
                <a:gd name="connsiteY2" fmla="*/ 3591923 h 3614392"/>
                <a:gd name="connsiteX3" fmla="*/ 1913584 w 1939911"/>
                <a:gd name="connsiteY3" fmla="*/ 3664213 h 3614392"/>
                <a:gd name="connsiteX4" fmla="*/ 1939911 w 1939911"/>
                <a:gd name="connsiteY4" fmla="*/ 1070726 h 3614392"/>
                <a:gd name="connsiteX5" fmla="*/ 1939911 w 1939911"/>
                <a:gd name="connsiteY5" fmla="*/ 962290 h 3614392"/>
                <a:gd name="connsiteX6" fmla="*/ 228229 w 1939911"/>
                <a:gd name="connsiteY6" fmla="*/ 31527 h 3614392"/>
                <a:gd name="connsiteX7" fmla="*/ 61446 w 1939911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9911" h="3614392">
                  <a:moveTo>
                    <a:pt x="0" y="2859963"/>
                  </a:moveTo>
                  <a:cubicBezTo>
                    <a:pt x="0" y="2968399"/>
                    <a:pt x="87782" y="3004544"/>
                    <a:pt x="184338" y="3040690"/>
                  </a:cubicBezTo>
                  <a:cubicBezTo>
                    <a:pt x="1720464" y="3591923"/>
                    <a:pt x="1720464" y="3591923"/>
                    <a:pt x="1720464" y="3591923"/>
                  </a:cubicBezTo>
                  <a:cubicBezTo>
                    <a:pt x="1913584" y="3664213"/>
                    <a:pt x="1939911" y="3546734"/>
                    <a:pt x="1939911" y="3456375"/>
                  </a:cubicBezTo>
                  <a:cubicBezTo>
                    <a:pt x="1939911" y="1070726"/>
                    <a:pt x="1939911" y="1070726"/>
                    <a:pt x="1939911" y="1070726"/>
                  </a:cubicBezTo>
                  <a:cubicBezTo>
                    <a:pt x="1939911" y="962290"/>
                    <a:pt x="1896020" y="899034"/>
                    <a:pt x="1799465" y="853854"/>
                  </a:cubicBezTo>
                  <a:cubicBezTo>
                    <a:pt x="228229" y="31527"/>
                    <a:pt x="228229" y="31527"/>
                    <a:pt x="228229" y="31527"/>
                  </a:cubicBezTo>
                  <a:cubicBezTo>
                    <a:pt x="61446" y="-49798"/>
                    <a:pt x="0" y="40570"/>
                    <a:pt x="0" y="139972"/>
                  </a:cubicBezTo>
                  <a:close/>
                </a:path>
              </a:pathLst>
            </a:custGeom>
            <a:solidFill>
              <a:srgbClr val="986F69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11"/>
            <p:cNvSpPr txBox="1"/>
            <p:nvPr/>
          </p:nvSpPr>
          <p:spPr>
            <a:xfrm>
              <a:off x="537406" y="209719"/>
              <a:ext cx="1779342" cy="3237551"/>
            </a:xfrm>
            <a:custGeom>
              <a:avLst/>
              <a:gdLst>
                <a:gd name="connsiteX0" fmla="*/ 0 w 1779342"/>
                <a:gd name="connsiteY0" fmla="*/ 2533317 h 3237551"/>
                <a:gd name="connsiteX1" fmla="*/ 0 w 1779342"/>
                <a:gd name="connsiteY1" fmla="*/ 2605059 h 3237551"/>
                <a:gd name="connsiteX2" fmla="*/ 1654751 w 1779342"/>
                <a:gd name="connsiteY2" fmla="*/ 3223853 h 3237551"/>
                <a:gd name="connsiteX3" fmla="*/ 1796337 w 1779342"/>
                <a:gd name="connsiteY3" fmla="*/ 3277653 h 3237551"/>
                <a:gd name="connsiteX4" fmla="*/ 1778634 w 1779342"/>
                <a:gd name="connsiteY4" fmla="*/ 999797 h 3237551"/>
                <a:gd name="connsiteX5" fmla="*/ 1778634 w 1779342"/>
                <a:gd name="connsiteY5" fmla="*/ 910122 h 3237551"/>
                <a:gd name="connsiteX6" fmla="*/ 150432 w 1779342"/>
                <a:gd name="connsiteY6" fmla="*/ 22291 h 3237551"/>
                <a:gd name="connsiteX7" fmla="*/ 61946 w 1779342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9342" h="3237551">
                  <a:moveTo>
                    <a:pt x="0" y="2533317"/>
                  </a:moveTo>
                  <a:cubicBezTo>
                    <a:pt x="0" y="2605059"/>
                    <a:pt x="70793" y="2667839"/>
                    <a:pt x="176982" y="2694744"/>
                  </a:cubicBezTo>
                  <a:cubicBezTo>
                    <a:pt x="1654751" y="3223853"/>
                    <a:pt x="1654751" y="3223853"/>
                    <a:pt x="1654751" y="3223853"/>
                  </a:cubicBezTo>
                  <a:cubicBezTo>
                    <a:pt x="1796337" y="3277653"/>
                    <a:pt x="1778634" y="3161073"/>
                    <a:pt x="1778634" y="3080359"/>
                  </a:cubicBezTo>
                  <a:cubicBezTo>
                    <a:pt x="1778634" y="999797"/>
                    <a:pt x="1778634" y="999797"/>
                    <a:pt x="1778634" y="999797"/>
                  </a:cubicBezTo>
                  <a:cubicBezTo>
                    <a:pt x="1778634" y="910122"/>
                    <a:pt x="1743237" y="856313"/>
                    <a:pt x="1654751" y="811475"/>
                  </a:cubicBezTo>
                  <a:cubicBezTo>
                    <a:pt x="150432" y="22291"/>
                    <a:pt x="150432" y="22291"/>
                    <a:pt x="150432" y="22291"/>
                  </a:cubicBezTo>
                  <a:cubicBezTo>
                    <a:pt x="61946" y="-22546"/>
                    <a:pt x="0" y="-4613"/>
                    <a:pt x="0" y="120938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形状12"/>
            <p:cNvSpPr txBox="1"/>
            <p:nvPr/>
          </p:nvSpPr>
          <p:spPr>
            <a:xfrm>
              <a:off x="2139800" y="3086814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形状13"/>
            <p:cNvSpPr txBox="1"/>
            <p:nvPr/>
          </p:nvSpPr>
          <p:spPr>
            <a:xfrm>
              <a:off x="2139800" y="2841049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96755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96755"/>
                  </a:cubicBezTo>
                  <a:cubicBezTo>
                    <a:pt x="122911" y="96755"/>
                    <a:pt x="122911" y="96755"/>
                    <a:pt x="122911" y="96755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形状14"/>
            <p:cNvSpPr txBox="1"/>
            <p:nvPr/>
          </p:nvSpPr>
          <p:spPr>
            <a:xfrm>
              <a:off x="2139800" y="2595284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22339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22339 h 157290"/>
                <a:gd name="connsiteX7" fmla="*/ 87792 w 465315"/>
                <a:gd name="connsiteY7" fmla="*/ 122339 h 157290"/>
                <a:gd name="connsiteX8" fmla="*/ 96574 w 465315"/>
                <a:gd name="connsiteY8" fmla="*/ 113595 h 157290"/>
                <a:gd name="connsiteX9" fmla="*/ 96574 w 465315"/>
                <a:gd name="connsiteY9" fmla="*/ 113595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22339 h 157290"/>
                <a:gd name="connsiteX16" fmla="*/ 377523 w 465315"/>
                <a:gd name="connsiteY16" fmla="*/ 122339 h 157290"/>
                <a:gd name="connsiteX17" fmla="*/ 377523 w 465315"/>
                <a:gd name="connsiteY17" fmla="*/ 122339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22339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22339"/>
                  </a:cubicBezTo>
                  <a:cubicBezTo>
                    <a:pt x="0" y="122339"/>
                    <a:pt x="0" y="122339"/>
                    <a:pt x="0" y="122339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22339"/>
                  </a:cubicBezTo>
                  <a:cubicBezTo>
                    <a:pt x="87792" y="122339"/>
                    <a:pt x="87792" y="122339"/>
                    <a:pt x="87792" y="122339"/>
                  </a:cubicBezTo>
                  <a:cubicBezTo>
                    <a:pt x="87792" y="122339"/>
                    <a:pt x="87792" y="122339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13595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22339"/>
                  </a:cubicBezTo>
                  <a:cubicBezTo>
                    <a:pt x="465315" y="122339"/>
                    <a:pt x="465315" y="122339"/>
                    <a:pt x="465315" y="122339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形状15"/>
            <p:cNvSpPr txBox="1"/>
            <p:nvPr/>
          </p:nvSpPr>
          <p:spPr>
            <a:xfrm>
              <a:off x="2139800" y="2349518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13595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13595 h 157290"/>
                <a:gd name="connsiteX7" fmla="*/ 87792 w 465315"/>
                <a:gd name="connsiteY7" fmla="*/ 113595 h 157290"/>
                <a:gd name="connsiteX8" fmla="*/ 96574 w 465315"/>
                <a:gd name="connsiteY8" fmla="*/ 113595 h 157290"/>
                <a:gd name="connsiteX9" fmla="*/ 96574 w 465315"/>
                <a:gd name="connsiteY9" fmla="*/ 104861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13595 h 157290"/>
                <a:gd name="connsiteX16" fmla="*/ 377523 w 465315"/>
                <a:gd name="connsiteY16" fmla="*/ 113595 h 157290"/>
                <a:gd name="connsiteX17" fmla="*/ 377523 w 465315"/>
                <a:gd name="connsiteY17" fmla="*/ 113595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13595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13595"/>
                  </a:cubicBezTo>
                  <a:cubicBezTo>
                    <a:pt x="0" y="113595"/>
                    <a:pt x="0" y="113595"/>
                    <a:pt x="0" y="113595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13595"/>
                  </a:cubicBezTo>
                  <a:cubicBezTo>
                    <a:pt x="87792" y="113595"/>
                    <a:pt x="87792" y="113595"/>
                    <a:pt x="87792" y="113595"/>
                  </a:cubicBezTo>
                  <a:cubicBezTo>
                    <a:pt x="87792" y="113595"/>
                    <a:pt x="87792" y="113595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04861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13595"/>
                  </a:cubicBezTo>
                  <a:cubicBezTo>
                    <a:pt x="465315" y="113595"/>
                    <a:pt x="465315" y="113595"/>
                    <a:pt x="465315" y="113595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形状16"/>
            <p:cNvSpPr txBox="1"/>
            <p:nvPr/>
          </p:nvSpPr>
          <p:spPr>
            <a:xfrm>
              <a:off x="2139800" y="209392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形状17"/>
            <p:cNvSpPr txBox="1"/>
            <p:nvPr/>
          </p:nvSpPr>
          <p:spPr>
            <a:xfrm>
              <a:off x="2139800" y="1844880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15967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24882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80286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80286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24882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15967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107042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80286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形状18"/>
            <p:cNvSpPr txBox="1"/>
            <p:nvPr/>
          </p:nvSpPr>
          <p:spPr>
            <a:xfrm>
              <a:off x="2139800" y="1599114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07042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15967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71361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71361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15967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07042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98127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15967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71361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形状19"/>
            <p:cNvSpPr txBox="1"/>
            <p:nvPr/>
          </p:nvSpPr>
          <p:spPr>
            <a:xfrm>
              <a:off x="2139800" y="1343518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96755 h 167120"/>
                <a:gd name="connsiteX12" fmla="*/ 228267 w 465315"/>
                <a:gd name="connsiteY12" fmla="*/ 87954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96755"/>
                    <a:pt x="184366" y="87954"/>
                    <a:pt x="228267" y="87954"/>
                  </a:cubicBezTo>
                  <a:cubicBezTo>
                    <a:pt x="228267" y="87954"/>
                    <a:pt x="228267" y="87954"/>
                    <a:pt x="228267" y="87954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形状20"/>
            <p:cNvSpPr txBox="1"/>
            <p:nvPr/>
          </p:nvSpPr>
          <p:spPr>
            <a:xfrm>
              <a:off x="2139800" y="109775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20" name="形状1"/>
          <p:cNvSpPr txBox="1"/>
          <p:nvPr/>
        </p:nvSpPr>
        <p:spPr>
          <a:xfrm>
            <a:off x="7340064" y="2040962"/>
            <a:ext cx="2916818" cy="833377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1" name="形状2"/>
          <p:cNvSpPr txBox="1"/>
          <p:nvPr/>
        </p:nvSpPr>
        <p:spPr>
          <a:xfrm>
            <a:off x="7612873" y="2205510"/>
            <a:ext cx="2447837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PART THREE</a:t>
            </a:r>
          </a:p>
        </p:txBody>
      </p:sp>
      <p:sp>
        <p:nvSpPr>
          <p:cNvPr id="22" name="文本1"/>
          <p:cNvSpPr txBox="1"/>
          <p:nvPr/>
        </p:nvSpPr>
        <p:spPr>
          <a:xfrm>
            <a:off x="6615481" y="3454832"/>
            <a:ext cx="4435000" cy="221234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200"/>
              </a:lnSpc>
            </a:pPr>
            <a:r>
              <a:rPr lang="zh-CN" altLang="en-US" sz="6000" b="1" i="0" dirty="0">
                <a:solidFill>
                  <a:srgbClr val="986F69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信息技术对社会的影响</a:t>
            </a:r>
          </a:p>
        </p:txBody>
      </p:sp>
      <p:sp>
        <p:nvSpPr>
          <p:cNvPr id="23" name="形状3"/>
          <p:cNvSpPr txBox="1"/>
          <p:nvPr/>
        </p:nvSpPr>
        <p:spPr>
          <a:xfrm>
            <a:off x="6951976" y="3435554"/>
            <a:ext cx="7937" cy="1728192"/>
          </a:xfrm>
          <a:prstGeom prst="line"/>
          <a:solidFill>
            <a:srgbClr val="FFFFFF">
              <a:alpha val="0"/>
            </a:srgbClr>
          </a:solidFill>
          <a:ln w="7937">
            <a:solidFill>
              <a:srgbClr val="D8D8D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5906502" y="1340151"/>
            <a:ext cx="60959" cy="4801823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986F69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 rot="16200000">
            <a:off x="4454092" y="3630737"/>
            <a:ext cx="1189683" cy="1168717"/>
          </a:xfrm>
          <a:prstGeom prst="round2DiagRect"/>
          <a:solidFill>
            <a:srgbClr val="FFFFFF">
              <a:alpha val="0"/>
            </a:srgbClr>
          </a:solidFill>
          <a:ln w="33338">
            <a:solidFill>
              <a:srgbClr val="21A5B1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 rot="16200000">
            <a:off x="4561288" y="3724227"/>
            <a:ext cx="997360" cy="979782"/>
          </a:xfrm>
          <a:prstGeom prst="round2DiagRect"/>
          <a:solidFill>
            <a:srgbClr val="21A5B1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形状4"/>
          <p:cNvSpPr txBox="1"/>
          <p:nvPr/>
        </p:nvSpPr>
        <p:spPr>
          <a:xfrm flipH="0">
            <a:off x="4793356" y="4018730"/>
            <a:ext cx="482637" cy="329342"/>
          </a:xfrm>
          <a:custGeom>
            <a:avLst/>
            <a:gdLst>
              <a:gd name="connsiteX0" fmla="*/ 466521 w 482637"/>
              <a:gd name="connsiteY0" fmla="*/ 289166 h 329342"/>
              <a:gd name="connsiteX1" fmla="*/ 466521 w 482637"/>
              <a:gd name="connsiteY1" fmla="*/ 305196 h 329342"/>
              <a:gd name="connsiteX2" fmla="*/ 466521 w 482637"/>
              <a:gd name="connsiteY2" fmla="*/ 310064 h 329342"/>
              <a:gd name="connsiteX3" fmla="*/ 24184 w 482637"/>
              <a:gd name="connsiteY3" fmla="*/ 313245 h 329342"/>
              <a:gd name="connsiteX4" fmla="*/ 19307 w 482637"/>
              <a:gd name="connsiteY4" fmla="*/ 313245 h 329342"/>
              <a:gd name="connsiteX5" fmla="*/ 16126 w 482637"/>
              <a:gd name="connsiteY5" fmla="*/ 289166 h 329342"/>
              <a:gd name="connsiteX6" fmla="*/ 40233 w 482637"/>
              <a:gd name="connsiteY6" fmla="*/ 289166 h 329342"/>
              <a:gd name="connsiteX7" fmla="*/ 168962 w 482637"/>
              <a:gd name="connsiteY7" fmla="*/ 289166 h 329342"/>
              <a:gd name="connsiteX8" fmla="*/ 168962 w 482637"/>
              <a:gd name="connsiteY8" fmla="*/ 297215 h 329342"/>
              <a:gd name="connsiteX9" fmla="*/ 168962 w 482637"/>
              <a:gd name="connsiteY9" fmla="*/ 302015 h 329342"/>
              <a:gd name="connsiteX10" fmla="*/ 305693 w 482637"/>
              <a:gd name="connsiteY10" fmla="*/ 305196 h 329342"/>
              <a:gd name="connsiteX11" fmla="*/ 310493 w 482637"/>
              <a:gd name="connsiteY11" fmla="*/ 305196 h 329342"/>
              <a:gd name="connsiteX12" fmla="*/ 313751 w 482637"/>
              <a:gd name="connsiteY12" fmla="*/ 289166 h 329342"/>
              <a:gd name="connsiteX13" fmla="*/ 442413 w 482637"/>
              <a:gd name="connsiteY13" fmla="*/ 289166 h 329342"/>
              <a:gd name="connsiteX0" fmla="*/ 370043 w 482637"/>
              <a:gd name="connsiteY0" fmla="*/ 184735 h 329342"/>
              <a:gd name="connsiteX1" fmla="*/ 353993 w 482637"/>
              <a:gd name="connsiteY1" fmla="*/ 184735 h 329342"/>
              <a:gd name="connsiteX2" fmla="*/ 349117 w 482637"/>
              <a:gd name="connsiteY2" fmla="*/ 184735 h 329342"/>
              <a:gd name="connsiteX3" fmla="*/ 345935 w 482637"/>
              <a:gd name="connsiteY3" fmla="*/ 197584 h 329342"/>
              <a:gd name="connsiteX4" fmla="*/ 370043 w 482637"/>
              <a:gd name="connsiteY4" fmla="*/ 200766 h 329342"/>
              <a:gd name="connsiteX5" fmla="*/ 374853 w 482637"/>
              <a:gd name="connsiteY5" fmla="*/ 200766 h 329342"/>
              <a:gd name="connsiteX6" fmla="*/ 378111 w 482637"/>
              <a:gd name="connsiteY6" fmla="*/ 187916 h 329342"/>
              <a:gd name="connsiteX0" fmla="*/ 370043 w 482637"/>
              <a:gd name="connsiteY0" fmla="*/ 152617 h 329342"/>
              <a:gd name="connsiteX1" fmla="*/ 337858 w 482637"/>
              <a:gd name="connsiteY1" fmla="*/ 152617 h 329342"/>
              <a:gd name="connsiteX2" fmla="*/ 333048 w 482637"/>
              <a:gd name="connsiteY2" fmla="*/ 152617 h 329342"/>
              <a:gd name="connsiteX3" fmla="*/ 329791 w 482637"/>
              <a:gd name="connsiteY3" fmla="*/ 165466 h 329342"/>
              <a:gd name="connsiteX4" fmla="*/ 370043 w 482637"/>
              <a:gd name="connsiteY4" fmla="*/ 168648 h 329342"/>
              <a:gd name="connsiteX5" fmla="*/ 374853 w 482637"/>
              <a:gd name="connsiteY5" fmla="*/ 168648 h 329342"/>
              <a:gd name="connsiteX6" fmla="*/ 378111 w 482637"/>
              <a:gd name="connsiteY6" fmla="*/ 155799 h 329342"/>
              <a:gd name="connsiteX0" fmla="*/ 370043 w 482637"/>
              <a:gd name="connsiteY0" fmla="*/ 120499 h 329342"/>
              <a:gd name="connsiteX1" fmla="*/ 353993 w 482637"/>
              <a:gd name="connsiteY1" fmla="*/ 120499 h 329342"/>
              <a:gd name="connsiteX2" fmla="*/ 349117 w 482637"/>
              <a:gd name="connsiteY2" fmla="*/ 120499 h 329342"/>
              <a:gd name="connsiteX3" fmla="*/ 345935 w 482637"/>
              <a:gd name="connsiteY3" fmla="*/ 133358 h 329342"/>
              <a:gd name="connsiteX4" fmla="*/ 370043 w 482637"/>
              <a:gd name="connsiteY4" fmla="*/ 136530 h 329342"/>
              <a:gd name="connsiteX5" fmla="*/ 374853 w 482637"/>
              <a:gd name="connsiteY5" fmla="*/ 136530 h 329342"/>
              <a:gd name="connsiteX6" fmla="*/ 378111 w 482637"/>
              <a:gd name="connsiteY6" fmla="*/ 123681 h 329342"/>
              <a:gd name="connsiteX0" fmla="*/ 370043 w 482637"/>
              <a:gd name="connsiteY0" fmla="*/ 88334 h 329342"/>
              <a:gd name="connsiteX1" fmla="*/ 337858 w 482637"/>
              <a:gd name="connsiteY1" fmla="*/ 88334 h 329342"/>
              <a:gd name="connsiteX2" fmla="*/ 333048 w 482637"/>
              <a:gd name="connsiteY2" fmla="*/ 88334 h 329342"/>
              <a:gd name="connsiteX3" fmla="*/ 329791 w 482637"/>
              <a:gd name="connsiteY3" fmla="*/ 101173 h 329342"/>
              <a:gd name="connsiteX4" fmla="*/ 370043 w 482637"/>
              <a:gd name="connsiteY4" fmla="*/ 104421 h 329342"/>
              <a:gd name="connsiteX5" fmla="*/ 374853 w 482637"/>
              <a:gd name="connsiteY5" fmla="*/ 104421 h 329342"/>
              <a:gd name="connsiteX6" fmla="*/ 378111 w 482637"/>
              <a:gd name="connsiteY6" fmla="*/ 91582 h 329342"/>
              <a:gd name="connsiteX0" fmla="*/ 144779 w 482637"/>
              <a:gd name="connsiteY0" fmla="*/ 80371 h 329342"/>
              <a:gd name="connsiteX1" fmla="*/ 88496 w 482637"/>
              <a:gd name="connsiteY1" fmla="*/ 80371 h 329342"/>
              <a:gd name="connsiteX2" fmla="*/ 83686 w 482637"/>
              <a:gd name="connsiteY2" fmla="*/ 80371 h 329342"/>
              <a:gd name="connsiteX3" fmla="*/ 80438 w 482637"/>
              <a:gd name="connsiteY3" fmla="*/ 144588 h 329342"/>
              <a:gd name="connsiteX4" fmla="*/ 80438 w 482637"/>
              <a:gd name="connsiteY4" fmla="*/ 149388 h 329342"/>
              <a:gd name="connsiteX5" fmla="*/ 93306 w 482637"/>
              <a:gd name="connsiteY5" fmla="*/ 152636 h 329342"/>
              <a:gd name="connsiteX6" fmla="*/ 96554 w 482637"/>
              <a:gd name="connsiteY6" fmla="*/ 107679 h 329342"/>
              <a:gd name="connsiteX7" fmla="*/ 163305 w 482637"/>
              <a:gd name="connsiteY7" fmla="*/ 174296 h 329342"/>
              <a:gd name="connsiteX8" fmla="*/ 164933 w 482637"/>
              <a:gd name="connsiteY8" fmla="*/ 175925 h 329342"/>
              <a:gd name="connsiteX9" fmla="*/ 171363 w 482637"/>
              <a:gd name="connsiteY9" fmla="*/ 176696 h 329342"/>
              <a:gd name="connsiteX10" fmla="*/ 209196 w 482637"/>
              <a:gd name="connsiteY10" fmla="*/ 139797 h 329342"/>
              <a:gd name="connsiteX11" fmla="*/ 267879 w 482637"/>
              <a:gd name="connsiteY11" fmla="*/ 198365 h 329342"/>
              <a:gd name="connsiteX12" fmla="*/ 269507 w 482637"/>
              <a:gd name="connsiteY12" fmla="*/ 199985 h 329342"/>
              <a:gd name="connsiteX13" fmla="*/ 275946 w 482637"/>
              <a:gd name="connsiteY13" fmla="*/ 200766 h 329342"/>
              <a:gd name="connsiteX14" fmla="*/ 282376 w 482637"/>
              <a:gd name="connsiteY14" fmla="*/ 195194 h 329342"/>
              <a:gd name="connsiteX15" fmla="*/ 214777 w 482637"/>
              <a:gd name="connsiteY15" fmla="*/ 122928 h 329342"/>
              <a:gd name="connsiteX16" fmla="*/ 214358 w 482637"/>
              <a:gd name="connsiteY16" fmla="*/ 122500 h 329342"/>
              <a:gd name="connsiteX17" fmla="*/ 213082 w 482637"/>
              <a:gd name="connsiteY17" fmla="*/ 121519 h 329342"/>
              <a:gd name="connsiteX18" fmla="*/ 211882 w 482637"/>
              <a:gd name="connsiteY18" fmla="*/ 121023 h 329342"/>
              <a:gd name="connsiteX19" fmla="*/ 210891 w 482637"/>
              <a:gd name="connsiteY19" fmla="*/ 120671 h 329342"/>
              <a:gd name="connsiteX20" fmla="*/ 209691 w 482637"/>
              <a:gd name="connsiteY20" fmla="*/ 120528 h 329342"/>
              <a:gd name="connsiteX21" fmla="*/ 208624 w 482637"/>
              <a:gd name="connsiteY21" fmla="*/ 120528 h 329342"/>
              <a:gd name="connsiteX22" fmla="*/ 206157 w 482637"/>
              <a:gd name="connsiteY22" fmla="*/ 120947 h 329342"/>
              <a:gd name="connsiteX23" fmla="*/ 168962 w 482637"/>
              <a:gd name="connsiteY23" fmla="*/ 157437 h 329342"/>
              <a:gd name="connsiteX24" fmla="*/ 107803 w 482637"/>
              <a:gd name="connsiteY24" fmla="*/ 96392 h 329342"/>
              <a:gd name="connsiteX25" fmla="*/ 144779 w 482637"/>
              <a:gd name="connsiteY25" fmla="*/ 96392 h 329342"/>
              <a:gd name="connsiteX26" fmla="*/ 149655 w 482637"/>
              <a:gd name="connsiteY26" fmla="*/ 96392 h 329342"/>
              <a:gd name="connsiteX27" fmla="*/ 152837 w 482637"/>
              <a:gd name="connsiteY27" fmla="*/ 83552 h 329342"/>
              <a:gd name="connsiteX0" fmla="*/ 402180 w 482637"/>
              <a:gd name="connsiteY0" fmla="*/ 72303 h 329342"/>
              <a:gd name="connsiteX1" fmla="*/ 397379 w 482637"/>
              <a:gd name="connsiteY1" fmla="*/ 72303 h 329342"/>
              <a:gd name="connsiteX2" fmla="*/ 394141 w 482637"/>
              <a:gd name="connsiteY2" fmla="*/ 208805 h 329342"/>
              <a:gd name="connsiteX3" fmla="*/ 394141 w 482637"/>
              <a:gd name="connsiteY3" fmla="*/ 213605 h 329342"/>
              <a:gd name="connsiteX4" fmla="*/ 406981 w 482637"/>
              <a:gd name="connsiteY4" fmla="*/ 216853 h 329342"/>
              <a:gd name="connsiteX5" fmla="*/ 410219 w 482637"/>
              <a:gd name="connsiteY5" fmla="*/ 80352 h 329342"/>
              <a:gd name="connsiteX6" fmla="*/ 410219 w 482637"/>
              <a:gd name="connsiteY6" fmla="*/ 75475 h 329342"/>
              <a:gd name="connsiteX0" fmla="*/ 426364 w 482637"/>
              <a:gd name="connsiteY0" fmla="*/ 16030 h 329342"/>
              <a:gd name="connsiteX1" fmla="*/ 431174 w 482637"/>
              <a:gd name="connsiteY1" fmla="*/ 16030 h 329342"/>
              <a:gd name="connsiteX2" fmla="*/ 434355 w 482637"/>
              <a:gd name="connsiteY2" fmla="*/ 273069 h 329342"/>
              <a:gd name="connsiteX3" fmla="*/ 305693 w 482637"/>
              <a:gd name="connsiteY3" fmla="*/ 273069 h 329342"/>
              <a:gd name="connsiteX4" fmla="*/ 300883 w 482637"/>
              <a:gd name="connsiteY4" fmla="*/ 273069 h 329342"/>
              <a:gd name="connsiteX5" fmla="*/ 297625 w 482637"/>
              <a:gd name="connsiteY5" fmla="*/ 289166 h 329342"/>
              <a:gd name="connsiteX6" fmla="*/ 185012 w 482637"/>
              <a:gd name="connsiteY6" fmla="*/ 289166 h 329342"/>
              <a:gd name="connsiteX7" fmla="*/ 185012 w 482637"/>
              <a:gd name="connsiteY7" fmla="*/ 281118 h 329342"/>
              <a:gd name="connsiteX8" fmla="*/ 185012 w 482637"/>
              <a:gd name="connsiteY8" fmla="*/ 276317 h 329342"/>
              <a:gd name="connsiteX9" fmla="*/ 48291 w 482637"/>
              <a:gd name="connsiteY9" fmla="*/ 273069 h 329342"/>
              <a:gd name="connsiteX10" fmla="*/ 48291 w 482637"/>
              <a:gd name="connsiteY10" fmla="*/ 24069 h 329342"/>
              <a:gd name="connsiteX11" fmla="*/ 48291 w 482637"/>
              <a:gd name="connsiteY11" fmla="*/ 19269 h 329342"/>
              <a:gd name="connsiteX0" fmla="*/ 426364 w 482637"/>
              <a:gd name="connsiteY0" fmla="*/ 0 h 329342"/>
              <a:gd name="connsiteX1" fmla="*/ 56349 w 482637"/>
              <a:gd name="connsiteY1" fmla="*/ 0 h 329342"/>
              <a:gd name="connsiteX2" fmla="*/ 42634 w 482637"/>
              <a:gd name="connsiteY2" fmla="*/ 0 h 329342"/>
              <a:gd name="connsiteX3" fmla="*/ 32166 w 482637"/>
              <a:gd name="connsiteY3" fmla="*/ 273069 h 329342"/>
              <a:gd name="connsiteX4" fmla="*/ 8068 w 482637"/>
              <a:gd name="connsiteY4" fmla="*/ 273069 h 329342"/>
              <a:gd name="connsiteX5" fmla="*/ 3258 w 482637"/>
              <a:gd name="connsiteY5" fmla="*/ 273069 h 329342"/>
              <a:gd name="connsiteX6" fmla="*/ 0 w 482637"/>
              <a:gd name="connsiteY6" fmla="*/ 305196 h 329342"/>
              <a:gd name="connsiteX7" fmla="*/ 0 w 482637"/>
              <a:gd name="connsiteY7" fmla="*/ 318893 h 329342"/>
              <a:gd name="connsiteX8" fmla="*/ 458529 w 482637"/>
              <a:gd name="connsiteY8" fmla="*/ 329342 h 329342"/>
              <a:gd name="connsiteX9" fmla="*/ 472179 w 482637"/>
              <a:gd name="connsiteY9" fmla="*/ 329342 h 329342"/>
              <a:gd name="connsiteX10" fmla="*/ 482637 w 482637"/>
              <a:gd name="connsiteY10" fmla="*/ 281118 h 329342"/>
              <a:gd name="connsiteX11" fmla="*/ 482637 w 482637"/>
              <a:gd name="connsiteY11" fmla="*/ 276317 h 329342"/>
              <a:gd name="connsiteX12" fmla="*/ 450471 w 482637"/>
              <a:gd name="connsiteY12" fmla="*/ 273069 h 329342"/>
              <a:gd name="connsiteX13" fmla="*/ 450471 w 482637"/>
              <a:gd name="connsiteY13" fmla="*/ 24069 h 329342"/>
              <a:gd name="connsiteX14" fmla="*/ 450471 w 482637"/>
              <a:gd name="connsiteY14" fmla="*/ 10449 h 329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2637" h="329342">
                <a:moveTo>
                  <a:pt x="466521" y="289166"/>
                </a:moveTo>
                <a:lnTo>
                  <a:pt x="466521" y="305196"/>
                </a:lnTo>
                <a:cubicBezTo>
                  <a:pt x="466521" y="310064"/>
                  <a:pt x="463340" y="313245"/>
                  <a:pt x="458529" y="313245"/>
                </a:cubicBezTo>
                <a:lnTo>
                  <a:pt x="24184" y="313245"/>
                </a:lnTo>
                <a:cubicBezTo>
                  <a:pt x="19307" y="313245"/>
                  <a:pt x="16126" y="310064"/>
                  <a:pt x="16126" y="305196"/>
                </a:cubicBezTo>
                <a:lnTo>
                  <a:pt x="16126" y="289166"/>
                </a:lnTo>
                <a:lnTo>
                  <a:pt x="40233" y="289166"/>
                </a:lnTo>
                <a:lnTo>
                  <a:pt x="168962" y="289166"/>
                </a:lnTo>
                <a:lnTo>
                  <a:pt x="168962" y="297215"/>
                </a:lnTo>
                <a:cubicBezTo>
                  <a:pt x="168962" y="302015"/>
                  <a:pt x="172144" y="305196"/>
                  <a:pt x="176954" y="305196"/>
                </a:cubicBezTo>
                <a:lnTo>
                  <a:pt x="305693" y="305196"/>
                </a:lnTo>
                <a:cubicBezTo>
                  <a:pt x="310493" y="305196"/>
                  <a:pt x="313751" y="302015"/>
                  <a:pt x="313751" y="297215"/>
                </a:cubicBezTo>
                <a:lnTo>
                  <a:pt x="313751" y="289166"/>
                </a:lnTo>
                <a:lnTo>
                  <a:pt x="442413" y="289166"/>
                </a:lnTo>
                <a:close/>
              </a:path>
              <a:path w="482637" h="329342">
                <a:moveTo>
                  <a:pt x="370043" y="184735"/>
                </a:moveTo>
                <a:lnTo>
                  <a:pt x="353993" y="184735"/>
                </a:lnTo>
                <a:cubicBezTo>
                  <a:pt x="349117" y="184735"/>
                  <a:pt x="345935" y="187916"/>
                  <a:pt x="345935" y="192784"/>
                </a:cubicBezTo>
                <a:cubicBezTo>
                  <a:pt x="345935" y="197584"/>
                  <a:pt x="349117" y="200766"/>
                  <a:pt x="353993" y="200766"/>
                </a:cubicBezTo>
                <a:lnTo>
                  <a:pt x="370043" y="200766"/>
                </a:lnTo>
                <a:cubicBezTo>
                  <a:pt x="374853" y="200766"/>
                  <a:pt x="378111" y="197584"/>
                  <a:pt x="378111" y="192784"/>
                </a:cubicBezTo>
                <a:cubicBezTo>
                  <a:pt x="378111" y="187916"/>
                  <a:pt x="374853" y="184735"/>
                  <a:pt x="370043" y="184735"/>
                </a:cubicBezTo>
                <a:close/>
              </a:path>
              <a:path w="482637" h="329342">
                <a:moveTo>
                  <a:pt x="370043" y="152617"/>
                </a:moveTo>
                <a:lnTo>
                  <a:pt x="337858" y="152617"/>
                </a:lnTo>
                <a:cubicBezTo>
                  <a:pt x="333048" y="152617"/>
                  <a:pt x="329791" y="155799"/>
                  <a:pt x="329791" y="160599"/>
                </a:cubicBezTo>
                <a:cubicBezTo>
                  <a:pt x="329791" y="165466"/>
                  <a:pt x="333048" y="168648"/>
                  <a:pt x="337858" y="168648"/>
                </a:cubicBezTo>
                <a:lnTo>
                  <a:pt x="370043" y="168648"/>
                </a:lnTo>
                <a:cubicBezTo>
                  <a:pt x="374853" y="168648"/>
                  <a:pt x="378111" y="165466"/>
                  <a:pt x="378111" y="160599"/>
                </a:cubicBezTo>
                <a:cubicBezTo>
                  <a:pt x="378111" y="155799"/>
                  <a:pt x="374853" y="152617"/>
                  <a:pt x="370043" y="152617"/>
                </a:cubicBezTo>
                <a:close/>
              </a:path>
              <a:path w="482637" h="329342">
                <a:moveTo>
                  <a:pt x="370043" y="120499"/>
                </a:moveTo>
                <a:lnTo>
                  <a:pt x="353993" y="120499"/>
                </a:lnTo>
                <a:cubicBezTo>
                  <a:pt x="349117" y="120499"/>
                  <a:pt x="345935" y="123681"/>
                  <a:pt x="345935" y="128481"/>
                </a:cubicBezTo>
                <a:cubicBezTo>
                  <a:pt x="345935" y="133358"/>
                  <a:pt x="349117" y="136530"/>
                  <a:pt x="353993" y="136530"/>
                </a:cubicBezTo>
                <a:lnTo>
                  <a:pt x="370043" y="136530"/>
                </a:lnTo>
                <a:cubicBezTo>
                  <a:pt x="374853" y="136530"/>
                  <a:pt x="378111" y="133358"/>
                  <a:pt x="378111" y="128481"/>
                </a:cubicBezTo>
                <a:cubicBezTo>
                  <a:pt x="378111" y="123681"/>
                  <a:pt x="374853" y="120499"/>
                  <a:pt x="370043" y="120499"/>
                </a:cubicBezTo>
                <a:close/>
              </a:path>
              <a:path w="482637" h="329342">
                <a:moveTo>
                  <a:pt x="370043" y="88334"/>
                </a:moveTo>
                <a:lnTo>
                  <a:pt x="337858" y="88334"/>
                </a:lnTo>
                <a:cubicBezTo>
                  <a:pt x="333048" y="88334"/>
                  <a:pt x="329791" y="91582"/>
                  <a:pt x="329791" y="96373"/>
                </a:cubicBezTo>
                <a:cubicBezTo>
                  <a:pt x="329791" y="101173"/>
                  <a:pt x="333048" y="104421"/>
                  <a:pt x="337858" y="104421"/>
                </a:cubicBezTo>
                <a:lnTo>
                  <a:pt x="370043" y="104421"/>
                </a:lnTo>
                <a:cubicBezTo>
                  <a:pt x="374853" y="104421"/>
                  <a:pt x="378111" y="101173"/>
                  <a:pt x="378111" y="96373"/>
                </a:cubicBezTo>
                <a:cubicBezTo>
                  <a:pt x="378111" y="91582"/>
                  <a:pt x="374853" y="88334"/>
                  <a:pt x="370043" y="88334"/>
                </a:cubicBezTo>
                <a:close/>
              </a:path>
              <a:path w="482637" h="329342">
                <a:moveTo>
                  <a:pt x="144779" y="80371"/>
                </a:moveTo>
                <a:lnTo>
                  <a:pt x="88496" y="80371"/>
                </a:lnTo>
                <a:cubicBezTo>
                  <a:pt x="83686" y="80371"/>
                  <a:pt x="80438" y="83552"/>
                  <a:pt x="80438" y="88343"/>
                </a:cubicBezTo>
                <a:lnTo>
                  <a:pt x="80438" y="144588"/>
                </a:lnTo>
                <a:cubicBezTo>
                  <a:pt x="80438" y="149388"/>
                  <a:pt x="83686" y="152636"/>
                  <a:pt x="88496" y="152636"/>
                </a:cubicBezTo>
                <a:cubicBezTo>
                  <a:pt x="93306" y="152636"/>
                  <a:pt x="96554" y="149388"/>
                  <a:pt x="96554" y="144588"/>
                </a:cubicBezTo>
                <a:lnTo>
                  <a:pt x="96554" y="107679"/>
                </a:lnTo>
                <a:lnTo>
                  <a:pt x="163305" y="174296"/>
                </a:lnTo>
                <a:cubicBezTo>
                  <a:pt x="164933" y="175925"/>
                  <a:pt x="166553" y="176696"/>
                  <a:pt x="168962" y="176696"/>
                </a:cubicBezTo>
                <a:cubicBezTo>
                  <a:pt x="171363" y="176696"/>
                  <a:pt x="172992" y="175925"/>
                  <a:pt x="174544" y="174296"/>
                </a:cubicBezTo>
                <a:lnTo>
                  <a:pt x="209196" y="139797"/>
                </a:lnTo>
                <a:lnTo>
                  <a:pt x="267879" y="198365"/>
                </a:lnTo>
                <a:cubicBezTo>
                  <a:pt x="269507" y="199985"/>
                  <a:pt x="271136" y="200766"/>
                  <a:pt x="273537" y="200766"/>
                </a:cubicBezTo>
                <a:cubicBezTo>
                  <a:pt x="275946" y="200766"/>
                  <a:pt x="277566" y="199985"/>
                  <a:pt x="279128" y="198365"/>
                </a:cubicBezTo>
                <a:cubicBezTo>
                  <a:pt x="282376" y="195194"/>
                  <a:pt x="282376" y="190317"/>
                  <a:pt x="279128" y="187145"/>
                </a:cubicBezTo>
                <a:lnTo>
                  <a:pt x="214777" y="122928"/>
                </a:lnTo>
                <a:cubicBezTo>
                  <a:pt x="214358" y="122500"/>
                  <a:pt x="213930" y="122147"/>
                  <a:pt x="213511" y="121871"/>
                </a:cubicBezTo>
                <a:cubicBezTo>
                  <a:pt x="213082" y="121519"/>
                  <a:pt x="212587" y="121299"/>
                  <a:pt x="212091" y="121090"/>
                </a:cubicBezTo>
                <a:cubicBezTo>
                  <a:pt x="211882" y="121023"/>
                  <a:pt x="211672" y="120880"/>
                  <a:pt x="211386" y="120814"/>
                </a:cubicBezTo>
                <a:cubicBezTo>
                  <a:pt x="210891" y="120671"/>
                  <a:pt x="210396" y="120595"/>
                  <a:pt x="209901" y="120528"/>
                </a:cubicBezTo>
                <a:cubicBezTo>
                  <a:pt x="209691" y="120528"/>
                  <a:pt x="209405" y="120528"/>
                  <a:pt x="209196" y="120528"/>
                </a:cubicBezTo>
                <a:cubicBezTo>
                  <a:pt x="208624" y="120528"/>
                  <a:pt x="208129" y="120528"/>
                  <a:pt x="207634" y="120671"/>
                </a:cubicBezTo>
                <a:cubicBezTo>
                  <a:pt x="206157" y="120947"/>
                  <a:pt x="204738" y="121728"/>
                  <a:pt x="203538" y="122928"/>
                </a:cubicBezTo>
                <a:lnTo>
                  <a:pt x="168962" y="157437"/>
                </a:lnTo>
                <a:lnTo>
                  <a:pt x="107803" y="96392"/>
                </a:lnTo>
                <a:lnTo>
                  <a:pt x="144779" y="96392"/>
                </a:lnTo>
                <a:cubicBezTo>
                  <a:pt x="149655" y="96392"/>
                  <a:pt x="152837" y="93220"/>
                  <a:pt x="152837" y="88343"/>
                </a:cubicBezTo>
                <a:cubicBezTo>
                  <a:pt x="152837" y="83552"/>
                  <a:pt x="149655" y="80371"/>
                  <a:pt x="144779" y="80371"/>
                </a:cubicBezTo>
                <a:close/>
              </a:path>
              <a:path w="482637" h="329342">
                <a:moveTo>
                  <a:pt x="402180" y="72303"/>
                </a:moveTo>
                <a:cubicBezTo>
                  <a:pt x="397379" y="72303"/>
                  <a:pt x="394141" y="75475"/>
                  <a:pt x="394141" y="80352"/>
                </a:cubicBezTo>
                <a:lnTo>
                  <a:pt x="394141" y="208805"/>
                </a:lnTo>
                <a:cubicBezTo>
                  <a:pt x="394141" y="213605"/>
                  <a:pt x="397379" y="216853"/>
                  <a:pt x="402180" y="216853"/>
                </a:cubicBezTo>
                <a:cubicBezTo>
                  <a:pt x="406981" y="216853"/>
                  <a:pt x="410219" y="213605"/>
                  <a:pt x="410219" y="208805"/>
                </a:cubicBezTo>
                <a:lnTo>
                  <a:pt x="410219" y="80352"/>
                </a:lnTo>
                <a:cubicBezTo>
                  <a:pt x="410219" y="75475"/>
                  <a:pt x="406981" y="72303"/>
                  <a:pt x="402180" y="72303"/>
                </a:cubicBezTo>
                <a:close/>
              </a:path>
              <a:path w="482637" h="329342">
                <a:moveTo>
                  <a:pt x="426364" y="16030"/>
                </a:moveTo>
                <a:cubicBezTo>
                  <a:pt x="431174" y="16030"/>
                  <a:pt x="434355" y="19269"/>
                  <a:pt x="434355" y="24069"/>
                </a:cubicBezTo>
                <a:lnTo>
                  <a:pt x="434355" y="273069"/>
                </a:lnTo>
                <a:lnTo>
                  <a:pt x="305693" y="273069"/>
                </a:lnTo>
                <a:cubicBezTo>
                  <a:pt x="300883" y="273069"/>
                  <a:pt x="297625" y="276317"/>
                  <a:pt x="297625" y="281118"/>
                </a:cubicBezTo>
                <a:lnTo>
                  <a:pt x="297625" y="289166"/>
                </a:lnTo>
                <a:lnTo>
                  <a:pt x="185012" y="289166"/>
                </a:lnTo>
                <a:lnTo>
                  <a:pt x="185012" y="281118"/>
                </a:lnTo>
                <a:cubicBezTo>
                  <a:pt x="185012" y="276317"/>
                  <a:pt x="181831" y="273069"/>
                  <a:pt x="176954" y="273069"/>
                </a:cubicBezTo>
                <a:lnTo>
                  <a:pt x="48291" y="273069"/>
                </a:lnTo>
                <a:lnTo>
                  <a:pt x="48291" y="24069"/>
                </a:lnTo>
                <a:cubicBezTo>
                  <a:pt x="48291" y="19269"/>
                  <a:pt x="51539" y="16030"/>
                  <a:pt x="56349" y="16030"/>
                </a:cubicBezTo>
                <a:close/>
              </a:path>
              <a:path w="482637" h="329342">
                <a:moveTo>
                  <a:pt x="426364" y="0"/>
                </a:moveTo>
                <a:lnTo>
                  <a:pt x="56349" y="0"/>
                </a:lnTo>
                <a:cubicBezTo>
                  <a:pt x="42634" y="0"/>
                  <a:pt x="32166" y="10449"/>
                  <a:pt x="32166" y="24069"/>
                </a:cubicBezTo>
                <a:lnTo>
                  <a:pt x="32166" y="273069"/>
                </a:lnTo>
                <a:lnTo>
                  <a:pt x="8068" y="273069"/>
                </a:lnTo>
                <a:cubicBezTo>
                  <a:pt x="3258" y="273069"/>
                  <a:pt x="0" y="276317"/>
                  <a:pt x="0" y="281118"/>
                </a:cubicBezTo>
                <a:lnTo>
                  <a:pt x="0" y="305196"/>
                </a:lnTo>
                <a:cubicBezTo>
                  <a:pt x="0" y="318893"/>
                  <a:pt x="10468" y="329342"/>
                  <a:pt x="24184" y="329342"/>
                </a:cubicBezTo>
                <a:lnTo>
                  <a:pt x="458529" y="329342"/>
                </a:lnTo>
                <a:cubicBezTo>
                  <a:pt x="472179" y="329342"/>
                  <a:pt x="482637" y="318893"/>
                  <a:pt x="482637" y="305196"/>
                </a:cubicBezTo>
                <a:lnTo>
                  <a:pt x="482637" y="281118"/>
                </a:lnTo>
                <a:cubicBezTo>
                  <a:pt x="482637" y="276317"/>
                  <a:pt x="479389" y="273069"/>
                  <a:pt x="474579" y="273069"/>
                </a:cubicBezTo>
                <a:lnTo>
                  <a:pt x="450471" y="273069"/>
                </a:lnTo>
                <a:lnTo>
                  <a:pt x="450471" y="24069"/>
                </a:lnTo>
                <a:cubicBezTo>
                  <a:pt x="450471" y="10449"/>
                  <a:pt x="440003" y="0"/>
                  <a:pt x="426364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形状5"/>
          <p:cNvSpPr txBox="1"/>
          <p:nvPr/>
        </p:nvSpPr>
        <p:spPr>
          <a:xfrm rot="16200000">
            <a:off x="4409686" y="1551731"/>
            <a:ext cx="1234483" cy="1212728"/>
          </a:xfrm>
          <a:prstGeom prst="round2DiagRect"/>
          <a:solidFill>
            <a:srgbClr val="FFFFFF">
              <a:alpha val="0"/>
            </a:srgbClr>
          </a:solidFill>
          <a:ln w="33338">
            <a:solidFill>
              <a:srgbClr val="F5B64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6"/>
          <p:cNvSpPr txBox="1"/>
          <p:nvPr/>
        </p:nvSpPr>
        <p:spPr>
          <a:xfrm rot="16200000">
            <a:off x="4520918" y="1648741"/>
            <a:ext cx="1034918" cy="1016679"/>
          </a:xfrm>
          <a:prstGeom prst="round2DiagRect"/>
          <a:solidFill>
            <a:srgbClr val="F5B642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7"/>
          <p:cNvSpPr txBox="1"/>
          <p:nvPr/>
        </p:nvSpPr>
        <p:spPr>
          <a:xfrm>
            <a:off x="4762240" y="1877346"/>
            <a:ext cx="579957" cy="579195"/>
          </a:xfrm>
          <a:custGeom>
            <a:avLst/>
            <a:gdLst>
              <a:gd name="connsiteX0" fmla="*/ 84715 w 579957"/>
              <a:gd name="connsiteY0" fmla="*/ 505653 h 579195"/>
              <a:gd name="connsiteX1" fmla="*/ 168554 w 579957"/>
              <a:gd name="connsiteY1" fmla="*/ 505653 h 579195"/>
              <a:gd name="connsiteX2" fmla="*/ 168554 w 579957"/>
              <a:gd name="connsiteY2" fmla="*/ 526989 h 579195"/>
              <a:gd name="connsiteX3" fmla="*/ 84715 w 579957"/>
              <a:gd name="connsiteY3" fmla="*/ 526989 h 579195"/>
              <a:gd name="connsiteX0" fmla="*/ 84715 w 579957"/>
              <a:gd name="connsiteY0" fmla="*/ 452684 h 579195"/>
              <a:gd name="connsiteX1" fmla="*/ 168554 w 579957"/>
              <a:gd name="connsiteY1" fmla="*/ 452684 h 579195"/>
              <a:gd name="connsiteX2" fmla="*/ 168554 w 579957"/>
              <a:gd name="connsiteY2" fmla="*/ 474020 h 579195"/>
              <a:gd name="connsiteX3" fmla="*/ 84715 w 579957"/>
              <a:gd name="connsiteY3" fmla="*/ 474020 h 579195"/>
              <a:gd name="connsiteX0" fmla="*/ 84715 w 579957"/>
              <a:gd name="connsiteY0" fmla="*/ 400611 h 579195"/>
              <a:gd name="connsiteX1" fmla="*/ 168554 w 579957"/>
              <a:gd name="connsiteY1" fmla="*/ 400611 h 579195"/>
              <a:gd name="connsiteX2" fmla="*/ 168554 w 579957"/>
              <a:gd name="connsiteY2" fmla="*/ 421061 h 579195"/>
              <a:gd name="connsiteX3" fmla="*/ 84715 w 579957"/>
              <a:gd name="connsiteY3" fmla="*/ 421061 h 579195"/>
              <a:gd name="connsiteX0" fmla="*/ 200177 w 579957"/>
              <a:gd name="connsiteY0" fmla="*/ 350043 h 579195"/>
              <a:gd name="connsiteX1" fmla="*/ 200177 w 579957"/>
              <a:gd name="connsiteY1" fmla="*/ 558650 h 579195"/>
              <a:gd name="connsiteX2" fmla="*/ 326773 w 579957"/>
              <a:gd name="connsiteY2" fmla="*/ 558650 h 579195"/>
              <a:gd name="connsiteX3" fmla="*/ 326773 w 579957"/>
              <a:gd name="connsiteY3" fmla="*/ 374541 h 579195"/>
              <a:gd name="connsiteX0" fmla="*/ 179603 w 579957"/>
              <a:gd name="connsiteY0" fmla="*/ 350043 h 579195"/>
              <a:gd name="connsiteX1" fmla="*/ 73580 w 579957"/>
              <a:gd name="connsiteY1" fmla="*/ 374541 h 579195"/>
              <a:gd name="connsiteX2" fmla="*/ 73580 w 579957"/>
              <a:gd name="connsiteY2" fmla="*/ 558650 h 579195"/>
              <a:gd name="connsiteX3" fmla="*/ 179603 w 579957"/>
              <a:gd name="connsiteY3" fmla="*/ 558650 h 579195"/>
              <a:gd name="connsiteX0" fmla="*/ 242858 w 579957"/>
              <a:gd name="connsiteY0" fmla="*/ 305723 h 579195"/>
              <a:gd name="connsiteX1" fmla="*/ 316525 w 579957"/>
              <a:gd name="connsiteY1" fmla="*/ 305723 h 579195"/>
              <a:gd name="connsiteX2" fmla="*/ 316525 w 579957"/>
              <a:gd name="connsiteY2" fmla="*/ 326307 h 579195"/>
              <a:gd name="connsiteX3" fmla="*/ 242858 w 579957"/>
              <a:gd name="connsiteY3" fmla="*/ 326307 h 579195"/>
              <a:gd name="connsiteX0" fmla="*/ 242858 w 579957"/>
              <a:gd name="connsiteY0" fmla="*/ 252888 h 579195"/>
              <a:gd name="connsiteX1" fmla="*/ 316525 w 579957"/>
              <a:gd name="connsiteY1" fmla="*/ 252888 h 579195"/>
              <a:gd name="connsiteX2" fmla="*/ 316525 w 579957"/>
              <a:gd name="connsiteY2" fmla="*/ 274100 h 579195"/>
              <a:gd name="connsiteX3" fmla="*/ 242858 w 579957"/>
              <a:gd name="connsiteY3" fmla="*/ 274100 h 579195"/>
              <a:gd name="connsiteX0" fmla="*/ 242858 w 579957"/>
              <a:gd name="connsiteY0" fmla="*/ 199920 h 579195"/>
              <a:gd name="connsiteX1" fmla="*/ 316525 w 579957"/>
              <a:gd name="connsiteY1" fmla="*/ 199920 h 579195"/>
              <a:gd name="connsiteX2" fmla="*/ 316525 w 579957"/>
              <a:gd name="connsiteY2" fmla="*/ 221265 h 579195"/>
              <a:gd name="connsiteX3" fmla="*/ 242858 w 579957"/>
              <a:gd name="connsiteY3" fmla="*/ 221265 h 579195"/>
              <a:gd name="connsiteX0" fmla="*/ 242858 w 579957"/>
              <a:gd name="connsiteY0" fmla="*/ 147723 h 579195"/>
              <a:gd name="connsiteX1" fmla="*/ 316525 w 579957"/>
              <a:gd name="connsiteY1" fmla="*/ 147723 h 579195"/>
              <a:gd name="connsiteX2" fmla="*/ 316525 w 579957"/>
              <a:gd name="connsiteY2" fmla="*/ 168297 h 579195"/>
              <a:gd name="connsiteX3" fmla="*/ 242858 w 579957"/>
              <a:gd name="connsiteY3" fmla="*/ 168297 h 579195"/>
              <a:gd name="connsiteX0" fmla="*/ 348129 w 579957"/>
              <a:gd name="connsiteY0" fmla="*/ 100355 h 579195"/>
              <a:gd name="connsiteX1" fmla="*/ 348129 w 579957"/>
              <a:gd name="connsiteY1" fmla="*/ 365845 h 579195"/>
              <a:gd name="connsiteX2" fmla="*/ 348129 w 579957"/>
              <a:gd name="connsiteY2" fmla="*/ 369007 h 579195"/>
              <a:gd name="connsiteX3" fmla="*/ 348129 w 579957"/>
              <a:gd name="connsiteY3" fmla="*/ 558650 h 579195"/>
              <a:gd name="connsiteX4" fmla="*/ 474725 w 579957"/>
              <a:gd name="connsiteY4" fmla="*/ 558650 h 579195"/>
              <a:gd name="connsiteX5" fmla="*/ 474725 w 579957"/>
              <a:gd name="connsiteY5" fmla="*/ 151714 h 579195"/>
              <a:gd name="connsiteX0" fmla="*/ 326773 w 579957"/>
              <a:gd name="connsiteY0" fmla="*/ 97983 h 579195"/>
              <a:gd name="connsiteX1" fmla="*/ 231828 w 579957"/>
              <a:gd name="connsiteY1" fmla="*/ 123263 h 579195"/>
              <a:gd name="connsiteX2" fmla="*/ 231828 w 579957"/>
              <a:gd name="connsiteY2" fmla="*/ 335032 h 579195"/>
              <a:gd name="connsiteX3" fmla="*/ 326773 w 579957"/>
              <a:gd name="connsiteY3" fmla="*/ 353205 h 579195"/>
              <a:gd name="connsiteX0" fmla="*/ 390067 w 579957"/>
              <a:gd name="connsiteY0" fmla="*/ 21336 h 579195"/>
              <a:gd name="connsiteX1" fmla="*/ 384523 w 579957"/>
              <a:gd name="connsiteY1" fmla="*/ 21336 h 579195"/>
              <a:gd name="connsiteX2" fmla="*/ 379780 w 579957"/>
              <a:gd name="connsiteY2" fmla="*/ 37138 h 579195"/>
              <a:gd name="connsiteX3" fmla="*/ 396392 w 579957"/>
              <a:gd name="connsiteY3" fmla="*/ 41881 h 579195"/>
              <a:gd name="connsiteX4" fmla="*/ 401145 w 579957"/>
              <a:gd name="connsiteY4" fmla="*/ 26079 h 579195"/>
              <a:gd name="connsiteX0" fmla="*/ 390067 w 579957"/>
              <a:gd name="connsiteY0" fmla="*/ 0 h 579195"/>
              <a:gd name="connsiteX1" fmla="*/ 407469 w 579957"/>
              <a:gd name="connsiteY1" fmla="*/ 0 h 579195"/>
              <a:gd name="connsiteX2" fmla="*/ 421718 w 579957"/>
              <a:gd name="connsiteY2" fmla="*/ 45044 h 579195"/>
              <a:gd name="connsiteX3" fmla="*/ 401145 w 579957"/>
              <a:gd name="connsiteY3" fmla="*/ 98774 h 579195"/>
              <a:gd name="connsiteX4" fmla="*/ 488965 w 579957"/>
              <a:gd name="connsiteY4" fmla="*/ 135121 h 579195"/>
              <a:gd name="connsiteX5" fmla="*/ 492927 w 579957"/>
              <a:gd name="connsiteY5" fmla="*/ 136703 h 579195"/>
              <a:gd name="connsiteX6" fmla="*/ 496090 w 579957"/>
              <a:gd name="connsiteY6" fmla="*/ 558650 h 579195"/>
              <a:gd name="connsiteX7" fmla="*/ 579957 w 579957"/>
              <a:gd name="connsiteY7" fmla="*/ 558650 h 579195"/>
              <a:gd name="connsiteX8" fmla="*/ 579957 w 579957"/>
              <a:gd name="connsiteY8" fmla="*/ 579195 h 579195"/>
              <a:gd name="connsiteX9" fmla="*/ 485012 w 579957"/>
              <a:gd name="connsiteY9" fmla="*/ 579195 h 579195"/>
              <a:gd name="connsiteX10" fmla="*/ 337842 w 579957"/>
              <a:gd name="connsiteY10" fmla="*/ 579195 h 579195"/>
              <a:gd name="connsiteX11" fmla="*/ 189890 w 579957"/>
              <a:gd name="connsiteY11" fmla="*/ 579195 h 579195"/>
              <a:gd name="connsiteX12" fmla="*/ 63293 w 579957"/>
              <a:gd name="connsiteY12" fmla="*/ 579195 h 579195"/>
              <a:gd name="connsiteX13" fmla="*/ 0 w 579957"/>
              <a:gd name="connsiteY13" fmla="*/ 579195 h 579195"/>
              <a:gd name="connsiteX14" fmla="*/ 0 w 579957"/>
              <a:gd name="connsiteY14" fmla="*/ 558650 h 579195"/>
              <a:gd name="connsiteX15" fmla="*/ 53007 w 579957"/>
              <a:gd name="connsiteY15" fmla="*/ 558650 h 579195"/>
              <a:gd name="connsiteX16" fmla="*/ 53007 w 579957"/>
              <a:gd name="connsiteY16" fmla="*/ 365845 h 579195"/>
              <a:gd name="connsiteX17" fmla="*/ 53007 w 579957"/>
              <a:gd name="connsiteY17" fmla="*/ 361111 h 579195"/>
              <a:gd name="connsiteX18" fmla="*/ 187518 w 579957"/>
              <a:gd name="connsiteY18" fmla="*/ 327126 h 579195"/>
              <a:gd name="connsiteX19" fmla="*/ 189099 w 579957"/>
              <a:gd name="connsiteY19" fmla="*/ 326335 h 579195"/>
              <a:gd name="connsiteX20" fmla="*/ 192262 w 579957"/>
              <a:gd name="connsiteY20" fmla="*/ 327126 h 579195"/>
              <a:gd name="connsiteX21" fmla="*/ 211255 w 579957"/>
              <a:gd name="connsiteY21" fmla="*/ 330288 h 579195"/>
              <a:gd name="connsiteX22" fmla="*/ 211255 w 579957"/>
              <a:gd name="connsiteY22" fmla="*/ 114576 h 579195"/>
              <a:gd name="connsiteX23" fmla="*/ 211255 w 579957"/>
              <a:gd name="connsiteY23" fmla="*/ 109833 h 579195"/>
              <a:gd name="connsiteX24" fmla="*/ 334679 w 579957"/>
              <a:gd name="connsiteY24" fmla="*/ 74276 h 579195"/>
              <a:gd name="connsiteX25" fmla="*/ 335470 w 579957"/>
              <a:gd name="connsiteY25" fmla="*/ 74276 h 579195"/>
              <a:gd name="connsiteX26" fmla="*/ 337051 w 579957"/>
              <a:gd name="connsiteY26" fmla="*/ 74276 h 579195"/>
              <a:gd name="connsiteX27" fmla="*/ 339432 w 579957"/>
              <a:gd name="connsiteY27" fmla="*/ 74276 h 579195"/>
              <a:gd name="connsiteX28" fmla="*/ 341013 w 579957"/>
              <a:gd name="connsiteY28" fmla="*/ 74276 h 579195"/>
              <a:gd name="connsiteX29" fmla="*/ 379780 w 579957"/>
              <a:gd name="connsiteY29" fmla="*/ 90078 h 579195"/>
              <a:gd name="connsiteX30" fmla="*/ 379780 w 579957"/>
              <a:gd name="connsiteY30" fmla="*/ 61636 h 579195"/>
              <a:gd name="connsiteX31" fmla="*/ 367912 w 579957"/>
              <a:gd name="connsiteY31" fmla="*/ 56893 h 579195"/>
              <a:gd name="connsiteX32" fmla="*/ 358415 w 579957"/>
              <a:gd name="connsiteY32" fmla="*/ 14221 h 579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79957" h="579195">
                <a:moveTo>
                  <a:pt x="84715" y="505653"/>
                </a:moveTo>
                <a:lnTo>
                  <a:pt x="168554" y="505653"/>
                </a:lnTo>
                <a:lnTo>
                  <a:pt x="168554" y="526989"/>
                </a:lnTo>
                <a:lnTo>
                  <a:pt x="84715" y="526989"/>
                </a:lnTo>
                <a:close/>
              </a:path>
              <a:path w="579957" h="579195">
                <a:moveTo>
                  <a:pt x="84715" y="452684"/>
                </a:moveTo>
                <a:lnTo>
                  <a:pt x="168554" y="452684"/>
                </a:lnTo>
                <a:lnTo>
                  <a:pt x="168554" y="474020"/>
                </a:lnTo>
                <a:lnTo>
                  <a:pt x="84715" y="474020"/>
                </a:lnTo>
                <a:close/>
              </a:path>
              <a:path w="579957" h="579195">
                <a:moveTo>
                  <a:pt x="84715" y="400611"/>
                </a:moveTo>
                <a:lnTo>
                  <a:pt x="168554" y="400611"/>
                </a:lnTo>
                <a:lnTo>
                  <a:pt x="168554" y="421061"/>
                </a:lnTo>
                <a:lnTo>
                  <a:pt x="84715" y="421061"/>
                </a:lnTo>
                <a:close/>
              </a:path>
              <a:path w="579957" h="579195">
                <a:moveTo>
                  <a:pt x="200177" y="350043"/>
                </a:moveTo>
                <a:lnTo>
                  <a:pt x="200177" y="558650"/>
                </a:lnTo>
                <a:lnTo>
                  <a:pt x="326773" y="558650"/>
                </a:lnTo>
                <a:lnTo>
                  <a:pt x="326773" y="374541"/>
                </a:lnTo>
                <a:close/>
              </a:path>
              <a:path w="579957" h="579195">
                <a:moveTo>
                  <a:pt x="179603" y="350043"/>
                </a:moveTo>
                <a:lnTo>
                  <a:pt x="73580" y="374541"/>
                </a:lnTo>
                <a:lnTo>
                  <a:pt x="73580" y="558650"/>
                </a:lnTo>
                <a:lnTo>
                  <a:pt x="179603" y="558650"/>
                </a:lnTo>
                <a:close/>
              </a:path>
              <a:path w="579957" h="579195">
                <a:moveTo>
                  <a:pt x="242858" y="305723"/>
                </a:moveTo>
                <a:lnTo>
                  <a:pt x="316525" y="305723"/>
                </a:lnTo>
                <a:lnTo>
                  <a:pt x="316525" y="326307"/>
                </a:lnTo>
                <a:lnTo>
                  <a:pt x="242858" y="326307"/>
                </a:lnTo>
                <a:close/>
              </a:path>
              <a:path w="579957" h="579195">
                <a:moveTo>
                  <a:pt x="242858" y="252888"/>
                </a:moveTo>
                <a:lnTo>
                  <a:pt x="316525" y="252888"/>
                </a:lnTo>
                <a:lnTo>
                  <a:pt x="316525" y="274100"/>
                </a:lnTo>
                <a:lnTo>
                  <a:pt x="242858" y="274100"/>
                </a:lnTo>
                <a:close/>
              </a:path>
              <a:path w="579957" h="579195">
                <a:moveTo>
                  <a:pt x="242858" y="199920"/>
                </a:moveTo>
                <a:lnTo>
                  <a:pt x="316525" y="199920"/>
                </a:lnTo>
                <a:lnTo>
                  <a:pt x="316525" y="221265"/>
                </a:lnTo>
                <a:lnTo>
                  <a:pt x="242858" y="221265"/>
                </a:lnTo>
                <a:close/>
              </a:path>
              <a:path w="579957" h="579195">
                <a:moveTo>
                  <a:pt x="242858" y="147723"/>
                </a:moveTo>
                <a:lnTo>
                  <a:pt x="316525" y="147723"/>
                </a:lnTo>
                <a:lnTo>
                  <a:pt x="316525" y="168297"/>
                </a:lnTo>
                <a:lnTo>
                  <a:pt x="242858" y="168297"/>
                </a:lnTo>
                <a:close/>
              </a:path>
              <a:path w="579957" h="579195">
                <a:moveTo>
                  <a:pt x="348129" y="100355"/>
                </a:moveTo>
                <a:lnTo>
                  <a:pt x="348129" y="365845"/>
                </a:lnTo>
                <a:lnTo>
                  <a:pt x="348129" y="369007"/>
                </a:lnTo>
                <a:lnTo>
                  <a:pt x="348129" y="558650"/>
                </a:lnTo>
                <a:lnTo>
                  <a:pt x="474725" y="558650"/>
                </a:lnTo>
                <a:lnTo>
                  <a:pt x="474725" y="151714"/>
                </a:lnTo>
                <a:close/>
              </a:path>
              <a:path w="579957" h="579195">
                <a:moveTo>
                  <a:pt x="326773" y="97983"/>
                </a:moveTo>
                <a:lnTo>
                  <a:pt x="231828" y="123263"/>
                </a:lnTo>
                <a:lnTo>
                  <a:pt x="231828" y="335032"/>
                </a:lnTo>
                <a:lnTo>
                  <a:pt x="326773" y="353205"/>
                </a:lnTo>
                <a:close/>
              </a:path>
              <a:path w="579957" h="579195">
                <a:moveTo>
                  <a:pt x="390067" y="21336"/>
                </a:moveTo>
                <a:cubicBezTo>
                  <a:pt x="384523" y="21336"/>
                  <a:pt x="379780" y="26079"/>
                  <a:pt x="379780" y="31604"/>
                </a:cubicBezTo>
                <a:cubicBezTo>
                  <a:pt x="379780" y="37138"/>
                  <a:pt x="384523" y="41881"/>
                  <a:pt x="390067" y="41881"/>
                </a:cubicBezTo>
                <a:cubicBezTo>
                  <a:pt x="396392" y="41881"/>
                  <a:pt x="401145" y="37138"/>
                  <a:pt x="401145" y="31604"/>
                </a:cubicBezTo>
                <a:cubicBezTo>
                  <a:pt x="401145" y="26079"/>
                  <a:pt x="396392" y="21336"/>
                  <a:pt x="390067" y="21336"/>
                </a:cubicBezTo>
                <a:close/>
              </a:path>
              <a:path w="579957" h="579195">
                <a:moveTo>
                  <a:pt x="390067" y="0"/>
                </a:moveTo>
                <a:cubicBezTo>
                  <a:pt x="407469" y="0"/>
                  <a:pt x="421718" y="14221"/>
                  <a:pt x="421718" y="31604"/>
                </a:cubicBezTo>
                <a:cubicBezTo>
                  <a:pt x="421718" y="45044"/>
                  <a:pt x="413013" y="56893"/>
                  <a:pt x="401145" y="61636"/>
                </a:cubicBezTo>
                <a:lnTo>
                  <a:pt x="401145" y="98774"/>
                </a:lnTo>
                <a:lnTo>
                  <a:pt x="488965" y="135121"/>
                </a:lnTo>
                <a:cubicBezTo>
                  <a:pt x="492927" y="136703"/>
                  <a:pt x="496090" y="140646"/>
                  <a:pt x="496090" y="144599"/>
                </a:cubicBezTo>
                <a:lnTo>
                  <a:pt x="496090" y="558650"/>
                </a:lnTo>
                <a:lnTo>
                  <a:pt x="579957" y="558650"/>
                </a:lnTo>
                <a:lnTo>
                  <a:pt x="579957" y="579195"/>
                </a:lnTo>
                <a:lnTo>
                  <a:pt x="485012" y="579195"/>
                </a:lnTo>
                <a:lnTo>
                  <a:pt x="337842" y="579195"/>
                </a:lnTo>
                <a:lnTo>
                  <a:pt x="189890" y="579195"/>
                </a:lnTo>
                <a:lnTo>
                  <a:pt x="63293" y="579195"/>
                </a:lnTo>
                <a:lnTo>
                  <a:pt x="0" y="579195"/>
                </a:lnTo>
                <a:lnTo>
                  <a:pt x="0" y="558650"/>
                </a:lnTo>
                <a:lnTo>
                  <a:pt x="53007" y="558650"/>
                </a:lnTo>
                <a:lnTo>
                  <a:pt x="53007" y="365845"/>
                </a:lnTo>
                <a:cubicBezTo>
                  <a:pt x="53007" y="361111"/>
                  <a:pt x="56178" y="357158"/>
                  <a:pt x="60922" y="355577"/>
                </a:cubicBezTo>
                <a:lnTo>
                  <a:pt x="187518" y="327126"/>
                </a:lnTo>
                <a:cubicBezTo>
                  <a:pt x="189099" y="326335"/>
                  <a:pt x="190681" y="326335"/>
                  <a:pt x="191471" y="327126"/>
                </a:cubicBezTo>
                <a:cubicBezTo>
                  <a:pt x="192262" y="327126"/>
                  <a:pt x="192262" y="327126"/>
                  <a:pt x="192262" y="327126"/>
                </a:cubicBezTo>
                <a:lnTo>
                  <a:pt x="211255" y="330288"/>
                </a:lnTo>
                <a:lnTo>
                  <a:pt x="211255" y="114576"/>
                </a:lnTo>
                <a:cubicBezTo>
                  <a:pt x="211255" y="109833"/>
                  <a:pt x="214417" y="105880"/>
                  <a:pt x="219160" y="104299"/>
                </a:cubicBezTo>
                <a:lnTo>
                  <a:pt x="334679" y="74276"/>
                </a:lnTo>
                <a:cubicBezTo>
                  <a:pt x="335470" y="74276"/>
                  <a:pt x="335470" y="74276"/>
                  <a:pt x="336260" y="74276"/>
                </a:cubicBezTo>
                <a:cubicBezTo>
                  <a:pt x="337051" y="74276"/>
                  <a:pt x="337842" y="73485"/>
                  <a:pt x="338642" y="74276"/>
                </a:cubicBezTo>
                <a:cubicBezTo>
                  <a:pt x="339432" y="74276"/>
                  <a:pt x="340223" y="74276"/>
                  <a:pt x="340223" y="74276"/>
                </a:cubicBezTo>
                <a:cubicBezTo>
                  <a:pt x="341013" y="74276"/>
                  <a:pt x="341013" y="74276"/>
                  <a:pt x="341804" y="74276"/>
                </a:cubicBezTo>
                <a:lnTo>
                  <a:pt x="379780" y="90078"/>
                </a:lnTo>
                <a:lnTo>
                  <a:pt x="379780" y="61636"/>
                </a:lnTo>
                <a:cubicBezTo>
                  <a:pt x="367912" y="56893"/>
                  <a:pt x="358415" y="45044"/>
                  <a:pt x="358415" y="31604"/>
                </a:cubicBezTo>
                <a:cubicBezTo>
                  <a:pt x="358415" y="14221"/>
                  <a:pt x="372655" y="0"/>
                  <a:pt x="39006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8"/>
          <p:cNvSpPr txBox="1"/>
          <p:nvPr/>
        </p:nvSpPr>
        <p:spPr>
          <a:xfrm rot="16200000">
            <a:off x="6171565" y="2574925"/>
            <a:ext cx="1428115" cy="1411605"/>
          </a:xfrm>
          <a:prstGeom prst="round2DiagRect"/>
          <a:solidFill>
            <a:srgbClr val="FFFFFF">
              <a:alpha val="0"/>
            </a:srgbClr>
          </a:solidFill>
          <a:ln w="33338">
            <a:solidFill>
              <a:srgbClr val="FE672E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9"/>
          <p:cNvSpPr txBox="1"/>
          <p:nvPr/>
        </p:nvSpPr>
        <p:spPr>
          <a:xfrm rot="16200000">
            <a:off x="6323330" y="2746375"/>
            <a:ext cx="1149350" cy="1101725"/>
          </a:xfrm>
          <a:prstGeom prst="round2DiagRect"/>
          <a:solidFill>
            <a:srgbClr val="FE672E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1" name="形状10"/>
          <p:cNvSpPr txBox="1"/>
          <p:nvPr/>
        </p:nvSpPr>
        <p:spPr>
          <a:xfrm flipH="0">
            <a:off x="6478617" y="3011763"/>
            <a:ext cx="844608" cy="609499"/>
          </a:xfrm>
          <a:custGeom>
            <a:avLst/>
            <a:gdLst>
              <a:gd name="connsiteX0" fmla="*/ 717754 w 844608"/>
              <a:gd name="connsiteY0" fmla="*/ 242089 h 609499"/>
              <a:gd name="connsiteX1" fmla="*/ 382923 w 844608"/>
              <a:gd name="connsiteY1" fmla="*/ 242089 h 609499"/>
              <a:gd name="connsiteX2" fmla="*/ 374303 w 844608"/>
              <a:gd name="connsiteY2" fmla="*/ 242089 h 609499"/>
              <a:gd name="connsiteX3" fmla="*/ 367226 w 844608"/>
              <a:gd name="connsiteY3" fmla="*/ 266311 h 609499"/>
              <a:gd name="connsiteX4" fmla="*/ 717754 w 844608"/>
              <a:gd name="connsiteY4" fmla="*/ 273369 h 609499"/>
              <a:gd name="connsiteX5" fmla="*/ 726556 w 844608"/>
              <a:gd name="connsiteY5" fmla="*/ 273369 h 609499"/>
              <a:gd name="connsiteX6" fmla="*/ 733452 w 844608"/>
              <a:gd name="connsiteY6" fmla="*/ 249147 h 609499"/>
              <a:gd name="connsiteX0" fmla="*/ 256851 w 844608"/>
              <a:gd name="connsiteY0" fmla="*/ 183234 h 609499"/>
              <a:gd name="connsiteX1" fmla="*/ 254936 w 844608"/>
              <a:gd name="connsiteY1" fmla="*/ 192787 h 609499"/>
              <a:gd name="connsiteX2" fmla="*/ 254174 w 844608"/>
              <a:gd name="connsiteY2" fmla="*/ 307621 h 609499"/>
              <a:gd name="connsiteX3" fmla="*/ 423547 w 844608"/>
              <a:gd name="connsiteY3" fmla="*/ 465633 h 609499"/>
              <a:gd name="connsiteX4" fmla="*/ 269481 w 844608"/>
              <a:gd name="connsiteY4" fmla="*/ 499827 h 609499"/>
              <a:gd name="connsiteX5" fmla="*/ 249002 w 844608"/>
              <a:gd name="connsiteY5" fmla="*/ 540909 h 609499"/>
              <a:gd name="connsiteX6" fmla="*/ 169954 w 844608"/>
              <a:gd name="connsiteY6" fmla="*/ 557530 h 609499"/>
              <a:gd name="connsiteX7" fmla="*/ 185461 w 844608"/>
              <a:gd name="connsiteY7" fmla="*/ 498303 h 609499"/>
              <a:gd name="connsiteX8" fmla="*/ 86706 w 844608"/>
              <a:gd name="connsiteY8" fmla="*/ 463146 h 609499"/>
              <a:gd name="connsiteX9" fmla="*/ 31395 w 844608"/>
              <a:gd name="connsiteY9" fmla="*/ 254881 h 609499"/>
              <a:gd name="connsiteX0" fmla="*/ 738805 w 844608"/>
              <a:gd name="connsiteY0" fmla="*/ 167527 h 609499"/>
              <a:gd name="connsiteX1" fmla="*/ 369931 w 844608"/>
              <a:gd name="connsiteY1" fmla="*/ 167527 h 609499"/>
              <a:gd name="connsiteX2" fmla="*/ 361130 w 844608"/>
              <a:gd name="connsiteY2" fmla="*/ 167527 h 609499"/>
              <a:gd name="connsiteX3" fmla="*/ 354234 w 844608"/>
              <a:gd name="connsiteY3" fmla="*/ 191825 h 609499"/>
              <a:gd name="connsiteX4" fmla="*/ 738805 w 844608"/>
              <a:gd name="connsiteY4" fmla="*/ 198902 h 609499"/>
              <a:gd name="connsiteX5" fmla="*/ 747415 w 844608"/>
              <a:gd name="connsiteY5" fmla="*/ 198902 h 609499"/>
              <a:gd name="connsiteX6" fmla="*/ 754502 w 844608"/>
              <a:gd name="connsiteY6" fmla="*/ 174413 h 609499"/>
              <a:gd name="connsiteX0" fmla="*/ 551020 w 844608"/>
              <a:gd name="connsiteY0" fmla="*/ 31337 h 609499"/>
              <a:gd name="connsiteX1" fmla="*/ 695514 w 844608"/>
              <a:gd name="connsiteY1" fmla="*/ 31337 h 609499"/>
              <a:gd name="connsiteX2" fmla="*/ 813223 w 844608"/>
              <a:gd name="connsiteY2" fmla="*/ 288133 h 609499"/>
              <a:gd name="connsiteX3" fmla="*/ 642498 w 844608"/>
              <a:gd name="connsiteY3" fmla="*/ 385384 h 609499"/>
              <a:gd name="connsiteX4" fmla="*/ 648241 w 844608"/>
              <a:gd name="connsiteY4" fmla="*/ 439067 h 609499"/>
              <a:gd name="connsiteX5" fmla="*/ 623743 w 844608"/>
              <a:gd name="connsiteY5" fmla="*/ 469262 h 609499"/>
              <a:gd name="connsiteX6" fmla="*/ 543933 w 844608"/>
              <a:gd name="connsiteY6" fmla="*/ 400481 h 609499"/>
              <a:gd name="connsiteX7" fmla="*/ 398287 w 844608"/>
              <a:gd name="connsiteY7" fmla="*/ 389775 h 609499"/>
              <a:gd name="connsiteX8" fmla="*/ 286892 w 844608"/>
              <a:gd name="connsiteY8" fmla="*/ 176928 h 609499"/>
              <a:gd name="connsiteX9" fmla="*/ 377808 w 844608"/>
              <a:gd name="connsiteY9" fmla="*/ 61522 h 609499"/>
              <a:gd name="connsiteX0" fmla="*/ 551020 w 844608"/>
              <a:gd name="connsiteY0" fmla="*/ 0 h 609499"/>
              <a:gd name="connsiteX1" fmla="*/ 452255 w 844608"/>
              <a:gd name="connsiteY1" fmla="*/ 0 h 609499"/>
              <a:gd name="connsiteX2" fmla="*/ 288807 w 844608"/>
              <a:gd name="connsiteY2" fmla="*/ 109481 h 609499"/>
              <a:gd name="connsiteX3" fmla="*/ 264699 w 844608"/>
              <a:gd name="connsiteY3" fmla="*/ 151896 h 609499"/>
              <a:gd name="connsiteX4" fmla="*/ 116367 w 844608"/>
              <a:gd name="connsiteY4" fmla="*/ 151896 h 609499"/>
              <a:gd name="connsiteX5" fmla="*/ 0 w 844608"/>
              <a:gd name="connsiteY5" fmla="*/ 416140 h 609499"/>
              <a:gd name="connsiteX6" fmla="*/ 139141 w 844608"/>
              <a:gd name="connsiteY6" fmla="*/ 554854 h 609499"/>
              <a:gd name="connsiteX7" fmla="*/ 113309 w 844608"/>
              <a:gd name="connsiteY7" fmla="*/ 583896 h 609499"/>
              <a:gd name="connsiteX8" fmla="*/ 116176 w 844608"/>
              <a:gd name="connsiteY8" fmla="*/ 598993 h 609499"/>
              <a:gd name="connsiteX9" fmla="*/ 150628 w 844608"/>
              <a:gd name="connsiteY9" fmla="*/ 609499 h 609499"/>
              <a:gd name="connsiteX10" fmla="*/ 379151 w 844608"/>
              <a:gd name="connsiteY10" fmla="*/ 523335 h 609499"/>
              <a:gd name="connsiteX11" fmla="*/ 503738 w 844608"/>
              <a:gd name="connsiteY11" fmla="*/ 425313 h 609499"/>
              <a:gd name="connsiteX12" fmla="*/ 557135 w 844608"/>
              <a:gd name="connsiteY12" fmla="*/ 492188 h 609499"/>
              <a:gd name="connsiteX13" fmla="*/ 708534 w 844608"/>
              <a:gd name="connsiteY13" fmla="*/ 517411 h 609499"/>
              <a:gd name="connsiteX14" fmla="*/ 713316 w 844608"/>
              <a:gd name="connsiteY14" fmla="*/ 502504 h 609499"/>
              <a:gd name="connsiteX15" fmla="*/ 698190 w 844608"/>
              <a:gd name="connsiteY15" fmla="*/ 482254 h 609499"/>
              <a:gd name="connsiteX16" fmla="*/ 778009 w 844608"/>
              <a:gd name="connsiteY16" fmla="*/ 373916 h 609499"/>
              <a:gd name="connsiteX17" fmla="*/ 844608 w 844608"/>
              <a:gd name="connsiteY17" fmla="*/ 95917 h 609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44608" h="609499">
                <a:moveTo>
                  <a:pt x="717754" y="242089"/>
                </a:moveTo>
                <a:lnTo>
                  <a:pt x="382923" y="242089"/>
                </a:lnTo>
                <a:cubicBezTo>
                  <a:pt x="374303" y="242089"/>
                  <a:pt x="367226" y="249147"/>
                  <a:pt x="367226" y="257729"/>
                </a:cubicBezTo>
                <a:cubicBezTo>
                  <a:pt x="367226" y="266311"/>
                  <a:pt x="374303" y="273369"/>
                  <a:pt x="382923" y="273369"/>
                </a:cubicBezTo>
                <a:lnTo>
                  <a:pt x="717754" y="273369"/>
                </a:lnTo>
                <a:cubicBezTo>
                  <a:pt x="726556" y="273369"/>
                  <a:pt x="733452" y="266311"/>
                  <a:pt x="733452" y="257729"/>
                </a:cubicBezTo>
                <a:cubicBezTo>
                  <a:pt x="733452" y="249147"/>
                  <a:pt x="726556" y="242089"/>
                  <a:pt x="717754" y="242089"/>
                </a:cubicBezTo>
                <a:close/>
              </a:path>
              <a:path w="844608" h="609499">
                <a:moveTo>
                  <a:pt x="256851" y="183234"/>
                </a:moveTo>
                <a:cubicBezTo>
                  <a:pt x="254936" y="192787"/>
                  <a:pt x="254174" y="202531"/>
                  <a:pt x="254174" y="212275"/>
                </a:cubicBezTo>
                <a:cubicBezTo>
                  <a:pt x="254174" y="307621"/>
                  <a:pt x="339337" y="392070"/>
                  <a:pt x="459913" y="419579"/>
                </a:cubicBezTo>
                <a:cubicBezTo>
                  <a:pt x="423547" y="465633"/>
                  <a:pt x="355415" y="495627"/>
                  <a:pt x="275605" y="499446"/>
                </a:cubicBezTo>
                <a:cubicBezTo>
                  <a:pt x="269481" y="499827"/>
                  <a:pt x="264118" y="503657"/>
                  <a:pt x="261823" y="509191"/>
                </a:cubicBezTo>
                <a:cubicBezTo>
                  <a:pt x="249002" y="540909"/>
                  <a:pt x="198472" y="562312"/>
                  <a:pt x="164020" y="572056"/>
                </a:cubicBezTo>
                <a:cubicBezTo>
                  <a:pt x="169954" y="557530"/>
                  <a:pt x="176660" y="536709"/>
                  <a:pt x="183546" y="506514"/>
                </a:cubicBezTo>
                <a:cubicBezTo>
                  <a:pt x="185461" y="498303"/>
                  <a:pt x="180679" y="490274"/>
                  <a:pt x="172640" y="487797"/>
                </a:cubicBezTo>
                <a:cubicBezTo>
                  <a:pt x="86706" y="463146"/>
                  <a:pt x="31195" y="405634"/>
                  <a:pt x="31395" y="341435"/>
                </a:cubicBezTo>
                <a:cubicBezTo>
                  <a:pt x="31395" y="254881"/>
                  <a:pt x="132254" y="184186"/>
                  <a:pt x="256851" y="183234"/>
                </a:cubicBezTo>
                <a:close/>
              </a:path>
              <a:path w="844608" h="609499">
                <a:moveTo>
                  <a:pt x="738805" y="167527"/>
                </a:moveTo>
                <a:lnTo>
                  <a:pt x="369931" y="167527"/>
                </a:lnTo>
                <a:cubicBezTo>
                  <a:pt x="361130" y="167527"/>
                  <a:pt x="354234" y="174413"/>
                  <a:pt x="354234" y="183215"/>
                </a:cubicBezTo>
                <a:cubicBezTo>
                  <a:pt x="354234" y="191825"/>
                  <a:pt x="361130" y="198902"/>
                  <a:pt x="369931" y="198902"/>
                </a:cubicBezTo>
                <a:lnTo>
                  <a:pt x="738805" y="198902"/>
                </a:lnTo>
                <a:cubicBezTo>
                  <a:pt x="747415" y="198902"/>
                  <a:pt x="754502" y="191825"/>
                  <a:pt x="754502" y="183215"/>
                </a:cubicBezTo>
                <a:cubicBezTo>
                  <a:pt x="754502" y="174413"/>
                  <a:pt x="747415" y="167527"/>
                  <a:pt x="738805" y="167527"/>
                </a:cubicBezTo>
                <a:close/>
              </a:path>
              <a:path w="844608" h="609499">
                <a:moveTo>
                  <a:pt x="551020" y="31337"/>
                </a:moveTo>
                <a:cubicBezTo>
                  <a:pt x="695514" y="31337"/>
                  <a:pt x="813223" y="113301"/>
                  <a:pt x="813223" y="213990"/>
                </a:cubicBezTo>
                <a:cubicBezTo>
                  <a:pt x="813223" y="288133"/>
                  <a:pt x="749292" y="354618"/>
                  <a:pt x="650537" y="383088"/>
                </a:cubicBezTo>
                <a:cubicBezTo>
                  <a:pt x="642498" y="385384"/>
                  <a:pt x="637716" y="393404"/>
                  <a:pt x="639631" y="401624"/>
                </a:cubicBezTo>
                <a:cubicBezTo>
                  <a:pt x="648241" y="439067"/>
                  <a:pt x="656280" y="463718"/>
                  <a:pt x="663367" y="479958"/>
                </a:cubicBezTo>
                <a:cubicBezTo>
                  <a:pt x="623743" y="469262"/>
                  <a:pt x="561545" y="444230"/>
                  <a:pt x="546229" y="406015"/>
                </a:cubicBezTo>
                <a:cubicBezTo>
                  <a:pt x="543933" y="400481"/>
                  <a:pt x="538571" y="396652"/>
                  <a:pt x="532446" y="396271"/>
                </a:cubicBezTo>
                <a:cubicBezTo>
                  <a:pt x="398287" y="389775"/>
                  <a:pt x="293407" y="311060"/>
                  <a:pt x="288616" y="213228"/>
                </a:cubicBezTo>
                <a:cubicBezTo>
                  <a:pt x="286892" y="176928"/>
                  <a:pt x="301056" y="141961"/>
                  <a:pt x="329383" y="112348"/>
                </a:cubicBezTo>
                <a:cubicBezTo>
                  <a:pt x="377808" y="61522"/>
                  <a:pt x="460675" y="31337"/>
                  <a:pt x="551020" y="31337"/>
                </a:cubicBezTo>
                <a:close/>
              </a:path>
              <a:path w="844608" h="609499">
                <a:moveTo>
                  <a:pt x="551020" y="0"/>
                </a:moveTo>
                <a:cubicBezTo>
                  <a:pt x="452255" y="0"/>
                  <a:pt x="360968" y="33823"/>
                  <a:pt x="306800" y="90564"/>
                </a:cubicBezTo>
                <a:cubicBezTo>
                  <a:pt x="288807" y="109481"/>
                  <a:pt x="275605" y="130112"/>
                  <a:pt x="267376" y="152087"/>
                </a:cubicBezTo>
                <a:cubicBezTo>
                  <a:pt x="264699" y="151896"/>
                  <a:pt x="262013" y="151896"/>
                  <a:pt x="259337" y="151896"/>
                </a:cubicBezTo>
                <a:cubicBezTo>
                  <a:pt x="116367" y="151896"/>
                  <a:pt x="-190" y="236926"/>
                  <a:pt x="0" y="341435"/>
                </a:cubicBezTo>
                <a:cubicBezTo>
                  <a:pt x="0" y="416140"/>
                  <a:pt x="58188" y="482444"/>
                  <a:pt x="149666" y="513591"/>
                </a:cubicBezTo>
                <a:cubicBezTo>
                  <a:pt x="139141" y="554854"/>
                  <a:pt x="129578" y="574733"/>
                  <a:pt x="125177" y="577981"/>
                </a:cubicBezTo>
                <a:cubicBezTo>
                  <a:pt x="113309" y="583896"/>
                  <a:pt x="115224" y="594792"/>
                  <a:pt x="115605" y="596888"/>
                </a:cubicBezTo>
                <a:cubicBezTo>
                  <a:pt x="116176" y="598993"/>
                  <a:pt x="119434" y="609499"/>
                  <a:pt x="133397" y="609499"/>
                </a:cubicBezTo>
                <a:cubicBezTo>
                  <a:pt x="150628" y="609499"/>
                  <a:pt x="253974" y="587344"/>
                  <a:pt x="286321" y="530212"/>
                </a:cubicBezTo>
                <a:cubicBezTo>
                  <a:pt x="379151" y="523335"/>
                  <a:pt x="457427" y="483397"/>
                  <a:pt x="494937" y="424170"/>
                </a:cubicBezTo>
                <a:cubicBezTo>
                  <a:pt x="503738" y="425313"/>
                  <a:pt x="512548" y="426275"/>
                  <a:pt x="521540" y="427037"/>
                </a:cubicBezTo>
                <a:cubicBezTo>
                  <a:pt x="557135" y="492188"/>
                  <a:pt x="675035" y="517411"/>
                  <a:pt x="694561" y="517411"/>
                </a:cubicBezTo>
                <a:cubicBezTo>
                  <a:pt x="708534" y="517411"/>
                  <a:pt x="711973" y="507667"/>
                  <a:pt x="712744" y="504609"/>
                </a:cubicBezTo>
                <a:cubicBezTo>
                  <a:pt x="713316" y="502504"/>
                  <a:pt x="715040" y="491617"/>
                  <a:pt x="702410" y="485311"/>
                </a:cubicBezTo>
                <a:cubicBezTo>
                  <a:pt x="698190" y="482254"/>
                  <a:pt x="686903" y="462194"/>
                  <a:pt x="673501" y="408692"/>
                </a:cubicBezTo>
                <a:cubicBezTo>
                  <a:pt x="778009" y="373916"/>
                  <a:pt x="844608" y="298639"/>
                  <a:pt x="844608" y="213990"/>
                </a:cubicBezTo>
                <a:cubicBezTo>
                  <a:pt x="844608" y="95917"/>
                  <a:pt x="712935" y="0"/>
                  <a:pt x="55102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2" name="形状11"/>
          <p:cNvSpPr txBox="1"/>
          <p:nvPr/>
        </p:nvSpPr>
        <p:spPr>
          <a:xfrm rot="16200000">
            <a:off x="6209885" y="4630267"/>
            <a:ext cx="1234483" cy="1212728"/>
          </a:xfrm>
          <a:prstGeom prst="round2DiagRect"/>
          <a:solidFill>
            <a:srgbClr val="FFFFFF">
              <a:alpha val="0"/>
            </a:srgbClr>
          </a:solidFill>
          <a:ln w="33338">
            <a:solidFill>
              <a:srgbClr val="7F7F7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3" name="形状12"/>
          <p:cNvSpPr txBox="1"/>
          <p:nvPr/>
        </p:nvSpPr>
        <p:spPr>
          <a:xfrm rot="16200000">
            <a:off x="6321117" y="4727277"/>
            <a:ext cx="1034918" cy="1016679"/>
          </a:xfrm>
          <a:prstGeom prst="round2DiagRect"/>
          <a:solidFill>
            <a:srgbClr val="7F7F7F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4" name="形状13"/>
          <p:cNvSpPr txBox="1"/>
          <p:nvPr/>
        </p:nvSpPr>
        <p:spPr>
          <a:xfrm>
            <a:off x="6543885" y="5073459"/>
            <a:ext cx="587920" cy="413134"/>
          </a:xfrm>
          <a:custGeom>
            <a:avLst/>
            <a:gdLst>
              <a:gd name="connsiteX0" fmla="*/ 435492 w 587920"/>
              <a:gd name="connsiteY0" fmla="*/ 303035 h 413134"/>
              <a:gd name="connsiteX1" fmla="*/ 435492 w 587920"/>
              <a:gd name="connsiteY1" fmla="*/ 390084 h 413134"/>
              <a:gd name="connsiteX2" fmla="*/ 566736 w 587920"/>
              <a:gd name="connsiteY2" fmla="*/ 390084 h 413134"/>
              <a:gd name="connsiteX3" fmla="*/ 567079 w 587920"/>
              <a:gd name="connsiteY3" fmla="*/ 303035 h 413134"/>
              <a:gd name="connsiteX4" fmla="*/ 513082 w 587920"/>
              <a:gd name="connsiteY4" fmla="*/ 303035 h 413134"/>
              <a:gd name="connsiteX5" fmla="*/ 513082 w 587920"/>
              <a:gd name="connsiteY5" fmla="*/ 303035 h 413134"/>
              <a:gd name="connsiteX6" fmla="*/ 512825 w 587920"/>
              <a:gd name="connsiteY6" fmla="*/ 303035 h 413134"/>
              <a:gd name="connsiteX7" fmla="*/ 436263 w 587920"/>
              <a:gd name="connsiteY7" fmla="*/ 303035 h 413134"/>
              <a:gd name="connsiteX0" fmla="*/ 228638 w 587920"/>
              <a:gd name="connsiteY0" fmla="*/ 303035 h 413134"/>
              <a:gd name="connsiteX1" fmla="*/ 228638 w 587920"/>
              <a:gd name="connsiteY1" fmla="*/ 390084 h 413134"/>
              <a:gd name="connsiteX2" fmla="*/ 359882 w 587920"/>
              <a:gd name="connsiteY2" fmla="*/ 390084 h 413134"/>
              <a:gd name="connsiteX3" fmla="*/ 360654 w 587920"/>
              <a:gd name="connsiteY3" fmla="*/ 303035 h 413134"/>
              <a:gd name="connsiteX4" fmla="*/ 229419 w 587920"/>
              <a:gd name="connsiteY4" fmla="*/ 303035 h 413134"/>
              <a:gd name="connsiteX0" fmla="*/ 21784 w 587920"/>
              <a:gd name="connsiteY0" fmla="*/ 303035 h 413134"/>
              <a:gd name="connsiteX1" fmla="*/ 21784 w 587920"/>
              <a:gd name="connsiteY1" fmla="*/ 390084 h 413134"/>
              <a:gd name="connsiteX2" fmla="*/ 153028 w 587920"/>
              <a:gd name="connsiteY2" fmla="*/ 390084 h 413134"/>
              <a:gd name="connsiteX3" fmla="*/ 153809 w 587920"/>
              <a:gd name="connsiteY3" fmla="*/ 303035 h 413134"/>
              <a:gd name="connsiteX4" fmla="*/ 88525 w 587920"/>
              <a:gd name="connsiteY4" fmla="*/ 303035 h 413134"/>
              <a:gd name="connsiteX5" fmla="*/ 88439 w 587920"/>
              <a:gd name="connsiteY5" fmla="*/ 303035 h 413134"/>
              <a:gd name="connsiteX6" fmla="*/ 88268 w 587920"/>
              <a:gd name="connsiteY6" fmla="*/ 303035 h 413134"/>
              <a:gd name="connsiteX7" fmla="*/ 22565 w 587920"/>
              <a:gd name="connsiteY7" fmla="*/ 303035 h 413134"/>
              <a:gd name="connsiteX0" fmla="*/ 88439 w 587920"/>
              <a:gd name="connsiteY0" fmla="*/ 217454 h 413134"/>
              <a:gd name="connsiteX1" fmla="*/ 513082 w 587920"/>
              <a:gd name="connsiteY1" fmla="*/ 217454 h 413134"/>
              <a:gd name="connsiteX2" fmla="*/ 519026 w 587920"/>
              <a:gd name="connsiteY2" fmla="*/ 217454 h 413134"/>
              <a:gd name="connsiteX3" fmla="*/ 522560 w 587920"/>
              <a:gd name="connsiteY3" fmla="*/ 282652 h 413134"/>
              <a:gd name="connsiteX4" fmla="*/ 567422 w 587920"/>
              <a:gd name="connsiteY4" fmla="*/ 282652 h 413134"/>
              <a:gd name="connsiteX5" fmla="*/ 579481 w 587920"/>
              <a:gd name="connsiteY5" fmla="*/ 282652 h 413134"/>
              <a:gd name="connsiteX6" fmla="*/ 587920 w 587920"/>
              <a:gd name="connsiteY6" fmla="*/ 390084 h 413134"/>
              <a:gd name="connsiteX7" fmla="*/ 587920 w 587920"/>
              <a:gd name="connsiteY7" fmla="*/ 402037 h 413134"/>
              <a:gd name="connsiteX8" fmla="*/ 436873 w 587920"/>
              <a:gd name="connsiteY8" fmla="*/ 413134 h 413134"/>
              <a:gd name="connsiteX9" fmla="*/ 424900 w 587920"/>
              <a:gd name="connsiteY9" fmla="*/ 413134 h 413134"/>
              <a:gd name="connsiteX10" fmla="*/ 413708 w 587920"/>
              <a:gd name="connsiteY10" fmla="*/ 303035 h 413134"/>
              <a:gd name="connsiteX11" fmla="*/ 413708 w 587920"/>
              <a:gd name="connsiteY11" fmla="*/ 291082 h 413134"/>
              <a:gd name="connsiteX12" fmla="*/ 500766 w 587920"/>
              <a:gd name="connsiteY12" fmla="*/ 282652 h 413134"/>
              <a:gd name="connsiteX13" fmla="*/ 500766 w 587920"/>
              <a:gd name="connsiteY13" fmla="*/ 239218 h 413134"/>
              <a:gd name="connsiteX14" fmla="*/ 304857 w 587920"/>
              <a:gd name="connsiteY14" fmla="*/ 239218 h 413134"/>
              <a:gd name="connsiteX15" fmla="*/ 304857 w 587920"/>
              <a:gd name="connsiteY15" fmla="*/ 282652 h 413134"/>
              <a:gd name="connsiteX16" fmla="*/ 360568 w 587920"/>
              <a:gd name="connsiteY16" fmla="*/ 282652 h 413134"/>
              <a:gd name="connsiteX17" fmla="*/ 372627 w 587920"/>
              <a:gd name="connsiteY17" fmla="*/ 282652 h 413134"/>
              <a:gd name="connsiteX18" fmla="*/ 381066 w 587920"/>
              <a:gd name="connsiteY18" fmla="*/ 390084 h 413134"/>
              <a:gd name="connsiteX19" fmla="*/ 381066 w 587920"/>
              <a:gd name="connsiteY19" fmla="*/ 402037 h 413134"/>
              <a:gd name="connsiteX20" fmla="*/ 230019 w 587920"/>
              <a:gd name="connsiteY20" fmla="*/ 413134 h 413134"/>
              <a:gd name="connsiteX21" fmla="*/ 218046 w 587920"/>
              <a:gd name="connsiteY21" fmla="*/ 413134 h 413134"/>
              <a:gd name="connsiteX22" fmla="*/ 206854 w 587920"/>
              <a:gd name="connsiteY22" fmla="*/ 303035 h 413134"/>
              <a:gd name="connsiteX23" fmla="*/ 206854 w 587920"/>
              <a:gd name="connsiteY23" fmla="*/ 291082 h 413134"/>
              <a:gd name="connsiteX24" fmla="*/ 283063 w 587920"/>
              <a:gd name="connsiteY24" fmla="*/ 282652 h 413134"/>
              <a:gd name="connsiteX25" fmla="*/ 283063 w 587920"/>
              <a:gd name="connsiteY25" fmla="*/ 239218 h 413134"/>
              <a:gd name="connsiteX26" fmla="*/ 98003 w 587920"/>
              <a:gd name="connsiteY26" fmla="*/ 239218 h 413134"/>
              <a:gd name="connsiteX27" fmla="*/ 98003 w 587920"/>
              <a:gd name="connsiteY27" fmla="*/ 282652 h 413134"/>
              <a:gd name="connsiteX28" fmla="*/ 153724 w 587920"/>
              <a:gd name="connsiteY28" fmla="*/ 282652 h 413134"/>
              <a:gd name="connsiteX29" fmla="*/ 165773 w 587920"/>
              <a:gd name="connsiteY29" fmla="*/ 282652 h 413134"/>
              <a:gd name="connsiteX30" fmla="*/ 174212 w 587920"/>
              <a:gd name="connsiteY30" fmla="*/ 390084 h 413134"/>
              <a:gd name="connsiteX31" fmla="*/ 174212 w 587920"/>
              <a:gd name="connsiteY31" fmla="*/ 402037 h 413134"/>
              <a:gd name="connsiteX32" fmla="*/ 23250 w 587920"/>
              <a:gd name="connsiteY32" fmla="*/ 413134 h 413134"/>
              <a:gd name="connsiteX33" fmla="*/ 11192 w 587920"/>
              <a:gd name="connsiteY33" fmla="*/ 413134 h 413134"/>
              <a:gd name="connsiteX34" fmla="*/ 0 w 587920"/>
              <a:gd name="connsiteY34" fmla="*/ 303035 h 413134"/>
              <a:gd name="connsiteX35" fmla="*/ 0 w 587920"/>
              <a:gd name="connsiteY35" fmla="*/ 291082 h 413134"/>
              <a:gd name="connsiteX36" fmla="*/ 76209 w 587920"/>
              <a:gd name="connsiteY36" fmla="*/ 282652 h 413134"/>
              <a:gd name="connsiteX37" fmla="*/ 76209 w 587920"/>
              <a:gd name="connsiteY37" fmla="*/ 226922 h 413134"/>
              <a:gd name="connsiteX38" fmla="*/ 76209 w 587920"/>
              <a:gd name="connsiteY38" fmla="*/ 220978 h 413134"/>
              <a:gd name="connsiteX0" fmla="*/ 228657 w 587920"/>
              <a:gd name="connsiteY0" fmla="*/ 20383 h 413134"/>
              <a:gd name="connsiteX1" fmla="*/ 228657 w 587920"/>
              <a:gd name="connsiteY1" fmla="*/ 107413 h 413134"/>
              <a:gd name="connsiteX2" fmla="*/ 359692 w 587920"/>
              <a:gd name="connsiteY2" fmla="*/ 107413 h 413134"/>
              <a:gd name="connsiteX3" fmla="*/ 360292 w 587920"/>
              <a:gd name="connsiteY3" fmla="*/ 20383 h 413134"/>
              <a:gd name="connsiteX4" fmla="*/ 229428 w 587920"/>
              <a:gd name="connsiteY4" fmla="*/ 20383 h 413134"/>
              <a:gd name="connsiteX0" fmla="*/ 230038 w 587920"/>
              <a:gd name="connsiteY0" fmla="*/ 0 h 413134"/>
              <a:gd name="connsiteX1" fmla="*/ 360549 w 587920"/>
              <a:gd name="connsiteY1" fmla="*/ 0 h 413134"/>
              <a:gd name="connsiteX2" fmla="*/ 372608 w 587920"/>
              <a:gd name="connsiteY2" fmla="*/ 0 h 413134"/>
              <a:gd name="connsiteX3" fmla="*/ 381047 w 587920"/>
              <a:gd name="connsiteY3" fmla="*/ 107413 h 413134"/>
              <a:gd name="connsiteX4" fmla="*/ 381047 w 587920"/>
              <a:gd name="connsiteY4" fmla="*/ 119376 h 413134"/>
              <a:gd name="connsiteX5" fmla="*/ 304847 w 587920"/>
              <a:gd name="connsiteY5" fmla="*/ 130463 h 413134"/>
              <a:gd name="connsiteX6" fmla="*/ 304847 w 587920"/>
              <a:gd name="connsiteY6" fmla="*/ 184822 h 413134"/>
              <a:gd name="connsiteX7" fmla="*/ 283073 w 587920"/>
              <a:gd name="connsiteY7" fmla="*/ 184822 h 413134"/>
              <a:gd name="connsiteX8" fmla="*/ 283073 w 587920"/>
              <a:gd name="connsiteY8" fmla="*/ 130463 h 413134"/>
              <a:gd name="connsiteX9" fmla="*/ 230038 w 587920"/>
              <a:gd name="connsiteY9" fmla="*/ 130463 h 413134"/>
              <a:gd name="connsiteX10" fmla="*/ 218065 w 587920"/>
              <a:gd name="connsiteY10" fmla="*/ 130463 h 413134"/>
              <a:gd name="connsiteX11" fmla="*/ 206873 w 587920"/>
              <a:gd name="connsiteY11" fmla="*/ 20383 h 413134"/>
              <a:gd name="connsiteX12" fmla="*/ 206873 w 587920"/>
              <a:gd name="connsiteY12" fmla="*/ 8430 h 413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87920" h="413134">
                <a:moveTo>
                  <a:pt x="435492" y="303035"/>
                </a:moveTo>
                <a:lnTo>
                  <a:pt x="435492" y="390084"/>
                </a:lnTo>
                <a:lnTo>
                  <a:pt x="566736" y="390084"/>
                </a:lnTo>
                <a:lnTo>
                  <a:pt x="567079" y="303035"/>
                </a:lnTo>
                <a:lnTo>
                  <a:pt x="513082" y="303035"/>
                </a:lnTo>
                <a:cubicBezTo>
                  <a:pt x="513082" y="303035"/>
                  <a:pt x="512911" y="303035"/>
                  <a:pt x="512911" y="303035"/>
                </a:cubicBezTo>
                <a:cubicBezTo>
                  <a:pt x="512825" y="303035"/>
                  <a:pt x="512654" y="303035"/>
                  <a:pt x="512568" y="303035"/>
                </a:cubicBezTo>
                <a:lnTo>
                  <a:pt x="436263" y="303035"/>
                </a:lnTo>
                <a:close/>
              </a:path>
              <a:path w="587920" h="413134">
                <a:moveTo>
                  <a:pt x="228638" y="303035"/>
                </a:moveTo>
                <a:lnTo>
                  <a:pt x="228638" y="390084"/>
                </a:lnTo>
                <a:lnTo>
                  <a:pt x="359882" y="390084"/>
                </a:lnTo>
                <a:lnTo>
                  <a:pt x="360654" y="303035"/>
                </a:lnTo>
                <a:lnTo>
                  <a:pt x="229419" y="303035"/>
                </a:lnTo>
                <a:close/>
              </a:path>
              <a:path w="587920" h="413134">
                <a:moveTo>
                  <a:pt x="21784" y="303035"/>
                </a:moveTo>
                <a:lnTo>
                  <a:pt x="21784" y="390084"/>
                </a:lnTo>
                <a:lnTo>
                  <a:pt x="153028" y="390084"/>
                </a:lnTo>
                <a:lnTo>
                  <a:pt x="153809" y="303035"/>
                </a:lnTo>
                <a:lnTo>
                  <a:pt x="88525" y="303035"/>
                </a:lnTo>
                <a:cubicBezTo>
                  <a:pt x="88439" y="303035"/>
                  <a:pt x="88354" y="303035"/>
                  <a:pt x="88268" y="303035"/>
                </a:cubicBezTo>
                <a:cubicBezTo>
                  <a:pt x="88268" y="303035"/>
                  <a:pt x="88011" y="303035"/>
                  <a:pt x="88011" y="303035"/>
                </a:cubicBezTo>
                <a:lnTo>
                  <a:pt x="22565" y="303035"/>
                </a:lnTo>
                <a:close/>
              </a:path>
              <a:path w="587920" h="413134">
                <a:moveTo>
                  <a:pt x="88439" y="217454"/>
                </a:moveTo>
                <a:lnTo>
                  <a:pt x="513082" y="217454"/>
                </a:lnTo>
                <a:cubicBezTo>
                  <a:pt x="519026" y="217454"/>
                  <a:pt x="522560" y="220978"/>
                  <a:pt x="522560" y="226922"/>
                </a:cubicBezTo>
                <a:lnTo>
                  <a:pt x="522560" y="282652"/>
                </a:lnTo>
                <a:lnTo>
                  <a:pt x="567422" y="282652"/>
                </a:lnTo>
                <a:cubicBezTo>
                  <a:pt x="579481" y="282652"/>
                  <a:pt x="587920" y="291082"/>
                  <a:pt x="587920" y="303035"/>
                </a:cubicBezTo>
                <a:lnTo>
                  <a:pt x="587920" y="390084"/>
                </a:lnTo>
                <a:cubicBezTo>
                  <a:pt x="587920" y="402037"/>
                  <a:pt x="579481" y="413134"/>
                  <a:pt x="567422" y="413134"/>
                </a:cubicBezTo>
                <a:lnTo>
                  <a:pt x="436873" y="413134"/>
                </a:lnTo>
                <a:cubicBezTo>
                  <a:pt x="424900" y="413134"/>
                  <a:pt x="413708" y="402037"/>
                  <a:pt x="413708" y="390084"/>
                </a:cubicBezTo>
                <a:lnTo>
                  <a:pt x="413708" y="303035"/>
                </a:lnTo>
                <a:cubicBezTo>
                  <a:pt x="413708" y="291082"/>
                  <a:pt x="424900" y="282652"/>
                  <a:pt x="436873" y="282652"/>
                </a:cubicBezTo>
                <a:lnTo>
                  <a:pt x="500766" y="282652"/>
                </a:lnTo>
                <a:lnTo>
                  <a:pt x="500766" y="239218"/>
                </a:lnTo>
                <a:lnTo>
                  <a:pt x="304857" y="239218"/>
                </a:lnTo>
                <a:lnTo>
                  <a:pt x="304857" y="282652"/>
                </a:lnTo>
                <a:lnTo>
                  <a:pt x="360568" y="282652"/>
                </a:lnTo>
                <a:cubicBezTo>
                  <a:pt x="372627" y="282652"/>
                  <a:pt x="381066" y="291082"/>
                  <a:pt x="381066" y="303035"/>
                </a:cubicBezTo>
                <a:lnTo>
                  <a:pt x="381066" y="390084"/>
                </a:lnTo>
                <a:cubicBezTo>
                  <a:pt x="381066" y="402037"/>
                  <a:pt x="372627" y="413134"/>
                  <a:pt x="360568" y="413134"/>
                </a:cubicBezTo>
                <a:lnTo>
                  <a:pt x="230019" y="413134"/>
                </a:lnTo>
                <a:cubicBezTo>
                  <a:pt x="218046" y="413134"/>
                  <a:pt x="206854" y="402037"/>
                  <a:pt x="206854" y="390084"/>
                </a:cubicBezTo>
                <a:lnTo>
                  <a:pt x="206854" y="303035"/>
                </a:lnTo>
                <a:cubicBezTo>
                  <a:pt x="206854" y="291082"/>
                  <a:pt x="218046" y="282652"/>
                  <a:pt x="230019" y="282652"/>
                </a:cubicBezTo>
                <a:lnTo>
                  <a:pt x="283063" y="282652"/>
                </a:lnTo>
                <a:lnTo>
                  <a:pt x="283063" y="239218"/>
                </a:lnTo>
                <a:lnTo>
                  <a:pt x="98003" y="239218"/>
                </a:lnTo>
                <a:lnTo>
                  <a:pt x="98003" y="282652"/>
                </a:lnTo>
                <a:lnTo>
                  <a:pt x="153724" y="282652"/>
                </a:lnTo>
                <a:cubicBezTo>
                  <a:pt x="165773" y="282652"/>
                  <a:pt x="174212" y="291082"/>
                  <a:pt x="174212" y="303035"/>
                </a:cubicBezTo>
                <a:lnTo>
                  <a:pt x="174212" y="390084"/>
                </a:lnTo>
                <a:cubicBezTo>
                  <a:pt x="174212" y="402037"/>
                  <a:pt x="165773" y="413134"/>
                  <a:pt x="153724" y="413134"/>
                </a:cubicBezTo>
                <a:lnTo>
                  <a:pt x="23250" y="413134"/>
                </a:lnTo>
                <a:cubicBezTo>
                  <a:pt x="11192" y="413134"/>
                  <a:pt x="0" y="402037"/>
                  <a:pt x="0" y="390084"/>
                </a:cubicBezTo>
                <a:lnTo>
                  <a:pt x="0" y="303035"/>
                </a:lnTo>
                <a:cubicBezTo>
                  <a:pt x="0" y="291082"/>
                  <a:pt x="11192" y="282652"/>
                  <a:pt x="23250" y="282652"/>
                </a:cubicBezTo>
                <a:lnTo>
                  <a:pt x="76209" y="282652"/>
                </a:lnTo>
                <a:lnTo>
                  <a:pt x="76209" y="226922"/>
                </a:lnTo>
                <a:cubicBezTo>
                  <a:pt x="76209" y="220978"/>
                  <a:pt x="82410" y="217454"/>
                  <a:pt x="88439" y="217454"/>
                </a:cubicBezTo>
                <a:close/>
              </a:path>
              <a:path w="587920" h="413134">
                <a:moveTo>
                  <a:pt x="228657" y="20383"/>
                </a:moveTo>
                <a:lnTo>
                  <a:pt x="228657" y="107413"/>
                </a:lnTo>
                <a:lnTo>
                  <a:pt x="359692" y="107413"/>
                </a:lnTo>
                <a:lnTo>
                  <a:pt x="360292" y="20383"/>
                </a:lnTo>
                <a:lnTo>
                  <a:pt x="229428" y="20383"/>
                </a:lnTo>
                <a:close/>
              </a:path>
              <a:path w="587920" h="413134">
                <a:moveTo>
                  <a:pt x="230038" y="0"/>
                </a:moveTo>
                <a:lnTo>
                  <a:pt x="360549" y="0"/>
                </a:lnTo>
                <a:cubicBezTo>
                  <a:pt x="372608" y="0"/>
                  <a:pt x="381047" y="8430"/>
                  <a:pt x="381047" y="20383"/>
                </a:cubicBezTo>
                <a:lnTo>
                  <a:pt x="381047" y="107413"/>
                </a:lnTo>
                <a:cubicBezTo>
                  <a:pt x="381047" y="119376"/>
                  <a:pt x="372608" y="130463"/>
                  <a:pt x="360549" y="130463"/>
                </a:cubicBezTo>
                <a:lnTo>
                  <a:pt x="304847" y="130463"/>
                </a:lnTo>
                <a:lnTo>
                  <a:pt x="304847" y="184822"/>
                </a:lnTo>
                <a:lnTo>
                  <a:pt x="283073" y="184822"/>
                </a:lnTo>
                <a:lnTo>
                  <a:pt x="283073" y="130463"/>
                </a:lnTo>
                <a:lnTo>
                  <a:pt x="230038" y="130463"/>
                </a:lnTo>
                <a:cubicBezTo>
                  <a:pt x="218065" y="130463"/>
                  <a:pt x="206873" y="119376"/>
                  <a:pt x="206873" y="107413"/>
                </a:cubicBezTo>
                <a:lnTo>
                  <a:pt x="206873" y="20383"/>
                </a:lnTo>
                <a:cubicBezTo>
                  <a:pt x="206873" y="8430"/>
                  <a:pt x="218065" y="0"/>
                  <a:pt x="23003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5" name="形状14"/>
          <p:cNvSpPr txBox="1"/>
          <p:nvPr/>
        </p:nvSpPr>
        <p:spPr>
          <a:xfrm>
            <a:off x="2041257" y="1553309"/>
            <a:ext cx="1648505" cy="775440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</a:rPr>
              <a:t>工业</a:t>
            </a:r>
          </a:p>
        </p:txBody>
      </p:sp>
      <p:sp>
        <p:nvSpPr>
          <p:cNvPr id="16" name="形状15"/>
          <p:cNvSpPr txBox="1"/>
          <p:nvPr/>
        </p:nvSpPr>
        <p:spPr>
          <a:xfrm>
            <a:off x="2041256" y="4776400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</a:rPr>
              <a:t>交通</a:t>
            </a:r>
          </a:p>
        </p:txBody>
      </p:sp>
      <p:sp>
        <p:nvSpPr>
          <p:cNvPr id="17" name="形状16"/>
          <p:cNvSpPr txBox="1"/>
          <p:nvPr/>
        </p:nvSpPr>
        <p:spPr>
          <a:xfrm>
            <a:off x="2041256" y="3236782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</a:rPr>
              <a:t>军事</a:t>
            </a:r>
          </a:p>
        </p:txBody>
      </p:sp>
      <p:sp>
        <p:nvSpPr>
          <p:cNvPr id="18" name="形状17"/>
          <p:cNvSpPr txBox="1"/>
          <p:nvPr/>
        </p:nvSpPr>
        <p:spPr>
          <a:xfrm>
            <a:off x="9000832" y="1952262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7F7F7F">
                    <a:alpha val="100000"/>
                  </a:srgbClr>
                </a:solidFill>
                <a:latin typeface="Arial"/>
                <a:ea typeface="Arial"/>
              </a:rPr>
              <a:t>农业</a:t>
            </a:r>
          </a:p>
        </p:txBody>
      </p:sp>
      <p:pic>
        <p:nvPicPr>
          <p:cNvPr id="19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63810">
            <a:off x="291880" y="140860"/>
            <a:ext cx="905540" cy="877797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20" name="形状18"/>
          <p:cNvSpPr txBox="1"/>
          <p:nvPr/>
        </p:nvSpPr>
        <p:spPr>
          <a:xfrm>
            <a:off x="1044295" y="-62895"/>
            <a:ext cx="10762382" cy="1929503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3300"/>
              </a:lnSpc>
            </a:pPr>
            <a:r>
              <a:rPr lang="zh-CN" altLang="en-US" sz="2799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信息技术不仅促进了社会的发展，推动了科学技术的进步，也改变了我们的学习方式，提高了工作效率，改善了生活质量。</a:t>
            </a:r>
          </a:p>
        </p:txBody>
      </p:sp>
      <p:sp>
        <p:nvSpPr>
          <p:cNvPr id="21" name="形状19"/>
          <p:cNvSpPr txBox="1"/>
          <p:nvPr/>
        </p:nvSpPr>
        <p:spPr>
          <a:xfrm>
            <a:off x="9000832" y="3368114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</a:rPr>
              <a:t>医疗</a:t>
            </a:r>
          </a:p>
        </p:txBody>
      </p:sp>
      <p:sp>
        <p:nvSpPr>
          <p:cNvPr id="22" name="形状20"/>
          <p:cNvSpPr txBox="1"/>
          <p:nvPr/>
        </p:nvSpPr>
        <p:spPr>
          <a:xfrm>
            <a:off x="9000832" y="4860688"/>
            <a:ext cx="1648505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5700"/>
              </a:lnSpc>
            </a:pPr>
            <a:r>
              <a:rPr lang="zh-CN" altLang="en-US" sz="4800" b="0" i="0" dirty="0">
                <a:solidFill>
                  <a:srgbClr val="808080">
                    <a:alpha val="100000"/>
                  </a:srgbClr>
                </a:solidFill>
                <a:latin typeface="Arial"/>
                <a:ea typeface="Arial"/>
              </a:rPr>
              <a:t>媒体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6951976" y="3435554"/>
            <a:ext cx="7937" cy="1728192"/>
          </a:xfrm>
          <a:prstGeom prst="line"/>
          <a:solidFill>
            <a:srgbClr val="FFFFFF">
              <a:alpha val="0"/>
            </a:srgbClr>
          </a:solidFill>
          <a:ln w="7937">
            <a:solidFill>
              <a:srgbClr val="D8D8D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文本1"/>
          <p:cNvSpPr txBox="1"/>
          <p:nvPr/>
        </p:nvSpPr>
        <p:spPr>
          <a:xfrm>
            <a:off x="520684" y="2072878"/>
            <a:ext cx="11511677" cy="2542537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300"/>
              </a:lnSpc>
            </a:pPr>
            <a:r>
              <a:rPr lang="zh-CN" altLang="en-US" sz="3599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在信息技术的发展过程中，我们也应该积极预防他们可能产生的一些消极影响，如网游沉迷、色情信息、垃圾信息、黑客和计算机病毒等，我们应当对自己的行为负责，远离制作、传播不良信息等行为。</a:t>
            </a:r>
          </a:p>
        </p:txBody>
      </p:sp>
      <p:sp>
        <p:nvSpPr>
          <p:cNvPr id="4" name="形状2"/>
          <p:cNvSpPr txBox="1"/>
          <p:nvPr/>
        </p:nvSpPr>
        <p:spPr>
          <a:xfrm>
            <a:off x="448561" y="307562"/>
            <a:ext cx="3679241" cy="955777"/>
          </a:xfrm>
          <a:prstGeom prst="rect"/>
          <a:solidFill>
            <a:srgbClr val="F5B642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6600"/>
              </a:lnSpc>
            </a:pPr>
            <a:r>
              <a:rPr lang="zh-CN" altLang="en-US" sz="5599" b="1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 提   醒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1365474" y="1590674"/>
            <a:ext cx="4738362" cy="3676652"/>
            <a:chOff x="0" y="0"/>
            <a:chExt cx="4738362" cy="3676652"/>
          </a:xfrm>
        </p:grpSpPr>
        <p:sp>
          <p:nvSpPr>
            <p:cNvPr id="3" name="形状4"/>
            <p:cNvSpPr txBox="1"/>
            <p:nvPr/>
          </p:nvSpPr>
          <p:spPr>
            <a:xfrm>
              <a:off x="0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770680 h 3008170"/>
                <a:gd name="connsiteX1" fmla="*/ 2359352 w 2359351"/>
                <a:gd name="connsiteY1" fmla="*/ 2858643 h 3008170"/>
                <a:gd name="connsiteX2" fmla="*/ 166649 w 2359351"/>
                <a:gd name="connsiteY2" fmla="*/ 3008166 h 3008170"/>
                <a:gd name="connsiteX3" fmla="*/ 70171 w 2359351"/>
                <a:gd name="connsiteY3" fmla="*/ 3008166 h 3008170"/>
                <a:gd name="connsiteX4" fmla="*/ 0 w 2359351"/>
                <a:gd name="connsiteY4" fmla="*/ 158325 h 3008170"/>
                <a:gd name="connsiteX5" fmla="*/ 0 w 2359351"/>
                <a:gd name="connsiteY5" fmla="*/ 70371 h 3008170"/>
                <a:gd name="connsiteX6" fmla="*/ 2192703 w 2359351"/>
                <a:gd name="connsiteY6" fmla="*/ 237487 h 3008170"/>
                <a:gd name="connsiteX7" fmla="*/ 2289181 w 2359351"/>
                <a:gd name="connsiteY7" fmla="*/ 237487 h 3008170"/>
                <a:gd name="connsiteX8" fmla="*/ 2359352 w 2359351"/>
                <a:gd name="connsiteY8" fmla="*/ 2770680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770680"/>
                  </a:moveTo>
                  <a:cubicBezTo>
                    <a:pt x="2359352" y="2858643"/>
                    <a:pt x="2289181" y="2929004"/>
                    <a:pt x="2192703" y="2929004"/>
                  </a:cubicBezTo>
                  <a:cubicBezTo>
                    <a:pt x="166649" y="3008166"/>
                    <a:pt x="166649" y="3008166"/>
                    <a:pt x="166649" y="3008166"/>
                  </a:cubicBezTo>
                  <a:cubicBezTo>
                    <a:pt x="70171" y="3008166"/>
                    <a:pt x="0" y="2937805"/>
                    <a:pt x="0" y="2849842"/>
                  </a:cubicBezTo>
                  <a:cubicBezTo>
                    <a:pt x="0" y="158325"/>
                    <a:pt x="0" y="158325"/>
                    <a:pt x="0" y="158325"/>
                  </a:cubicBezTo>
                  <a:cubicBezTo>
                    <a:pt x="0" y="70371"/>
                    <a:pt x="70171" y="0"/>
                    <a:pt x="166649" y="0"/>
                  </a:cubicBezTo>
                  <a:cubicBezTo>
                    <a:pt x="2192703" y="237487"/>
                    <a:pt x="2192703" y="237487"/>
                    <a:pt x="2192703" y="237487"/>
                  </a:cubicBezTo>
                  <a:cubicBezTo>
                    <a:pt x="2289181" y="237487"/>
                    <a:pt x="2359352" y="307858"/>
                    <a:pt x="2359352" y="387020"/>
                  </a:cubicBezTo>
                  <a:lnTo>
                    <a:pt x="2359352" y="2770680"/>
                  </a:lnTo>
                  <a:close/>
                </a:path>
              </a:pathLst>
            </a:custGeom>
            <a:solidFill>
              <a:srgbClr val="21A5B1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形状5"/>
            <p:cNvSpPr txBox="1"/>
            <p:nvPr/>
          </p:nvSpPr>
          <p:spPr>
            <a:xfrm>
              <a:off x="186782" y="851987"/>
              <a:ext cx="2156184" cy="2641161"/>
            </a:xfrm>
            <a:custGeom>
              <a:avLst/>
              <a:gdLst>
                <a:gd name="connsiteX0" fmla="*/ 2156184 w 2156184"/>
                <a:gd name="connsiteY0" fmla="*/ 2429866 h 2641161"/>
                <a:gd name="connsiteX1" fmla="*/ 2156184 w 2156184"/>
                <a:gd name="connsiteY1" fmla="*/ 2509104 h 2641161"/>
                <a:gd name="connsiteX2" fmla="*/ 149009 w 2156184"/>
                <a:gd name="connsiteY2" fmla="*/ 2641159 h 2641161"/>
                <a:gd name="connsiteX3" fmla="*/ 70123 w 2156184"/>
                <a:gd name="connsiteY3" fmla="*/ 2641159 h 2641161"/>
                <a:gd name="connsiteX4" fmla="*/ 0 w 2156184"/>
                <a:gd name="connsiteY4" fmla="*/ 132055 h 2641161"/>
                <a:gd name="connsiteX5" fmla="*/ 0 w 2156184"/>
                <a:gd name="connsiteY5" fmla="*/ 61627 h 2641161"/>
                <a:gd name="connsiteX6" fmla="*/ 1998412 w 2156184"/>
                <a:gd name="connsiteY6" fmla="*/ 202492 h 2641161"/>
                <a:gd name="connsiteX7" fmla="*/ 2086061 w 2156184"/>
                <a:gd name="connsiteY7" fmla="*/ 202492 h 2641161"/>
                <a:gd name="connsiteX8" fmla="*/ 2156184 w 2156184"/>
                <a:gd name="connsiteY8" fmla="*/ 2429866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56184" h="2641159">
                  <a:moveTo>
                    <a:pt x="2156184" y="2429866"/>
                  </a:moveTo>
                  <a:cubicBezTo>
                    <a:pt x="2156184" y="2509104"/>
                    <a:pt x="2086061" y="2570731"/>
                    <a:pt x="1998412" y="2570731"/>
                  </a:cubicBezTo>
                  <a:cubicBezTo>
                    <a:pt x="149009" y="2641159"/>
                    <a:pt x="149009" y="2641159"/>
                    <a:pt x="149009" y="2641159"/>
                  </a:cubicBezTo>
                  <a:cubicBezTo>
                    <a:pt x="70123" y="2641159"/>
                    <a:pt x="0" y="2579532"/>
                    <a:pt x="0" y="2500303"/>
                  </a:cubicBezTo>
                  <a:cubicBezTo>
                    <a:pt x="0" y="132055"/>
                    <a:pt x="0" y="132055"/>
                    <a:pt x="0" y="132055"/>
                  </a:cubicBezTo>
                  <a:cubicBezTo>
                    <a:pt x="0" y="61627"/>
                    <a:pt x="70123" y="0"/>
                    <a:pt x="149009" y="0"/>
                  </a:cubicBezTo>
                  <a:cubicBezTo>
                    <a:pt x="1998412" y="202492"/>
                    <a:pt x="1998412" y="202492"/>
                    <a:pt x="1998412" y="202492"/>
                  </a:cubicBezTo>
                  <a:cubicBezTo>
                    <a:pt x="2086061" y="202492"/>
                    <a:pt x="2156184" y="264119"/>
                    <a:pt x="2156184" y="343348"/>
                  </a:cubicBezTo>
                  <a:lnTo>
                    <a:pt x="2156184" y="2429866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形状6"/>
            <p:cNvSpPr txBox="1"/>
            <p:nvPr/>
          </p:nvSpPr>
          <p:spPr>
            <a:xfrm>
              <a:off x="2379011" y="668482"/>
              <a:ext cx="2359351" cy="3008170"/>
            </a:xfrm>
            <a:custGeom>
              <a:avLst/>
              <a:gdLst>
                <a:gd name="connsiteX0" fmla="*/ 2359352 w 2359351"/>
                <a:gd name="connsiteY0" fmla="*/ 2849842 h 3008170"/>
                <a:gd name="connsiteX1" fmla="*/ 2359352 w 2359351"/>
                <a:gd name="connsiteY1" fmla="*/ 2937805 h 3008170"/>
                <a:gd name="connsiteX2" fmla="*/ 166649 w 2359351"/>
                <a:gd name="connsiteY2" fmla="*/ 2929004 h 3008170"/>
                <a:gd name="connsiteX3" fmla="*/ 70171 w 2359351"/>
                <a:gd name="connsiteY3" fmla="*/ 2929004 h 3008170"/>
                <a:gd name="connsiteX4" fmla="*/ 0 w 2359351"/>
                <a:gd name="connsiteY4" fmla="*/ 387020 h 3008170"/>
                <a:gd name="connsiteX5" fmla="*/ 0 w 2359351"/>
                <a:gd name="connsiteY5" fmla="*/ 307858 h 3008170"/>
                <a:gd name="connsiteX6" fmla="*/ 2192703 w 2359351"/>
                <a:gd name="connsiteY6" fmla="*/ 0 h 3008170"/>
                <a:gd name="connsiteX7" fmla="*/ 2289181 w 2359351"/>
                <a:gd name="connsiteY7" fmla="*/ 0 h 3008170"/>
                <a:gd name="connsiteX8" fmla="*/ 2359352 w 2359351"/>
                <a:gd name="connsiteY8" fmla="*/ 2849842 h 30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59352" h="3008166">
                  <a:moveTo>
                    <a:pt x="2359352" y="2849842"/>
                  </a:moveTo>
                  <a:cubicBezTo>
                    <a:pt x="2359352" y="2937805"/>
                    <a:pt x="2289181" y="3008166"/>
                    <a:pt x="2192703" y="3008166"/>
                  </a:cubicBezTo>
                  <a:cubicBezTo>
                    <a:pt x="166649" y="2929004"/>
                    <a:pt x="166649" y="2929004"/>
                    <a:pt x="166649" y="2929004"/>
                  </a:cubicBezTo>
                  <a:cubicBezTo>
                    <a:pt x="70171" y="2929004"/>
                    <a:pt x="0" y="2858643"/>
                    <a:pt x="0" y="2770680"/>
                  </a:cubicBezTo>
                  <a:cubicBezTo>
                    <a:pt x="0" y="387020"/>
                    <a:pt x="0" y="387020"/>
                    <a:pt x="0" y="387020"/>
                  </a:cubicBezTo>
                  <a:cubicBezTo>
                    <a:pt x="0" y="307858"/>
                    <a:pt x="70171" y="237487"/>
                    <a:pt x="166649" y="237487"/>
                  </a:cubicBezTo>
                  <a:cubicBezTo>
                    <a:pt x="2192703" y="0"/>
                    <a:pt x="2192703" y="0"/>
                    <a:pt x="2192703" y="0"/>
                  </a:cubicBezTo>
                  <a:cubicBezTo>
                    <a:pt x="2289181" y="0"/>
                    <a:pt x="2359352" y="70371"/>
                    <a:pt x="2359352" y="158325"/>
                  </a:cubicBezTo>
                  <a:lnTo>
                    <a:pt x="2359352" y="2849842"/>
                  </a:lnTo>
                  <a:close/>
                </a:path>
              </a:pathLst>
            </a:custGeom>
            <a:solidFill>
              <a:srgbClr val="F5B642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6" name="形状7"/>
            <p:cNvSpPr txBox="1"/>
            <p:nvPr/>
          </p:nvSpPr>
          <p:spPr>
            <a:xfrm>
              <a:off x="2405227" y="851987"/>
              <a:ext cx="2149631" cy="2641161"/>
            </a:xfrm>
            <a:custGeom>
              <a:avLst/>
              <a:gdLst>
                <a:gd name="connsiteX0" fmla="*/ 2149631 w 2149631"/>
                <a:gd name="connsiteY0" fmla="*/ 2500303 h 2641161"/>
                <a:gd name="connsiteX1" fmla="*/ 2149631 w 2149631"/>
                <a:gd name="connsiteY1" fmla="*/ 2579532 h 2641161"/>
                <a:gd name="connsiteX2" fmla="*/ 149162 w 2149631"/>
                <a:gd name="connsiteY2" fmla="*/ 2570731 h 2641161"/>
                <a:gd name="connsiteX3" fmla="*/ 70190 w 2149631"/>
                <a:gd name="connsiteY3" fmla="*/ 2570731 h 2641161"/>
                <a:gd name="connsiteX4" fmla="*/ 0 w 2149631"/>
                <a:gd name="connsiteY4" fmla="*/ 343348 h 2641161"/>
                <a:gd name="connsiteX5" fmla="*/ 0 w 2149631"/>
                <a:gd name="connsiteY5" fmla="*/ 264119 h 2641161"/>
                <a:gd name="connsiteX6" fmla="*/ 2000469 w 2149631"/>
                <a:gd name="connsiteY6" fmla="*/ 0 h 2641161"/>
                <a:gd name="connsiteX7" fmla="*/ 2079441 w 2149631"/>
                <a:gd name="connsiteY7" fmla="*/ 0 h 2641161"/>
                <a:gd name="connsiteX8" fmla="*/ 2149631 w 2149631"/>
                <a:gd name="connsiteY8" fmla="*/ 2500303 h 264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9631" h="2641159">
                  <a:moveTo>
                    <a:pt x="2149631" y="2500303"/>
                  </a:moveTo>
                  <a:cubicBezTo>
                    <a:pt x="2149631" y="2579532"/>
                    <a:pt x="2079441" y="2641159"/>
                    <a:pt x="2000469" y="2641159"/>
                  </a:cubicBezTo>
                  <a:cubicBezTo>
                    <a:pt x="149162" y="2570731"/>
                    <a:pt x="149162" y="2570731"/>
                    <a:pt x="149162" y="2570731"/>
                  </a:cubicBezTo>
                  <a:cubicBezTo>
                    <a:pt x="70190" y="2570731"/>
                    <a:pt x="0" y="2509104"/>
                    <a:pt x="0" y="2429866"/>
                  </a:cubicBezTo>
                  <a:cubicBezTo>
                    <a:pt x="0" y="343348"/>
                    <a:pt x="0" y="343348"/>
                    <a:pt x="0" y="343348"/>
                  </a:cubicBezTo>
                  <a:cubicBezTo>
                    <a:pt x="0" y="264119"/>
                    <a:pt x="70190" y="202492"/>
                    <a:pt x="149162" y="202492"/>
                  </a:cubicBezTo>
                  <a:cubicBezTo>
                    <a:pt x="2000469" y="0"/>
                    <a:pt x="2000469" y="0"/>
                    <a:pt x="2000469" y="0"/>
                  </a:cubicBezTo>
                  <a:cubicBezTo>
                    <a:pt x="2079441" y="0"/>
                    <a:pt x="2149631" y="61627"/>
                    <a:pt x="2149631" y="132055"/>
                  </a:cubicBezTo>
                  <a:lnTo>
                    <a:pt x="2149631" y="2500303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形状8"/>
            <p:cNvSpPr txBox="1"/>
            <p:nvPr/>
          </p:nvSpPr>
          <p:spPr>
            <a:xfrm>
              <a:off x="2421611" y="0"/>
              <a:ext cx="1789174" cy="3614392"/>
            </a:xfrm>
            <a:custGeom>
              <a:avLst/>
              <a:gdLst>
                <a:gd name="connsiteX0" fmla="*/ 1789174 w 1789174"/>
                <a:gd name="connsiteY0" fmla="*/ 2859963 h 3614392"/>
                <a:gd name="connsiteX1" fmla="*/ 1789174 w 1789174"/>
                <a:gd name="connsiteY1" fmla="*/ 2968399 h 3614392"/>
                <a:gd name="connsiteX2" fmla="*/ 201720 w 1789174"/>
                <a:gd name="connsiteY2" fmla="*/ 3591923 h 3614392"/>
                <a:gd name="connsiteX3" fmla="*/ 17545 w 1789174"/>
                <a:gd name="connsiteY3" fmla="*/ 3664213 h 3614392"/>
                <a:gd name="connsiteX4" fmla="*/ 0 w 1789174"/>
                <a:gd name="connsiteY4" fmla="*/ 1070726 h 3614392"/>
                <a:gd name="connsiteX5" fmla="*/ 0 w 1789174"/>
                <a:gd name="connsiteY5" fmla="*/ 962290 h 3614392"/>
                <a:gd name="connsiteX6" fmla="*/ 1569909 w 1789174"/>
                <a:gd name="connsiteY6" fmla="*/ 31527 h 3614392"/>
                <a:gd name="connsiteX7" fmla="*/ 1727776 w 1789174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9174" h="3614392">
                  <a:moveTo>
                    <a:pt x="1789174" y="2859963"/>
                  </a:moveTo>
                  <a:cubicBezTo>
                    <a:pt x="1789174" y="2968399"/>
                    <a:pt x="1701468" y="3004544"/>
                    <a:pt x="1613762" y="3040690"/>
                  </a:cubicBezTo>
                  <a:cubicBezTo>
                    <a:pt x="201720" y="3591923"/>
                    <a:pt x="201720" y="3591923"/>
                    <a:pt x="201720" y="3591923"/>
                  </a:cubicBezTo>
                  <a:cubicBezTo>
                    <a:pt x="17545" y="3664213"/>
                    <a:pt x="0" y="3546734"/>
                    <a:pt x="0" y="3456375"/>
                  </a:cubicBezTo>
                  <a:cubicBezTo>
                    <a:pt x="0" y="1070726"/>
                    <a:pt x="0" y="1070726"/>
                    <a:pt x="0" y="1070726"/>
                  </a:cubicBezTo>
                  <a:cubicBezTo>
                    <a:pt x="0" y="962290"/>
                    <a:pt x="43853" y="899034"/>
                    <a:pt x="122787" y="853854"/>
                  </a:cubicBezTo>
                  <a:cubicBezTo>
                    <a:pt x="1569909" y="31527"/>
                    <a:pt x="1569909" y="31527"/>
                    <a:pt x="1569909" y="31527"/>
                  </a:cubicBezTo>
                  <a:cubicBezTo>
                    <a:pt x="1727776" y="-49798"/>
                    <a:pt x="1789174" y="40570"/>
                    <a:pt x="1789174" y="139972"/>
                  </a:cubicBezTo>
                  <a:close/>
                </a:path>
              </a:pathLst>
            </a:custGeom>
            <a:solidFill>
              <a:srgbClr val="FE672E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形状9"/>
            <p:cNvSpPr txBox="1"/>
            <p:nvPr/>
          </p:nvSpPr>
          <p:spPr>
            <a:xfrm>
              <a:off x="2421611" y="209719"/>
              <a:ext cx="1648269" cy="3237551"/>
            </a:xfrm>
            <a:custGeom>
              <a:avLst/>
              <a:gdLst>
                <a:gd name="connsiteX0" fmla="*/ 1648269 w 1648269"/>
                <a:gd name="connsiteY0" fmla="*/ 2533317 h 3237551"/>
                <a:gd name="connsiteX1" fmla="*/ 1648269 w 1648269"/>
                <a:gd name="connsiteY1" fmla="*/ 2605059 h 3237551"/>
                <a:gd name="connsiteX2" fmla="*/ 115932 w 1648269"/>
                <a:gd name="connsiteY2" fmla="*/ 3223853 h 3237551"/>
                <a:gd name="connsiteX3" fmla="*/ -16930 w 1648269"/>
                <a:gd name="connsiteY3" fmla="*/ 3277653 h 3237551"/>
                <a:gd name="connsiteX4" fmla="*/ 785 w 1648269"/>
                <a:gd name="connsiteY4" fmla="*/ 999797 h 3237551"/>
                <a:gd name="connsiteX5" fmla="*/ 785 w 1648269"/>
                <a:gd name="connsiteY5" fmla="*/ 910122 h 3237551"/>
                <a:gd name="connsiteX6" fmla="*/ 1506544 w 1648269"/>
                <a:gd name="connsiteY6" fmla="*/ 22291 h 3237551"/>
                <a:gd name="connsiteX7" fmla="*/ 1595122 w 1648269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8269" h="3237551">
                  <a:moveTo>
                    <a:pt x="1648269" y="2533317"/>
                  </a:moveTo>
                  <a:cubicBezTo>
                    <a:pt x="1648269" y="2605059"/>
                    <a:pt x="1586260" y="2667839"/>
                    <a:pt x="1479976" y="2694744"/>
                  </a:cubicBezTo>
                  <a:cubicBezTo>
                    <a:pt x="115932" y="3223853"/>
                    <a:pt x="115932" y="3223853"/>
                    <a:pt x="115932" y="3223853"/>
                  </a:cubicBezTo>
                  <a:cubicBezTo>
                    <a:pt x="-16930" y="3277653"/>
                    <a:pt x="785" y="3161073"/>
                    <a:pt x="785" y="3080359"/>
                  </a:cubicBezTo>
                  <a:cubicBezTo>
                    <a:pt x="785" y="999797"/>
                    <a:pt x="785" y="999797"/>
                    <a:pt x="785" y="999797"/>
                  </a:cubicBezTo>
                  <a:cubicBezTo>
                    <a:pt x="785" y="910122"/>
                    <a:pt x="36216" y="856313"/>
                    <a:pt x="115932" y="811475"/>
                  </a:cubicBezTo>
                  <a:cubicBezTo>
                    <a:pt x="1506544" y="22291"/>
                    <a:pt x="1506544" y="22291"/>
                    <a:pt x="1506544" y="22291"/>
                  </a:cubicBezTo>
                  <a:cubicBezTo>
                    <a:pt x="1595122" y="-22546"/>
                    <a:pt x="1648269" y="-4613"/>
                    <a:pt x="1648269" y="120938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形状10"/>
            <p:cNvSpPr txBox="1"/>
            <p:nvPr/>
          </p:nvSpPr>
          <p:spPr>
            <a:xfrm>
              <a:off x="386672" y="0"/>
              <a:ext cx="1939911" cy="3614392"/>
            </a:xfrm>
            <a:custGeom>
              <a:avLst/>
              <a:gdLst>
                <a:gd name="connsiteX0" fmla="*/ 0 w 1939911"/>
                <a:gd name="connsiteY0" fmla="*/ 2859963 h 3614392"/>
                <a:gd name="connsiteX1" fmla="*/ 0 w 1939911"/>
                <a:gd name="connsiteY1" fmla="*/ 2968399 h 3614392"/>
                <a:gd name="connsiteX2" fmla="*/ 1720464 w 1939911"/>
                <a:gd name="connsiteY2" fmla="*/ 3591923 h 3614392"/>
                <a:gd name="connsiteX3" fmla="*/ 1913584 w 1939911"/>
                <a:gd name="connsiteY3" fmla="*/ 3664213 h 3614392"/>
                <a:gd name="connsiteX4" fmla="*/ 1939911 w 1939911"/>
                <a:gd name="connsiteY4" fmla="*/ 1070726 h 3614392"/>
                <a:gd name="connsiteX5" fmla="*/ 1939911 w 1939911"/>
                <a:gd name="connsiteY5" fmla="*/ 962290 h 3614392"/>
                <a:gd name="connsiteX6" fmla="*/ 228229 w 1939911"/>
                <a:gd name="connsiteY6" fmla="*/ 31527 h 3614392"/>
                <a:gd name="connsiteX7" fmla="*/ 61446 w 1939911"/>
                <a:gd name="connsiteY7" fmla="*/ -49798 h 361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39911" h="3614392">
                  <a:moveTo>
                    <a:pt x="0" y="2859963"/>
                  </a:moveTo>
                  <a:cubicBezTo>
                    <a:pt x="0" y="2968399"/>
                    <a:pt x="87782" y="3004544"/>
                    <a:pt x="184338" y="3040690"/>
                  </a:cubicBezTo>
                  <a:cubicBezTo>
                    <a:pt x="1720464" y="3591923"/>
                    <a:pt x="1720464" y="3591923"/>
                    <a:pt x="1720464" y="3591923"/>
                  </a:cubicBezTo>
                  <a:cubicBezTo>
                    <a:pt x="1913584" y="3664213"/>
                    <a:pt x="1939911" y="3546734"/>
                    <a:pt x="1939911" y="3456375"/>
                  </a:cubicBezTo>
                  <a:cubicBezTo>
                    <a:pt x="1939911" y="1070726"/>
                    <a:pt x="1939911" y="1070726"/>
                    <a:pt x="1939911" y="1070726"/>
                  </a:cubicBezTo>
                  <a:cubicBezTo>
                    <a:pt x="1939911" y="962290"/>
                    <a:pt x="1896020" y="899034"/>
                    <a:pt x="1799465" y="853854"/>
                  </a:cubicBezTo>
                  <a:cubicBezTo>
                    <a:pt x="228229" y="31527"/>
                    <a:pt x="228229" y="31527"/>
                    <a:pt x="228229" y="31527"/>
                  </a:cubicBezTo>
                  <a:cubicBezTo>
                    <a:pt x="61446" y="-49798"/>
                    <a:pt x="0" y="40570"/>
                    <a:pt x="0" y="139972"/>
                  </a:cubicBezTo>
                  <a:close/>
                </a:path>
              </a:pathLst>
            </a:custGeom>
            <a:solidFill>
              <a:srgbClr val="986F69">
                <a:alpha val="100000"/>
              </a:srgbClr>
            </a:solidFill>
            <a:ln w="38100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11"/>
            <p:cNvSpPr txBox="1"/>
            <p:nvPr/>
          </p:nvSpPr>
          <p:spPr>
            <a:xfrm>
              <a:off x="537406" y="209719"/>
              <a:ext cx="1779342" cy="3237551"/>
            </a:xfrm>
            <a:custGeom>
              <a:avLst/>
              <a:gdLst>
                <a:gd name="connsiteX0" fmla="*/ 0 w 1779342"/>
                <a:gd name="connsiteY0" fmla="*/ 2533317 h 3237551"/>
                <a:gd name="connsiteX1" fmla="*/ 0 w 1779342"/>
                <a:gd name="connsiteY1" fmla="*/ 2605059 h 3237551"/>
                <a:gd name="connsiteX2" fmla="*/ 1654751 w 1779342"/>
                <a:gd name="connsiteY2" fmla="*/ 3223853 h 3237551"/>
                <a:gd name="connsiteX3" fmla="*/ 1796337 w 1779342"/>
                <a:gd name="connsiteY3" fmla="*/ 3277653 h 3237551"/>
                <a:gd name="connsiteX4" fmla="*/ 1778634 w 1779342"/>
                <a:gd name="connsiteY4" fmla="*/ 999797 h 3237551"/>
                <a:gd name="connsiteX5" fmla="*/ 1778634 w 1779342"/>
                <a:gd name="connsiteY5" fmla="*/ 910122 h 3237551"/>
                <a:gd name="connsiteX6" fmla="*/ 150432 w 1779342"/>
                <a:gd name="connsiteY6" fmla="*/ 22291 h 3237551"/>
                <a:gd name="connsiteX7" fmla="*/ 61946 w 1779342"/>
                <a:gd name="connsiteY7" fmla="*/ -22546 h 323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9342" h="3237551">
                  <a:moveTo>
                    <a:pt x="0" y="2533317"/>
                  </a:moveTo>
                  <a:cubicBezTo>
                    <a:pt x="0" y="2605059"/>
                    <a:pt x="70793" y="2667839"/>
                    <a:pt x="176982" y="2694744"/>
                  </a:cubicBezTo>
                  <a:cubicBezTo>
                    <a:pt x="1654751" y="3223853"/>
                    <a:pt x="1654751" y="3223853"/>
                    <a:pt x="1654751" y="3223853"/>
                  </a:cubicBezTo>
                  <a:cubicBezTo>
                    <a:pt x="1796337" y="3277653"/>
                    <a:pt x="1778634" y="3161073"/>
                    <a:pt x="1778634" y="3080359"/>
                  </a:cubicBezTo>
                  <a:cubicBezTo>
                    <a:pt x="1778634" y="999797"/>
                    <a:pt x="1778634" y="999797"/>
                    <a:pt x="1778634" y="999797"/>
                  </a:cubicBezTo>
                  <a:cubicBezTo>
                    <a:pt x="1778634" y="910122"/>
                    <a:pt x="1743237" y="856313"/>
                    <a:pt x="1654751" y="811475"/>
                  </a:cubicBezTo>
                  <a:cubicBezTo>
                    <a:pt x="150432" y="22291"/>
                    <a:pt x="150432" y="22291"/>
                    <a:pt x="150432" y="22291"/>
                  </a:cubicBezTo>
                  <a:cubicBezTo>
                    <a:pt x="61946" y="-22546"/>
                    <a:pt x="0" y="-4613"/>
                    <a:pt x="0" y="120938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42862">
              <a:solidFill>
                <a:srgbClr val="F2F2F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形状12"/>
            <p:cNvSpPr txBox="1"/>
            <p:nvPr/>
          </p:nvSpPr>
          <p:spPr>
            <a:xfrm>
              <a:off x="2139800" y="3086814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形状13"/>
            <p:cNvSpPr txBox="1"/>
            <p:nvPr/>
          </p:nvSpPr>
          <p:spPr>
            <a:xfrm>
              <a:off x="2139800" y="2841049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96755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96755"/>
                  </a:cubicBezTo>
                  <a:cubicBezTo>
                    <a:pt x="122911" y="96755"/>
                    <a:pt x="122911" y="96755"/>
                    <a:pt x="122911" y="96755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形状14"/>
            <p:cNvSpPr txBox="1"/>
            <p:nvPr/>
          </p:nvSpPr>
          <p:spPr>
            <a:xfrm>
              <a:off x="2139800" y="2595284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22339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22339 h 157290"/>
                <a:gd name="connsiteX7" fmla="*/ 87792 w 465315"/>
                <a:gd name="connsiteY7" fmla="*/ 122339 h 157290"/>
                <a:gd name="connsiteX8" fmla="*/ 96574 w 465315"/>
                <a:gd name="connsiteY8" fmla="*/ 113595 h 157290"/>
                <a:gd name="connsiteX9" fmla="*/ 96574 w 465315"/>
                <a:gd name="connsiteY9" fmla="*/ 113595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22339 h 157290"/>
                <a:gd name="connsiteX16" fmla="*/ 377523 w 465315"/>
                <a:gd name="connsiteY16" fmla="*/ 122339 h 157290"/>
                <a:gd name="connsiteX17" fmla="*/ 377523 w 465315"/>
                <a:gd name="connsiteY17" fmla="*/ 122339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22339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22339"/>
                  </a:cubicBezTo>
                  <a:cubicBezTo>
                    <a:pt x="0" y="122339"/>
                    <a:pt x="0" y="122339"/>
                    <a:pt x="0" y="122339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22339"/>
                  </a:cubicBezTo>
                  <a:cubicBezTo>
                    <a:pt x="87792" y="122339"/>
                    <a:pt x="87792" y="122339"/>
                    <a:pt x="87792" y="122339"/>
                  </a:cubicBezTo>
                  <a:cubicBezTo>
                    <a:pt x="87792" y="122339"/>
                    <a:pt x="87792" y="122339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13595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22339"/>
                    <a:pt x="377523" y="122339"/>
                    <a:pt x="377523" y="122339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22339"/>
                  </a:cubicBezTo>
                  <a:cubicBezTo>
                    <a:pt x="465315" y="122339"/>
                    <a:pt x="465315" y="122339"/>
                    <a:pt x="465315" y="122339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形状15"/>
            <p:cNvSpPr txBox="1"/>
            <p:nvPr/>
          </p:nvSpPr>
          <p:spPr>
            <a:xfrm>
              <a:off x="2139800" y="2349518"/>
              <a:ext cx="465315" cy="157290"/>
            </a:xfrm>
            <a:custGeom>
              <a:avLst/>
              <a:gdLst>
                <a:gd name="connsiteX0" fmla="*/ 79019 w 465315"/>
                <a:gd name="connsiteY0" fmla="*/ 26213 h 157290"/>
                <a:gd name="connsiteX1" fmla="*/ 35119 w 465315"/>
                <a:gd name="connsiteY1" fmla="*/ 43691 h 157290"/>
                <a:gd name="connsiteX2" fmla="*/ 0 w 465315"/>
                <a:gd name="connsiteY2" fmla="*/ 113595 h 157290"/>
                <a:gd name="connsiteX3" fmla="*/ 0 w 465315"/>
                <a:gd name="connsiteY3" fmla="*/ 139817 h 157290"/>
                <a:gd name="connsiteX4" fmla="*/ 43901 w 465315"/>
                <a:gd name="connsiteY4" fmla="*/ 157286 h 157290"/>
                <a:gd name="connsiteX5" fmla="*/ 70237 w 465315"/>
                <a:gd name="connsiteY5" fmla="*/ 157286 h 157290"/>
                <a:gd name="connsiteX6" fmla="*/ 87792 w 465315"/>
                <a:gd name="connsiteY6" fmla="*/ 113595 h 157290"/>
                <a:gd name="connsiteX7" fmla="*/ 87792 w 465315"/>
                <a:gd name="connsiteY7" fmla="*/ 113595 h 157290"/>
                <a:gd name="connsiteX8" fmla="*/ 96574 w 465315"/>
                <a:gd name="connsiteY8" fmla="*/ 113595 h 157290"/>
                <a:gd name="connsiteX9" fmla="*/ 96574 w 465315"/>
                <a:gd name="connsiteY9" fmla="*/ 104861 h 157290"/>
                <a:gd name="connsiteX10" fmla="*/ 122911 w 465315"/>
                <a:gd name="connsiteY10" fmla="*/ 96126 h 157290"/>
                <a:gd name="connsiteX11" fmla="*/ 149247 w 465315"/>
                <a:gd name="connsiteY11" fmla="*/ 87382 h 157290"/>
                <a:gd name="connsiteX12" fmla="*/ 228267 w 465315"/>
                <a:gd name="connsiteY12" fmla="*/ 78648 h 157290"/>
                <a:gd name="connsiteX13" fmla="*/ 298504 w 465315"/>
                <a:gd name="connsiteY13" fmla="*/ 78648 h 157290"/>
                <a:gd name="connsiteX14" fmla="*/ 368741 w 465315"/>
                <a:gd name="connsiteY14" fmla="*/ 113595 h 157290"/>
                <a:gd name="connsiteX15" fmla="*/ 377523 w 465315"/>
                <a:gd name="connsiteY15" fmla="*/ 113595 h 157290"/>
                <a:gd name="connsiteX16" fmla="*/ 377523 w 465315"/>
                <a:gd name="connsiteY16" fmla="*/ 113595 h 157290"/>
                <a:gd name="connsiteX17" fmla="*/ 377523 w 465315"/>
                <a:gd name="connsiteY17" fmla="*/ 113595 h 157290"/>
                <a:gd name="connsiteX18" fmla="*/ 377523 w 465315"/>
                <a:gd name="connsiteY18" fmla="*/ 139817 h 157290"/>
                <a:gd name="connsiteX19" fmla="*/ 421415 w 465315"/>
                <a:gd name="connsiteY19" fmla="*/ 157286 h 157290"/>
                <a:gd name="connsiteX20" fmla="*/ 447751 w 465315"/>
                <a:gd name="connsiteY20" fmla="*/ 157286 h 157290"/>
                <a:gd name="connsiteX21" fmla="*/ 465315 w 465315"/>
                <a:gd name="connsiteY21" fmla="*/ 113595 h 157290"/>
                <a:gd name="connsiteX22" fmla="*/ 465315 w 465315"/>
                <a:gd name="connsiteY22" fmla="*/ 69904 h 157290"/>
                <a:gd name="connsiteX23" fmla="*/ 386296 w 465315"/>
                <a:gd name="connsiteY23" fmla="*/ 26213 h 157290"/>
                <a:gd name="connsiteX24" fmla="*/ 342405 w 465315"/>
                <a:gd name="connsiteY24" fmla="*/ 8734 h 157290"/>
                <a:gd name="connsiteX25" fmla="*/ 228267 w 465315"/>
                <a:gd name="connsiteY25" fmla="*/ 0 h 157290"/>
                <a:gd name="connsiteX26" fmla="*/ 175593 w 465315"/>
                <a:gd name="connsiteY26" fmla="*/ 0 h 15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57286">
                  <a:moveTo>
                    <a:pt x="79019" y="26213"/>
                  </a:moveTo>
                  <a:cubicBezTo>
                    <a:pt x="35119" y="43691"/>
                    <a:pt x="0" y="69904"/>
                    <a:pt x="0" y="113595"/>
                  </a:cubicBezTo>
                  <a:cubicBezTo>
                    <a:pt x="0" y="113595"/>
                    <a:pt x="0" y="113595"/>
                    <a:pt x="0" y="113595"/>
                  </a:cubicBezTo>
                  <a:cubicBezTo>
                    <a:pt x="0" y="139817"/>
                    <a:pt x="17555" y="157286"/>
                    <a:pt x="43901" y="157286"/>
                  </a:cubicBezTo>
                  <a:cubicBezTo>
                    <a:pt x="43901" y="157286"/>
                    <a:pt x="43901" y="157286"/>
                    <a:pt x="43901" y="157286"/>
                  </a:cubicBezTo>
                  <a:cubicBezTo>
                    <a:pt x="70237" y="157286"/>
                    <a:pt x="87792" y="139817"/>
                    <a:pt x="87792" y="113595"/>
                  </a:cubicBezTo>
                  <a:cubicBezTo>
                    <a:pt x="87792" y="113595"/>
                    <a:pt x="87792" y="113595"/>
                    <a:pt x="87792" y="113595"/>
                  </a:cubicBezTo>
                  <a:cubicBezTo>
                    <a:pt x="87792" y="113595"/>
                    <a:pt x="87792" y="113595"/>
                    <a:pt x="96574" y="113595"/>
                  </a:cubicBezTo>
                  <a:cubicBezTo>
                    <a:pt x="96574" y="113595"/>
                    <a:pt x="96574" y="113595"/>
                    <a:pt x="96574" y="113595"/>
                  </a:cubicBezTo>
                  <a:cubicBezTo>
                    <a:pt x="96574" y="104861"/>
                    <a:pt x="105356" y="104861"/>
                    <a:pt x="122911" y="96126"/>
                  </a:cubicBezTo>
                  <a:cubicBezTo>
                    <a:pt x="122911" y="96126"/>
                    <a:pt x="122911" y="96126"/>
                    <a:pt x="122911" y="96126"/>
                  </a:cubicBezTo>
                  <a:cubicBezTo>
                    <a:pt x="149247" y="87382"/>
                    <a:pt x="184366" y="78648"/>
                    <a:pt x="228267" y="78648"/>
                  </a:cubicBezTo>
                  <a:cubicBezTo>
                    <a:pt x="228267" y="78648"/>
                    <a:pt x="228267" y="78648"/>
                    <a:pt x="228267" y="78648"/>
                  </a:cubicBezTo>
                  <a:cubicBezTo>
                    <a:pt x="298504" y="78648"/>
                    <a:pt x="359959" y="96126"/>
                    <a:pt x="368741" y="113595"/>
                  </a:cubicBezTo>
                  <a:cubicBezTo>
                    <a:pt x="368741" y="113595"/>
                    <a:pt x="368741" y="113595"/>
                    <a:pt x="368741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13595"/>
                    <a:pt x="377523" y="113595"/>
                    <a:pt x="377523" y="113595"/>
                  </a:cubicBezTo>
                  <a:cubicBezTo>
                    <a:pt x="377523" y="139817"/>
                    <a:pt x="395078" y="157286"/>
                    <a:pt x="421415" y="157286"/>
                  </a:cubicBezTo>
                  <a:cubicBezTo>
                    <a:pt x="421415" y="157286"/>
                    <a:pt x="421415" y="157286"/>
                    <a:pt x="421415" y="157286"/>
                  </a:cubicBezTo>
                  <a:cubicBezTo>
                    <a:pt x="447751" y="157286"/>
                    <a:pt x="465315" y="139817"/>
                    <a:pt x="465315" y="113595"/>
                  </a:cubicBezTo>
                  <a:cubicBezTo>
                    <a:pt x="465315" y="113595"/>
                    <a:pt x="465315" y="113595"/>
                    <a:pt x="465315" y="113595"/>
                  </a:cubicBezTo>
                  <a:cubicBezTo>
                    <a:pt x="465315" y="69904"/>
                    <a:pt x="421415" y="43691"/>
                    <a:pt x="386296" y="26213"/>
                  </a:cubicBezTo>
                  <a:cubicBezTo>
                    <a:pt x="386296" y="26213"/>
                    <a:pt x="386296" y="26213"/>
                    <a:pt x="386296" y="26213"/>
                  </a:cubicBezTo>
                  <a:cubicBezTo>
                    <a:pt x="342405" y="8734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34"/>
                    <a:pt x="79019" y="2621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形状16"/>
            <p:cNvSpPr txBox="1"/>
            <p:nvPr/>
          </p:nvSpPr>
          <p:spPr>
            <a:xfrm>
              <a:off x="2139800" y="209392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形状17"/>
            <p:cNvSpPr txBox="1"/>
            <p:nvPr/>
          </p:nvSpPr>
          <p:spPr>
            <a:xfrm>
              <a:off x="2139800" y="1844880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15967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24882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80286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80286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24882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15967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107042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80286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形状18"/>
            <p:cNvSpPr txBox="1"/>
            <p:nvPr/>
          </p:nvSpPr>
          <p:spPr>
            <a:xfrm>
              <a:off x="2139800" y="1599114"/>
              <a:ext cx="465315" cy="160566"/>
            </a:xfrm>
            <a:custGeom>
              <a:avLst/>
              <a:gdLst>
                <a:gd name="connsiteX0" fmla="*/ 79019 w 465315"/>
                <a:gd name="connsiteY0" fmla="*/ 26765 h 160566"/>
                <a:gd name="connsiteX1" fmla="*/ 35119 w 465315"/>
                <a:gd name="connsiteY1" fmla="*/ 44606 h 160566"/>
                <a:gd name="connsiteX2" fmla="*/ 0 w 465315"/>
                <a:gd name="connsiteY2" fmla="*/ 124882 h 160566"/>
                <a:gd name="connsiteX3" fmla="*/ 0 w 465315"/>
                <a:gd name="connsiteY3" fmla="*/ 142723 h 160566"/>
                <a:gd name="connsiteX4" fmla="*/ 43901 w 465315"/>
                <a:gd name="connsiteY4" fmla="*/ 160563 h 160566"/>
                <a:gd name="connsiteX5" fmla="*/ 70237 w 465315"/>
                <a:gd name="connsiteY5" fmla="*/ 160563 h 160566"/>
                <a:gd name="connsiteX6" fmla="*/ 87792 w 465315"/>
                <a:gd name="connsiteY6" fmla="*/ 124882 h 160566"/>
                <a:gd name="connsiteX7" fmla="*/ 87792 w 465315"/>
                <a:gd name="connsiteY7" fmla="*/ 124882 h 160566"/>
                <a:gd name="connsiteX8" fmla="*/ 96574 w 465315"/>
                <a:gd name="connsiteY8" fmla="*/ 115967 h 160566"/>
                <a:gd name="connsiteX9" fmla="*/ 96574 w 465315"/>
                <a:gd name="connsiteY9" fmla="*/ 107042 h 160566"/>
                <a:gd name="connsiteX10" fmla="*/ 122911 w 465315"/>
                <a:gd name="connsiteY10" fmla="*/ 98127 h 160566"/>
                <a:gd name="connsiteX11" fmla="*/ 149247 w 465315"/>
                <a:gd name="connsiteY11" fmla="*/ 89202 h 160566"/>
                <a:gd name="connsiteX12" fmla="*/ 228267 w 465315"/>
                <a:gd name="connsiteY12" fmla="*/ 80286 h 160566"/>
                <a:gd name="connsiteX13" fmla="*/ 298504 w 465315"/>
                <a:gd name="connsiteY13" fmla="*/ 80286 h 160566"/>
                <a:gd name="connsiteX14" fmla="*/ 368741 w 465315"/>
                <a:gd name="connsiteY14" fmla="*/ 115967 h 160566"/>
                <a:gd name="connsiteX15" fmla="*/ 377523 w 465315"/>
                <a:gd name="connsiteY15" fmla="*/ 115967 h 160566"/>
                <a:gd name="connsiteX16" fmla="*/ 377523 w 465315"/>
                <a:gd name="connsiteY16" fmla="*/ 124882 h 160566"/>
                <a:gd name="connsiteX17" fmla="*/ 377523 w 465315"/>
                <a:gd name="connsiteY17" fmla="*/ 124882 h 160566"/>
                <a:gd name="connsiteX18" fmla="*/ 377523 w 465315"/>
                <a:gd name="connsiteY18" fmla="*/ 142723 h 160566"/>
                <a:gd name="connsiteX19" fmla="*/ 421415 w 465315"/>
                <a:gd name="connsiteY19" fmla="*/ 160563 h 160566"/>
                <a:gd name="connsiteX20" fmla="*/ 447751 w 465315"/>
                <a:gd name="connsiteY20" fmla="*/ 160563 h 160566"/>
                <a:gd name="connsiteX21" fmla="*/ 465315 w 465315"/>
                <a:gd name="connsiteY21" fmla="*/ 124882 h 160566"/>
                <a:gd name="connsiteX22" fmla="*/ 465315 w 465315"/>
                <a:gd name="connsiteY22" fmla="*/ 71361 h 160566"/>
                <a:gd name="connsiteX23" fmla="*/ 386296 w 465315"/>
                <a:gd name="connsiteY23" fmla="*/ 26765 h 160566"/>
                <a:gd name="connsiteX24" fmla="*/ 342405 w 465315"/>
                <a:gd name="connsiteY24" fmla="*/ 8925 h 160566"/>
                <a:gd name="connsiteX25" fmla="*/ 228267 w 465315"/>
                <a:gd name="connsiteY25" fmla="*/ 0 h 160566"/>
                <a:gd name="connsiteX26" fmla="*/ 175593 w 465315"/>
                <a:gd name="connsiteY26" fmla="*/ 0 h 16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0563">
                  <a:moveTo>
                    <a:pt x="79019" y="26765"/>
                  </a:moveTo>
                  <a:cubicBezTo>
                    <a:pt x="35119" y="44606"/>
                    <a:pt x="0" y="71361"/>
                    <a:pt x="0" y="124882"/>
                  </a:cubicBezTo>
                  <a:cubicBezTo>
                    <a:pt x="0" y="124882"/>
                    <a:pt x="0" y="124882"/>
                    <a:pt x="0" y="124882"/>
                  </a:cubicBezTo>
                  <a:cubicBezTo>
                    <a:pt x="0" y="142723"/>
                    <a:pt x="17555" y="160563"/>
                    <a:pt x="43901" y="160563"/>
                  </a:cubicBezTo>
                  <a:cubicBezTo>
                    <a:pt x="43901" y="160563"/>
                    <a:pt x="43901" y="160563"/>
                    <a:pt x="43901" y="160563"/>
                  </a:cubicBezTo>
                  <a:cubicBezTo>
                    <a:pt x="70237" y="160563"/>
                    <a:pt x="87792" y="142723"/>
                    <a:pt x="87792" y="124882"/>
                  </a:cubicBezTo>
                  <a:cubicBezTo>
                    <a:pt x="87792" y="124882"/>
                    <a:pt x="87792" y="124882"/>
                    <a:pt x="87792" y="124882"/>
                  </a:cubicBezTo>
                  <a:cubicBezTo>
                    <a:pt x="87792" y="124882"/>
                    <a:pt x="87792" y="115967"/>
                    <a:pt x="96574" y="115967"/>
                  </a:cubicBezTo>
                  <a:cubicBezTo>
                    <a:pt x="96574" y="115967"/>
                    <a:pt x="96574" y="115967"/>
                    <a:pt x="96574" y="115967"/>
                  </a:cubicBezTo>
                  <a:cubicBezTo>
                    <a:pt x="96574" y="107042"/>
                    <a:pt x="105356" y="107042"/>
                    <a:pt x="122911" y="98127"/>
                  </a:cubicBezTo>
                  <a:cubicBezTo>
                    <a:pt x="122911" y="98127"/>
                    <a:pt x="122911" y="98127"/>
                    <a:pt x="122911" y="98127"/>
                  </a:cubicBezTo>
                  <a:cubicBezTo>
                    <a:pt x="149247" y="89202"/>
                    <a:pt x="184366" y="80286"/>
                    <a:pt x="228267" y="80286"/>
                  </a:cubicBezTo>
                  <a:cubicBezTo>
                    <a:pt x="228267" y="80286"/>
                    <a:pt x="228267" y="80286"/>
                    <a:pt x="228267" y="80286"/>
                  </a:cubicBezTo>
                  <a:cubicBezTo>
                    <a:pt x="298504" y="80286"/>
                    <a:pt x="359959" y="98127"/>
                    <a:pt x="368741" y="115967"/>
                  </a:cubicBezTo>
                  <a:cubicBezTo>
                    <a:pt x="368741" y="115967"/>
                    <a:pt x="368741" y="115967"/>
                    <a:pt x="368741" y="115967"/>
                  </a:cubicBezTo>
                  <a:cubicBezTo>
                    <a:pt x="377523" y="115967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24882"/>
                    <a:pt x="377523" y="124882"/>
                    <a:pt x="377523" y="124882"/>
                  </a:cubicBezTo>
                  <a:cubicBezTo>
                    <a:pt x="377523" y="142723"/>
                    <a:pt x="395078" y="160563"/>
                    <a:pt x="421415" y="160563"/>
                  </a:cubicBezTo>
                  <a:cubicBezTo>
                    <a:pt x="421415" y="160563"/>
                    <a:pt x="421415" y="160563"/>
                    <a:pt x="421415" y="160563"/>
                  </a:cubicBezTo>
                  <a:cubicBezTo>
                    <a:pt x="447751" y="160563"/>
                    <a:pt x="465315" y="142723"/>
                    <a:pt x="465315" y="124882"/>
                  </a:cubicBezTo>
                  <a:cubicBezTo>
                    <a:pt x="465315" y="124882"/>
                    <a:pt x="465315" y="124882"/>
                    <a:pt x="465315" y="124882"/>
                  </a:cubicBezTo>
                  <a:cubicBezTo>
                    <a:pt x="465315" y="71361"/>
                    <a:pt x="421415" y="44606"/>
                    <a:pt x="386296" y="26765"/>
                  </a:cubicBezTo>
                  <a:cubicBezTo>
                    <a:pt x="386296" y="26765"/>
                    <a:pt x="386296" y="26765"/>
                    <a:pt x="386296" y="26765"/>
                  </a:cubicBezTo>
                  <a:cubicBezTo>
                    <a:pt x="342405" y="8925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925"/>
                    <a:pt x="79019" y="2676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形状19"/>
            <p:cNvSpPr txBox="1"/>
            <p:nvPr/>
          </p:nvSpPr>
          <p:spPr>
            <a:xfrm>
              <a:off x="2139800" y="1343518"/>
              <a:ext cx="465315" cy="167120"/>
            </a:xfrm>
            <a:custGeom>
              <a:avLst/>
              <a:gdLst>
                <a:gd name="connsiteX0" fmla="*/ 79019 w 465315"/>
                <a:gd name="connsiteY0" fmla="*/ 35185 h 167120"/>
                <a:gd name="connsiteX1" fmla="*/ 35119 w 465315"/>
                <a:gd name="connsiteY1" fmla="*/ 52778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23139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96755 h 167120"/>
                <a:gd name="connsiteX12" fmla="*/ 228267 w 465315"/>
                <a:gd name="connsiteY12" fmla="*/ 87954 h 167120"/>
                <a:gd name="connsiteX13" fmla="*/ 298504 w 465315"/>
                <a:gd name="connsiteY13" fmla="*/ 79162 h 167120"/>
                <a:gd name="connsiteX14" fmla="*/ 368741 w 465315"/>
                <a:gd name="connsiteY14" fmla="*/ 123139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35185 h 167120"/>
                <a:gd name="connsiteX24" fmla="*/ 342405 w 465315"/>
                <a:gd name="connsiteY24" fmla="*/ 17593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35185"/>
                  </a:moveTo>
                  <a:cubicBezTo>
                    <a:pt x="35119" y="52778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23139"/>
                  </a:cubicBezTo>
                  <a:cubicBezTo>
                    <a:pt x="96574" y="123139"/>
                    <a:pt x="96574" y="123139"/>
                    <a:pt x="96574" y="123139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96755"/>
                    <a:pt x="184366" y="87954"/>
                    <a:pt x="228267" y="87954"/>
                  </a:cubicBezTo>
                  <a:cubicBezTo>
                    <a:pt x="228267" y="87954"/>
                    <a:pt x="228267" y="87954"/>
                    <a:pt x="228267" y="87954"/>
                  </a:cubicBezTo>
                  <a:cubicBezTo>
                    <a:pt x="298504" y="79162"/>
                    <a:pt x="359959" y="105547"/>
                    <a:pt x="368741" y="123139"/>
                  </a:cubicBezTo>
                  <a:cubicBezTo>
                    <a:pt x="368741" y="123139"/>
                    <a:pt x="368741" y="123139"/>
                    <a:pt x="368741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52778"/>
                    <a:pt x="386296" y="35185"/>
                  </a:cubicBezTo>
                  <a:cubicBezTo>
                    <a:pt x="386296" y="35185"/>
                    <a:pt x="386296" y="35185"/>
                    <a:pt x="386296" y="35185"/>
                  </a:cubicBezTo>
                  <a:cubicBezTo>
                    <a:pt x="342405" y="17593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17593"/>
                    <a:pt x="79019" y="3518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形状20"/>
            <p:cNvSpPr txBox="1"/>
            <p:nvPr/>
          </p:nvSpPr>
          <p:spPr>
            <a:xfrm>
              <a:off x="2139800" y="1097753"/>
              <a:ext cx="465315" cy="167120"/>
            </a:xfrm>
            <a:custGeom>
              <a:avLst/>
              <a:gdLst>
                <a:gd name="connsiteX0" fmla="*/ 79019 w 465315"/>
                <a:gd name="connsiteY0" fmla="*/ 26384 h 167120"/>
                <a:gd name="connsiteX1" fmla="*/ 35119 w 465315"/>
                <a:gd name="connsiteY1" fmla="*/ 43977 h 167120"/>
                <a:gd name="connsiteX2" fmla="*/ 0 w 465315"/>
                <a:gd name="connsiteY2" fmla="*/ 123139 h 167120"/>
                <a:gd name="connsiteX3" fmla="*/ 0 w 465315"/>
                <a:gd name="connsiteY3" fmla="*/ 149533 h 167120"/>
                <a:gd name="connsiteX4" fmla="*/ 43901 w 465315"/>
                <a:gd name="connsiteY4" fmla="*/ 167116 h 167120"/>
                <a:gd name="connsiteX5" fmla="*/ 70237 w 465315"/>
                <a:gd name="connsiteY5" fmla="*/ 167116 h 167120"/>
                <a:gd name="connsiteX6" fmla="*/ 87792 w 465315"/>
                <a:gd name="connsiteY6" fmla="*/ 123139 h 167120"/>
                <a:gd name="connsiteX7" fmla="*/ 87792 w 465315"/>
                <a:gd name="connsiteY7" fmla="*/ 123139 h 167120"/>
                <a:gd name="connsiteX8" fmla="*/ 96574 w 465315"/>
                <a:gd name="connsiteY8" fmla="*/ 114348 h 167120"/>
                <a:gd name="connsiteX9" fmla="*/ 96574 w 465315"/>
                <a:gd name="connsiteY9" fmla="*/ 114348 h 167120"/>
                <a:gd name="connsiteX10" fmla="*/ 122911 w 465315"/>
                <a:gd name="connsiteY10" fmla="*/ 105547 h 167120"/>
                <a:gd name="connsiteX11" fmla="*/ 149247 w 465315"/>
                <a:gd name="connsiteY11" fmla="*/ 87954 h 167120"/>
                <a:gd name="connsiteX12" fmla="*/ 228267 w 465315"/>
                <a:gd name="connsiteY12" fmla="*/ 79162 h 167120"/>
                <a:gd name="connsiteX13" fmla="*/ 298504 w 465315"/>
                <a:gd name="connsiteY13" fmla="*/ 79162 h 167120"/>
                <a:gd name="connsiteX14" fmla="*/ 368741 w 465315"/>
                <a:gd name="connsiteY14" fmla="*/ 114348 h 167120"/>
                <a:gd name="connsiteX15" fmla="*/ 377523 w 465315"/>
                <a:gd name="connsiteY15" fmla="*/ 123139 h 167120"/>
                <a:gd name="connsiteX16" fmla="*/ 377523 w 465315"/>
                <a:gd name="connsiteY16" fmla="*/ 123139 h 167120"/>
                <a:gd name="connsiteX17" fmla="*/ 377523 w 465315"/>
                <a:gd name="connsiteY17" fmla="*/ 123139 h 167120"/>
                <a:gd name="connsiteX18" fmla="*/ 377523 w 465315"/>
                <a:gd name="connsiteY18" fmla="*/ 149533 h 167120"/>
                <a:gd name="connsiteX19" fmla="*/ 421415 w 465315"/>
                <a:gd name="connsiteY19" fmla="*/ 167116 h 167120"/>
                <a:gd name="connsiteX20" fmla="*/ 447751 w 465315"/>
                <a:gd name="connsiteY20" fmla="*/ 167116 h 167120"/>
                <a:gd name="connsiteX21" fmla="*/ 465315 w 465315"/>
                <a:gd name="connsiteY21" fmla="*/ 123139 h 167120"/>
                <a:gd name="connsiteX22" fmla="*/ 465315 w 465315"/>
                <a:gd name="connsiteY22" fmla="*/ 79162 h 167120"/>
                <a:gd name="connsiteX23" fmla="*/ 386296 w 465315"/>
                <a:gd name="connsiteY23" fmla="*/ 26384 h 167120"/>
                <a:gd name="connsiteX24" fmla="*/ 342405 w 465315"/>
                <a:gd name="connsiteY24" fmla="*/ 8792 h 167120"/>
                <a:gd name="connsiteX25" fmla="*/ 228267 w 465315"/>
                <a:gd name="connsiteY25" fmla="*/ 0 h 167120"/>
                <a:gd name="connsiteX26" fmla="*/ 175593 w 465315"/>
                <a:gd name="connsiteY26" fmla="*/ 0 h 16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65315" h="167116">
                  <a:moveTo>
                    <a:pt x="79019" y="26384"/>
                  </a:moveTo>
                  <a:cubicBezTo>
                    <a:pt x="35119" y="43977"/>
                    <a:pt x="0" y="79162"/>
                    <a:pt x="0" y="123139"/>
                  </a:cubicBezTo>
                  <a:cubicBezTo>
                    <a:pt x="0" y="123139"/>
                    <a:pt x="0" y="123139"/>
                    <a:pt x="0" y="123139"/>
                  </a:cubicBezTo>
                  <a:cubicBezTo>
                    <a:pt x="0" y="149533"/>
                    <a:pt x="17555" y="167116"/>
                    <a:pt x="43901" y="167116"/>
                  </a:cubicBezTo>
                  <a:cubicBezTo>
                    <a:pt x="43901" y="167116"/>
                    <a:pt x="43901" y="167116"/>
                    <a:pt x="43901" y="167116"/>
                  </a:cubicBezTo>
                  <a:cubicBezTo>
                    <a:pt x="70237" y="167116"/>
                    <a:pt x="87792" y="149533"/>
                    <a:pt x="87792" y="123139"/>
                  </a:cubicBezTo>
                  <a:cubicBezTo>
                    <a:pt x="87792" y="123139"/>
                    <a:pt x="87792" y="123139"/>
                    <a:pt x="87792" y="123139"/>
                  </a:cubicBezTo>
                  <a:cubicBezTo>
                    <a:pt x="87792" y="123139"/>
                    <a:pt x="87792" y="123139"/>
                    <a:pt x="96574" y="114348"/>
                  </a:cubicBezTo>
                  <a:cubicBezTo>
                    <a:pt x="96574" y="114348"/>
                    <a:pt x="96574" y="114348"/>
                    <a:pt x="96574" y="114348"/>
                  </a:cubicBezTo>
                  <a:cubicBezTo>
                    <a:pt x="96574" y="114348"/>
                    <a:pt x="105356" y="105547"/>
                    <a:pt x="122911" y="105547"/>
                  </a:cubicBezTo>
                  <a:cubicBezTo>
                    <a:pt x="122911" y="105547"/>
                    <a:pt x="122911" y="105547"/>
                    <a:pt x="122911" y="105547"/>
                  </a:cubicBezTo>
                  <a:cubicBezTo>
                    <a:pt x="149247" y="87954"/>
                    <a:pt x="184366" y="79162"/>
                    <a:pt x="228267" y="79162"/>
                  </a:cubicBezTo>
                  <a:cubicBezTo>
                    <a:pt x="228267" y="79162"/>
                    <a:pt x="228267" y="79162"/>
                    <a:pt x="228267" y="79162"/>
                  </a:cubicBezTo>
                  <a:cubicBezTo>
                    <a:pt x="298504" y="79162"/>
                    <a:pt x="359959" y="105547"/>
                    <a:pt x="368741" y="114348"/>
                  </a:cubicBezTo>
                  <a:cubicBezTo>
                    <a:pt x="368741" y="114348"/>
                    <a:pt x="368741" y="114348"/>
                    <a:pt x="368741" y="114348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23139"/>
                    <a:pt x="377523" y="123139"/>
                    <a:pt x="377523" y="123139"/>
                  </a:cubicBezTo>
                  <a:cubicBezTo>
                    <a:pt x="377523" y="149533"/>
                    <a:pt x="395078" y="167116"/>
                    <a:pt x="421415" y="167116"/>
                  </a:cubicBezTo>
                  <a:cubicBezTo>
                    <a:pt x="421415" y="167116"/>
                    <a:pt x="421415" y="167116"/>
                    <a:pt x="421415" y="167116"/>
                  </a:cubicBezTo>
                  <a:cubicBezTo>
                    <a:pt x="447751" y="167116"/>
                    <a:pt x="465315" y="149533"/>
                    <a:pt x="465315" y="123139"/>
                  </a:cubicBezTo>
                  <a:cubicBezTo>
                    <a:pt x="465315" y="123139"/>
                    <a:pt x="465315" y="123139"/>
                    <a:pt x="465315" y="123139"/>
                  </a:cubicBezTo>
                  <a:cubicBezTo>
                    <a:pt x="465315" y="79162"/>
                    <a:pt x="421415" y="43977"/>
                    <a:pt x="386296" y="26384"/>
                  </a:cubicBezTo>
                  <a:cubicBezTo>
                    <a:pt x="386296" y="26384"/>
                    <a:pt x="386296" y="26384"/>
                    <a:pt x="386296" y="26384"/>
                  </a:cubicBezTo>
                  <a:cubicBezTo>
                    <a:pt x="342405" y="8792"/>
                    <a:pt x="289722" y="0"/>
                    <a:pt x="228267" y="0"/>
                  </a:cubicBezTo>
                  <a:cubicBezTo>
                    <a:pt x="228267" y="0"/>
                    <a:pt x="228267" y="0"/>
                    <a:pt x="228267" y="0"/>
                  </a:cubicBezTo>
                  <a:cubicBezTo>
                    <a:pt x="175593" y="0"/>
                    <a:pt x="122911" y="8792"/>
                    <a:pt x="79019" y="2638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0638">
              <a:solidFill>
                <a:srgbClr val="D8D8D8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20" name="形状1"/>
          <p:cNvSpPr txBox="1"/>
          <p:nvPr/>
        </p:nvSpPr>
        <p:spPr>
          <a:xfrm>
            <a:off x="7340064" y="2040962"/>
            <a:ext cx="2916818" cy="833377"/>
          </a:xfrm>
          <a:prstGeom prst="rect"/>
          <a:solidFill>
            <a:srgbClr val="986F69">
              <a:alpha val="10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1" name="形状2"/>
          <p:cNvSpPr txBox="1"/>
          <p:nvPr/>
        </p:nvSpPr>
        <p:spPr>
          <a:xfrm>
            <a:off x="7612873" y="2205510"/>
            <a:ext cx="2447837" cy="504279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</a:rPr>
              <a:t>PART FOUR</a:t>
            </a:r>
          </a:p>
        </p:txBody>
      </p:sp>
      <p:sp>
        <p:nvSpPr>
          <p:cNvPr id="22" name="文本1"/>
          <p:cNvSpPr txBox="1"/>
          <p:nvPr/>
        </p:nvSpPr>
        <p:spPr>
          <a:xfrm>
            <a:off x="6424445" y="3220540"/>
            <a:ext cx="4930937" cy="2212341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7200"/>
              </a:lnSpc>
            </a:pPr>
            <a:r>
              <a:rPr lang="zh-CN" altLang="en-US" sz="6000" b="1" i="0" dirty="0">
                <a:solidFill>
                  <a:srgbClr val="986F69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迎接信息时代的挑战</a:t>
            </a:r>
          </a:p>
        </p:txBody>
      </p:sp>
      <p:sp>
        <p:nvSpPr>
          <p:cNvPr id="23" name="形状3"/>
          <p:cNvSpPr txBox="1"/>
          <p:nvPr/>
        </p:nvSpPr>
        <p:spPr>
          <a:xfrm>
            <a:off x="6951976" y="3435554"/>
            <a:ext cx="7937" cy="1728192"/>
          </a:xfrm>
          <a:prstGeom prst="line"/>
          <a:solidFill>
            <a:srgbClr val="FFFFFF">
              <a:alpha val="0"/>
            </a:srgbClr>
          </a:solidFill>
          <a:ln w="7937">
            <a:solidFill>
              <a:srgbClr val="D8D8D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1"/>
          <p:cNvSpPr txBox="1"/>
          <p:nvPr/>
        </p:nvSpPr>
        <p:spPr>
          <a:xfrm>
            <a:off x="4840561" y="2173177"/>
            <a:ext cx="2510877" cy="2511645"/>
          </a:xfrm>
          <a:prstGeom prst="ellipse"/>
          <a:blipFill>
            <a:blip r:embed="rId2"/>
            <a:stretch>
              <a:fillRect/>
            </a:stretch>
          </a:blip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" name="形状2"/>
          <p:cNvSpPr txBox="1"/>
          <p:nvPr/>
        </p:nvSpPr>
        <p:spPr>
          <a:xfrm>
            <a:off x="5626744" y="3420535"/>
            <a:ext cx="938104" cy="2076110"/>
          </a:xfrm>
          <a:prstGeom prst="ellipse"/>
          <a:solidFill>
            <a:srgbClr val="21A5B1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4" name="形状3"/>
          <p:cNvSpPr txBox="1"/>
          <p:nvPr/>
        </p:nvSpPr>
        <p:spPr>
          <a:xfrm>
            <a:off x="4298064" y="2321369"/>
            <a:ext cx="1798320" cy="1163714"/>
          </a:xfrm>
          <a:custGeom>
            <a:avLst/>
            <a:gdLst>
              <a:gd name="connsiteX0" fmla="*/ 0 w 1798320"/>
              <a:gd name="connsiteY0" fmla="*/ 62190 h 1163714"/>
              <a:gd name="connsiteX1" fmla="*/ 856364 w 1798320"/>
              <a:gd name="connsiteY1" fmla="*/ -166677 h 1163714"/>
              <a:gd name="connsiteX2" fmla="*/ 946280 w 1798320"/>
              <a:gd name="connsiteY2" fmla="*/ 1330031 h 116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8320" h="1163714">
                <a:moveTo>
                  <a:pt x="0" y="62190"/>
                </a:moveTo>
                <a:cubicBezTo>
                  <a:pt x="856364" y="-166677"/>
                  <a:pt x="1569615" y="248726"/>
                  <a:pt x="1798320" y="1101164"/>
                </a:cubicBezTo>
                <a:cubicBezTo>
                  <a:pt x="946280" y="1330031"/>
                  <a:pt x="229781" y="918991"/>
                  <a:pt x="0" y="62190"/>
                </a:cubicBezTo>
                <a:close/>
              </a:path>
            </a:pathLst>
          </a:custGeom>
          <a:solidFill>
            <a:srgbClr val="FE672E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5" name="形状4"/>
          <p:cNvSpPr txBox="1"/>
          <p:nvPr/>
        </p:nvSpPr>
        <p:spPr>
          <a:xfrm>
            <a:off x="6096384" y="2321369"/>
            <a:ext cx="1798320" cy="1163714"/>
          </a:xfrm>
          <a:custGeom>
            <a:avLst/>
            <a:gdLst>
              <a:gd name="connsiteX0" fmla="*/ 1798320 w 1798320"/>
              <a:gd name="connsiteY0" fmla="*/ 62190 h 1163714"/>
              <a:gd name="connsiteX1" fmla="*/ 941956 w 1798320"/>
              <a:gd name="connsiteY1" fmla="*/ -166677 h 1163714"/>
              <a:gd name="connsiteX2" fmla="*/ 852040 w 1798320"/>
              <a:gd name="connsiteY2" fmla="*/ 1330031 h 116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98320" h="1163714">
                <a:moveTo>
                  <a:pt x="1798320" y="62190"/>
                </a:moveTo>
                <a:cubicBezTo>
                  <a:pt x="941956" y="-166677"/>
                  <a:pt x="227619" y="248726"/>
                  <a:pt x="0" y="1101164"/>
                </a:cubicBezTo>
                <a:cubicBezTo>
                  <a:pt x="852040" y="1330031"/>
                  <a:pt x="1568539" y="918991"/>
                  <a:pt x="1798320" y="62190"/>
                </a:cubicBezTo>
                <a:close/>
              </a:path>
            </a:pathLst>
          </a:custGeom>
          <a:solidFill>
            <a:srgbClr val="F5B642">
              <a:alpha val="100000"/>
            </a:srgbClr>
          </a:solidFill>
          <a:ln w="17462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6" name="形状5"/>
          <p:cNvSpPr txBox="1"/>
          <p:nvPr/>
        </p:nvSpPr>
        <p:spPr>
          <a:xfrm>
            <a:off x="5619295" y="2951910"/>
            <a:ext cx="953410" cy="954179"/>
          </a:xfrm>
          <a:prstGeom prst="ellipse"/>
          <a:solidFill>
            <a:srgbClr val="986F69">
              <a:alpha val="100000"/>
            </a:srgbClr>
          </a:solidFill>
          <a:ln w="42862">
            <a:solidFill>
              <a:srgbClr val="F2F2F2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形状6"/>
          <p:cNvSpPr txBox="1"/>
          <p:nvPr/>
        </p:nvSpPr>
        <p:spPr>
          <a:xfrm>
            <a:off x="6788243" y="2703862"/>
            <a:ext cx="414602" cy="398730"/>
          </a:xfrm>
          <a:custGeom>
            <a:avLst/>
            <a:gdLst>
              <a:gd name="connsiteX0" fmla="*/ 41691 w 414602"/>
              <a:gd name="connsiteY0" fmla="*/ 260697 h 398730"/>
              <a:gd name="connsiteX1" fmla="*/ 44091 w 414602"/>
              <a:gd name="connsiteY1" fmla="*/ 260574 h 398730"/>
              <a:gd name="connsiteX2" fmla="*/ 81630 w 414602"/>
              <a:gd name="connsiteY2" fmla="*/ 296483 h 398730"/>
              <a:gd name="connsiteX3" fmla="*/ 85097 w 414602"/>
              <a:gd name="connsiteY3" fmla="*/ 299912 h 398730"/>
              <a:gd name="connsiteX4" fmla="*/ 38529 w 414602"/>
              <a:gd name="connsiteY4" fmla="*/ 352022 h 398730"/>
              <a:gd name="connsiteX5" fmla="*/ 34157 w 414602"/>
              <a:gd name="connsiteY5" fmla="*/ 356385 h 398730"/>
              <a:gd name="connsiteX6" fmla="*/ 12097 w 414602"/>
              <a:gd name="connsiteY6" fmla="*/ 321581 h 398730"/>
              <a:gd name="connsiteX7" fmla="*/ 36919 w 414602"/>
              <a:gd name="connsiteY7" fmla="*/ 261917 h 398730"/>
              <a:gd name="connsiteX0" fmla="*/ 160011 w 414602"/>
              <a:gd name="connsiteY0" fmla="*/ 205967 h 398730"/>
              <a:gd name="connsiteX1" fmla="*/ 208161 w 414602"/>
              <a:gd name="connsiteY1" fmla="*/ 254020 h 398730"/>
              <a:gd name="connsiteX2" fmla="*/ 175975 w 414602"/>
              <a:gd name="connsiteY2" fmla="*/ 286138 h 398730"/>
              <a:gd name="connsiteX3" fmla="*/ 186825 w 414602"/>
              <a:gd name="connsiteY3" fmla="*/ 315828 h 398730"/>
              <a:gd name="connsiteX4" fmla="*/ 131217 w 414602"/>
              <a:gd name="connsiteY4" fmla="*/ 399552 h 398730"/>
              <a:gd name="connsiteX5" fmla="*/ 57608 w 414602"/>
              <a:gd name="connsiteY5" fmla="*/ 388979 h 398730"/>
              <a:gd name="connsiteX6" fmla="*/ 112310 w 414602"/>
              <a:gd name="connsiteY6" fmla="*/ 326400 h 398730"/>
              <a:gd name="connsiteX7" fmla="*/ 118625 w 414602"/>
              <a:gd name="connsiteY7" fmla="*/ 320095 h 398730"/>
              <a:gd name="connsiteX8" fmla="*/ 60332 w 414602"/>
              <a:gd name="connsiteY8" fmla="*/ 251658 h 398730"/>
              <a:gd name="connsiteX9" fmla="*/ 56350 w 414602"/>
              <a:gd name="connsiteY9" fmla="*/ 247715 h 398730"/>
              <a:gd name="connsiteX10" fmla="*/ 83516 w 414602"/>
              <a:gd name="connsiteY10" fmla="*/ 229284 h 398730"/>
              <a:gd name="connsiteX0" fmla="*/ 175461 w 414602"/>
              <a:gd name="connsiteY0" fmla="*/ 109965 h 398730"/>
              <a:gd name="connsiteX1" fmla="*/ 215790 w 414602"/>
              <a:gd name="connsiteY1" fmla="*/ 150237 h 398730"/>
              <a:gd name="connsiteX2" fmla="*/ 263958 w 414602"/>
              <a:gd name="connsiteY2" fmla="*/ 198328 h 398730"/>
              <a:gd name="connsiteX3" fmla="*/ 411444 w 414602"/>
              <a:gd name="connsiteY3" fmla="*/ 345612 h 398730"/>
              <a:gd name="connsiteX4" fmla="*/ 415655 w 414602"/>
              <a:gd name="connsiteY4" fmla="*/ 349822 h 398730"/>
              <a:gd name="connsiteX5" fmla="*/ 378564 w 414602"/>
              <a:gd name="connsiteY5" fmla="*/ 393675 h 398730"/>
              <a:gd name="connsiteX6" fmla="*/ 376459 w 414602"/>
              <a:gd name="connsiteY6" fmla="*/ 395780 h 398730"/>
              <a:gd name="connsiteX7" fmla="*/ 368172 w 414602"/>
              <a:gd name="connsiteY7" fmla="*/ 396847 h 398730"/>
              <a:gd name="connsiteX8" fmla="*/ 215790 w 414602"/>
              <a:gd name="connsiteY8" fmla="*/ 246420 h 398730"/>
              <a:gd name="connsiteX9" fmla="*/ 167651 w 414602"/>
              <a:gd name="connsiteY9" fmla="*/ 198328 h 398730"/>
              <a:gd name="connsiteX10" fmla="*/ 127293 w 414602"/>
              <a:gd name="connsiteY10" fmla="*/ 158028 h 398730"/>
              <a:gd name="connsiteX0" fmla="*/ 39862 w 414602"/>
              <a:gd name="connsiteY0" fmla="*/ 109384 h 398730"/>
              <a:gd name="connsiteX1" fmla="*/ 85973 w 414602"/>
              <a:gd name="connsiteY1" fmla="*/ 155418 h 398730"/>
              <a:gd name="connsiteX2" fmla="*/ 76162 w 414602"/>
              <a:gd name="connsiteY2" fmla="*/ 165210 h 398730"/>
              <a:gd name="connsiteX3" fmla="*/ 81154 w 414602"/>
              <a:gd name="connsiteY3" fmla="*/ 170191 h 398730"/>
              <a:gd name="connsiteX4" fmla="*/ 86297 w 414602"/>
              <a:gd name="connsiteY4" fmla="*/ 175364 h 398730"/>
              <a:gd name="connsiteX5" fmla="*/ 78658 w 414602"/>
              <a:gd name="connsiteY5" fmla="*/ 191365 h 398730"/>
              <a:gd name="connsiteX6" fmla="*/ 73476 w 414602"/>
              <a:gd name="connsiteY6" fmla="*/ 196509 h 398730"/>
              <a:gd name="connsiteX7" fmla="*/ 3886 w 414602"/>
              <a:gd name="connsiteY7" fmla="*/ 135378 h 398730"/>
              <a:gd name="connsiteX8" fmla="*/ -1295 w 414602"/>
              <a:gd name="connsiteY8" fmla="*/ 130206 h 398730"/>
              <a:gd name="connsiteX9" fmla="*/ 6382 w 414602"/>
              <a:gd name="connsiteY9" fmla="*/ 114233 h 398730"/>
              <a:gd name="connsiteX10" fmla="*/ 11525 w 414602"/>
              <a:gd name="connsiteY10" fmla="*/ 109060 h 398730"/>
              <a:gd name="connsiteX11" fmla="*/ 30052 w 414602"/>
              <a:gd name="connsiteY11" fmla="*/ 119214 h 398730"/>
              <a:gd name="connsiteX0" fmla="*/ 398433 w 414602"/>
              <a:gd name="connsiteY0" fmla="*/ 45139 h 398730"/>
              <a:gd name="connsiteX1" fmla="*/ 401157 w 414602"/>
              <a:gd name="connsiteY1" fmla="*/ 45643 h 398730"/>
              <a:gd name="connsiteX2" fmla="*/ 416998 w 414602"/>
              <a:gd name="connsiteY2" fmla="*/ 78000 h 398730"/>
              <a:gd name="connsiteX3" fmla="*/ 390537 w 414602"/>
              <a:gd name="connsiteY3" fmla="*/ 139693 h 398730"/>
              <a:gd name="connsiteX4" fmla="*/ 347427 w 414602"/>
              <a:gd name="connsiteY4" fmla="*/ 103126 h 398730"/>
              <a:gd name="connsiteX5" fmla="*/ 343997 w 414602"/>
              <a:gd name="connsiteY5" fmla="*/ 99659 h 398730"/>
              <a:gd name="connsiteX6" fmla="*/ 390575 w 414602"/>
              <a:gd name="connsiteY6" fmla="*/ 47606 h 398730"/>
              <a:gd name="connsiteX7" fmla="*/ 392756 w 414602"/>
              <a:gd name="connsiteY7" fmla="*/ 45405 h 398730"/>
              <a:gd name="connsiteX0" fmla="*/ 107947 w 414602"/>
              <a:gd name="connsiteY0" fmla="*/ 18202 h 398730"/>
              <a:gd name="connsiteX1" fmla="*/ 111319 w 414602"/>
              <a:gd name="connsiteY1" fmla="*/ 18202 h 398730"/>
              <a:gd name="connsiteX2" fmla="*/ 122226 w 414602"/>
              <a:gd name="connsiteY2" fmla="*/ 26994 h 398730"/>
              <a:gd name="connsiteX3" fmla="*/ 167965 w 414602"/>
              <a:gd name="connsiteY3" fmla="*/ 72666 h 398730"/>
              <a:gd name="connsiteX4" fmla="*/ 173366 w 414602"/>
              <a:gd name="connsiteY4" fmla="*/ 78095 h 398730"/>
              <a:gd name="connsiteX5" fmla="*/ 177842 w 414602"/>
              <a:gd name="connsiteY5" fmla="*/ 82524 h 398730"/>
              <a:gd name="connsiteX6" fmla="*/ 174699 w 414602"/>
              <a:gd name="connsiteY6" fmla="*/ 95268 h 398730"/>
              <a:gd name="connsiteX7" fmla="*/ 171623 w 414602"/>
              <a:gd name="connsiteY7" fmla="*/ 98507 h 398730"/>
              <a:gd name="connsiteX8" fmla="*/ 167803 w 414602"/>
              <a:gd name="connsiteY8" fmla="*/ 102317 h 398730"/>
              <a:gd name="connsiteX9" fmla="*/ 119635 w 414602"/>
              <a:gd name="connsiteY9" fmla="*/ 150418 h 398730"/>
              <a:gd name="connsiteX10" fmla="*/ 117311 w 414602"/>
              <a:gd name="connsiteY10" fmla="*/ 152770 h 398730"/>
              <a:gd name="connsiteX11" fmla="*/ 116787 w 414602"/>
              <a:gd name="connsiteY11" fmla="*/ 153256 h 398730"/>
              <a:gd name="connsiteX12" fmla="*/ 114101 w 414602"/>
              <a:gd name="connsiteY12" fmla="*/ 155294 h 398730"/>
              <a:gd name="connsiteX13" fmla="*/ 109567 w 414602"/>
              <a:gd name="connsiteY13" fmla="*/ 156561 h 398730"/>
              <a:gd name="connsiteX14" fmla="*/ 104547 w 414602"/>
              <a:gd name="connsiteY14" fmla="*/ 156618 h 398730"/>
              <a:gd name="connsiteX15" fmla="*/ 93603 w 414602"/>
              <a:gd name="connsiteY15" fmla="*/ 147789 h 398730"/>
              <a:gd name="connsiteX16" fmla="*/ 47482 w 414602"/>
              <a:gd name="connsiteY16" fmla="*/ 101736 h 398730"/>
              <a:gd name="connsiteX17" fmla="*/ 42520 w 414602"/>
              <a:gd name="connsiteY17" fmla="*/ 96754 h 398730"/>
              <a:gd name="connsiteX18" fmla="*/ 37338 w 414602"/>
              <a:gd name="connsiteY18" fmla="*/ 91582 h 398730"/>
              <a:gd name="connsiteX19" fmla="*/ 98584 w 414602"/>
              <a:gd name="connsiteY19" fmla="*/ 22079 h 398730"/>
              <a:gd name="connsiteX20" fmla="*/ 101175 w 414602"/>
              <a:gd name="connsiteY20" fmla="*/ 19498 h 398730"/>
              <a:gd name="connsiteX0" fmla="*/ 173318 w 414602"/>
              <a:gd name="connsiteY0" fmla="*/ 4448 h 398730"/>
              <a:gd name="connsiteX1" fmla="*/ 188596 w 414602"/>
              <a:gd name="connsiteY1" fmla="*/ 2743 h 398730"/>
              <a:gd name="connsiteX2" fmla="*/ 258710 w 414602"/>
              <a:gd name="connsiteY2" fmla="*/ 60664 h 398730"/>
              <a:gd name="connsiteX3" fmla="*/ 131322 w 414602"/>
              <a:gd name="connsiteY3" fmla="*/ 20831 h 398730"/>
              <a:gd name="connsiteX4" fmla="*/ 143257 w 414602"/>
              <a:gd name="connsiteY4" fmla="*/ 13249 h 398730"/>
              <a:gd name="connsiteX0" fmla="*/ 342207 w 414602"/>
              <a:gd name="connsiteY0" fmla="*/ 648 h 398730"/>
              <a:gd name="connsiteX1" fmla="*/ 350465 w 414602"/>
              <a:gd name="connsiteY1" fmla="*/ 1676 h 398730"/>
              <a:gd name="connsiteX2" fmla="*/ 371468 w 414602"/>
              <a:gd name="connsiteY2" fmla="*/ 9754 h 398730"/>
              <a:gd name="connsiteX3" fmla="*/ 316765 w 414602"/>
              <a:gd name="connsiteY3" fmla="*/ 72332 h 398730"/>
              <a:gd name="connsiteX4" fmla="*/ 310450 w 414602"/>
              <a:gd name="connsiteY4" fmla="*/ 78638 h 398730"/>
              <a:gd name="connsiteX5" fmla="*/ 368744 w 414602"/>
              <a:gd name="connsiteY5" fmla="*/ 147074 h 398730"/>
              <a:gd name="connsiteX6" fmla="*/ 372697 w 414602"/>
              <a:gd name="connsiteY6" fmla="*/ 151018 h 398730"/>
              <a:gd name="connsiteX7" fmla="*/ 345655 w 414602"/>
              <a:gd name="connsiteY7" fmla="*/ 169382 h 398730"/>
              <a:gd name="connsiteX8" fmla="*/ 271559 w 414602"/>
              <a:gd name="connsiteY8" fmla="*/ 190699 h 398730"/>
              <a:gd name="connsiteX9" fmla="*/ 223429 w 414602"/>
              <a:gd name="connsiteY9" fmla="*/ 142636 h 398730"/>
              <a:gd name="connsiteX10" fmla="*/ 253195 w 414602"/>
              <a:gd name="connsiteY10" fmla="*/ 112918 h 398730"/>
              <a:gd name="connsiteX11" fmla="*/ 242184 w 414602"/>
              <a:gd name="connsiteY11" fmla="*/ 83162 h 398730"/>
              <a:gd name="connsiteX12" fmla="*/ 291505 w 414602"/>
              <a:gd name="connsiteY12" fmla="*/ 5515 h 39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4602" h="398730">
                <a:moveTo>
                  <a:pt x="41691" y="260697"/>
                </a:moveTo>
                <a:cubicBezTo>
                  <a:pt x="44091" y="260574"/>
                  <a:pt x="46558" y="261431"/>
                  <a:pt x="48406" y="263298"/>
                </a:cubicBezTo>
                <a:lnTo>
                  <a:pt x="81630" y="296483"/>
                </a:lnTo>
                <a:cubicBezTo>
                  <a:pt x="85097" y="299912"/>
                  <a:pt x="85097" y="305503"/>
                  <a:pt x="81630" y="308932"/>
                </a:cubicBezTo>
                <a:lnTo>
                  <a:pt x="38529" y="352022"/>
                </a:lnTo>
                <a:cubicBezTo>
                  <a:pt x="34157" y="356385"/>
                  <a:pt x="26670" y="355061"/>
                  <a:pt x="24213" y="349365"/>
                </a:cubicBezTo>
                <a:cubicBezTo>
                  <a:pt x="12097" y="321581"/>
                  <a:pt x="15783" y="288586"/>
                  <a:pt x="35290" y="263974"/>
                </a:cubicBezTo>
                <a:cubicBezTo>
                  <a:pt x="36919" y="261917"/>
                  <a:pt x="39281" y="260821"/>
                  <a:pt x="41691" y="260697"/>
                </a:cubicBezTo>
                <a:close/>
              </a:path>
              <a:path w="414602" h="398730">
                <a:moveTo>
                  <a:pt x="160011" y="205967"/>
                </a:moveTo>
                <a:lnTo>
                  <a:pt x="208161" y="254020"/>
                </a:lnTo>
                <a:lnTo>
                  <a:pt x="175975" y="286138"/>
                </a:lnTo>
                <a:cubicBezTo>
                  <a:pt x="186825" y="315828"/>
                  <a:pt x="180376" y="350489"/>
                  <a:pt x="156611" y="374196"/>
                </a:cubicBezTo>
                <a:cubicBezTo>
                  <a:pt x="131217" y="399552"/>
                  <a:pt x="93622" y="405248"/>
                  <a:pt x="62732" y="391303"/>
                </a:cubicBezTo>
                <a:cubicBezTo>
                  <a:pt x="57608" y="388979"/>
                  <a:pt x="56379" y="382255"/>
                  <a:pt x="60360" y="378273"/>
                </a:cubicBezTo>
                <a:lnTo>
                  <a:pt x="112310" y="326400"/>
                </a:lnTo>
                <a:cubicBezTo>
                  <a:pt x="118625" y="320095"/>
                  <a:pt x="118625" y="309875"/>
                  <a:pt x="112310" y="303569"/>
                </a:cubicBezTo>
                <a:lnTo>
                  <a:pt x="60332" y="251658"/>
                </a:lnTo>
                <a:cubicBezTo>
                  <a:pt x="56350" y="247715"/>
                  <a:pt x="57579" y="241047"/>
                  <a:pt x="62665" y="238723"/>
                </a:cubicBezTo>
                <a:cubicBezTo>
                  <a:pt x="83516" y="229284"/>
                  <a:pt x="107452" y="228798"/>
                  <a:pt x="128626" y="237304"/>
                </a:cubicBezTo>
                <a:close/>
              </a:path>
              <a:path w="414602" h="398730">
                <a:moveTo>
                  <a:pt x="175461" y="109965"/>
                </a:moveTo>
                <a:lnTo>
                  <a:pt x="215790" y="150237"/>
                </a:lnTo>
                <a:lnTo>
                  <a:pt x="263958" y="198328"/>
                </a:lnTo>
                <a:lnTo>
                  <a:pt x="411444" y="345612"/>
                </a:lnTo>
                <a:cubicBezTo>
                  <a:pt x="415655" y="349822"/>
                  <a:pt x="415655" y="356642"/>
                  <a:pt x="411444" y="360852"/>
                </a:cubicBezTo>
                <a:lnTo>
                  <a:pt x="378564" y="393675"/>
                </a:lnTo>
                <a:cubicBezTo>
                  <a:pt x="376459" y="395780"/>
                  <a:pt x="373706" y="396847"/>
                  <a:pt x="370925" y="396847"/>
                </a:cubicBezTo>
                <a:cubicBezTo>
                  <a:pt x="368172" y="396847"/>
                  <a:pt x="365419" y="395780"/>
                  <a:pt x="363305" y="393675"/>
                </a:cubicBezTo>
                <a:lnTo>
                  <a:pt x="215790" y="246420"/>
                </a:lnTo>
                <a:lnTo>
                  <a:pt x="167651" y="198328"/>
                </a:lnTo>
                <a:lnTo>
                  <a:pt x="127293" y="158028"/>
                </a:lnTo>
                <a:close/>
              </a:path>
              <a:path w="414602" h="398730">
                <a:moveTo>
                  <a:pt x="39862" y="109384"/>
                </a:moveTo>
                <a:lnTo>
                  <a:pt x="85973" y="155418"/>
                </a:lnTo>
                <a:lnTo>
                  <a:pt x="76162" y="165210"/>
                </a:lnTo>
                <a:lnTo>
                  <a:pt x="81154" y="170191"/>
                </a:lnTo>
                <a:cubicBezTo>
                  <a:pt x="86297" y="175364"/>
                  <a:pt x="86297" y="183707"/>
                  <a:pt x="81154" y="188879"/>
                </a:cubicBezTo>
                <a:lnTo>
                  <a:pt x="78658" y="191365"/>
                </a:lnTo>
                <a:cubicBezTo>
                  <a:pt x="73476" y="196509"/>
                  <a:pt x="65123" y="196509"/>
                  <a:pt x="59941" y="191365"/>
                </a:cubicBezTo>
                <a:lnTo>
                  <a:pt x="3886" y="135378"/>
                </a:lnTo>
                <a:cubicBezTo>
                  <a:pt x="-1295" y="130206"/>
                  <a:pt x="-1295" y="121862"/>
                  <a:pt x="3886" y="116719"/>
                </a:cubicBezTo>
                <a:lnTo>
                  <a:pt x="6382" y="114233"/>
                </a:lnTo>
                <a:cubicBezTo>
                  <a:pt x="11525" y="109060"/>
                  <a:pt x="19879" y="109060"/>
                  <a:pt x="25060" y="114233"/>
                </a:cubicBezTo>
                <a:lnTo>
                  <a:pt x="30052" y="119214"/>
                </a:lnTo>
                <a:close/>
              </a:path>
              <a:path w="414602" h="398730">
                <a:moveTo>
                  <a:pt x="398433" y="45139"/>
                </a:moveTo>
                <a:cubicBezTo>
                  <a:pt x="401157" y="45643"/>
                  <a:pt x="403643" y="47396"/>
                  <a:pt x="404891" y="50225"/>
                </a:cubicBezTo>
                <a:cubicBezTo>
                  <a:pt x="416998" y="78000"/>
                  <a:pt x="413311" y="111013"/>
                  <a:pt x="393814" y="135587"/>
                </a:cubicBezTo>
                <a:cubicBezTo>
                  <a:pt x="390537" y="139693"/>
                  <a:pt x="384384" y="140016"/>
                  <a:pt x="380698" y="136302"/>
                </a:cubicBezTo>
                <a:lnTo>
                  <a:pt x="347427" y="103126"/>
                </a:lnTo>
                <a:cubicBezTo>
                  <a:pt x="343997" y="99659"/>
                  <a:pt x="343997" y="94097"/>
                  <a:pt x="347427" y="90639"/>
                </a:cubicBezTo>
                <a:lnTo>
                  <a:pt x="390575" y="47606"/>
                </a:lnTo>
                <a:cubicBezTo>
                  <a:pt x="392756" y="45405"/>
                  <a:pt x="395709" y="44643"/>
                  <a:pt x="398433" y="45139"/>
                </a:cubicBezTo>
                <a:close/>
              </a:path>
              <a:path w="414602" h="398730">
                <a:moveTo>
                  <a:pt x="107947" y="18202"/>
                </a:moveTo>
                <a:cubicBezTo>
                  <a:pt x="111319" y="18202"/>
                  <a:pt x="114720" y="19498"/>
                  <a:pt x="117311" y="22079"/>
                </a:cubicBezTo>
                <a:lnTo>
                  <a:pt x="122226" y="26994"/>
                </a:lnTo>
                <a:lnTo>
                  <a:pt x="167965" y="72666"/>
                </a:lnTo>
                <a:lnTo>
                  <a:pt x="173366" y="78095"/>
                </a:lnTo>
                <a:cubicBezTo>
                  <a:pt x="177842" y="82524"/>
                  <a:pt x="178452" y="89382"/>
                  <a:pt x="175213" y="94459"/>
                </a:cubicBezTo>
                <a:cubicBezTo>
                  <a:pt x="174699" y="95268"/>
                  <a:pt x="174080" y="96049"/>
                  <a:pt x="173366" y="96754"/>
                </a:cubicBezTo>
                <a:lnTo>
                  <a:pt x="171623" y="98507"/>
                </a:lnTo>
                <a:lnTo>
                  <a:pt x="167803" y="102317"/>
                </a:lnTo>
                <a:lnTo>
                  <a:pt x="119635" y="150418"/>
                </a:lnTo>
                <a:lnTo>
                  <a:pt x="117311" y="152770"/>
                </a:lnTo>
                <a:cubicBezTo>
                  <a:pt x="116787" y="153256"/>
                  <a:pt x="116272" y="153713"/>
                  <a:pt x="115720" y="154104"/>
                </a:cubicBezTo>
                <a:cubicBezTo>
                  <a:pt x="114101" y="155294"/>
                  <a:pt x="112291" y="156037"/>
                  <a:pt x="110376" y="156399"/>
                </a:cubicBezTo>
                <a:cubicBezTo>
                  <a:pt x="109567" y="156561"/>
                  <a:pt x="108757" y="156618"/>
                  <a:pt x="107947" y="156618"/>
                </a:cubicBezTo>
                <a:cubicBezTo>
                  <a:pt x="104547" y="156618"/>
                  <a:pt x="101175" y="155333"/>
                  <a:pt x="98584" y="152770"/>
                </a:cubicBezTo>
                <a:lnTo>
                  <a:pt x="93603" y="147789"/>
                </a:lnTo>
                <a:lnTo>
                  <a:pt x="47482" y="101736"/>
                </a:lnTo>
                <a:lnTo>
                  <a:pt x="42520" y="96754"/>
                </a:lnTo>
                <a:cubicBezTo>
                  <a:pt x="37338" y="91582"/>
                  <a:pt x="37338" y="83238"/>
                  <a:pt x="42520" y="78095"/>
                </a:cubicBezTo>
                <a:lnTo>
                  <a:pt x="98584" y="22079"/>
                </a:lnTo>
                <a:cubicBezTo>
                  <a:pt x="101175" y="19498"/>
                  <a:pt x="104576" y="18202"/>
                  <a:pt x="107947" y="18202"/>
                </a:cubicBezTo>
                <a:close/>
              </a:path>
              <a:path w="414602" h="398730">
                <a:moveTo>
                  <a:pt x="173318" y="4448"/>
                </a:moveTo>
                <a:cubicBezTo>
                  <a:pt x="188596" y="2743"/>
                  <a:pt x="204389" y="6410"/>
                  <a:pt x="218352" y="20345"/>
                </a:cubicBezTo>
                <a:cubicBezTo>
                  <a:pt x="258710" y="60664"/>
                  <a:pt x="229363" y="31375"/>
                  <a:pt x="176861" y="66294"/>
                </a:cubicBezTo>
                <a:lnTo>
                  <a:pt x="131322" y="20831"/>
                </a:lnTo>
                <a:cubicBezTo>
                  <a:pt x="143257" y="13249"/>
                  <a:pt x="158030" y="6163"/>
                  <a:pt x="173318" y="4448"/>
                </a:cubicBezTo>
                <a:close/>
              </a:path>
              <a:path w="414602" h="398730">
                <a:moveTo>
                  <a:pt x="342207" y="648"/>
                </a:moveTo>
                <a:cubicBezTo>
                  <a:pt x="350465" y="1676"/>
                  <a:pt x="358599" y="3934"/>
                  <a:pt x="366315" y="7420"/>
                </a:cubicBezTo>
                <a:cubicBezTo>
                  <a:pt x="371468" y="9754"/>
                  <a:pt x="372697" y="16478"/>
                  <a:pt x="368715" y="20450"/>
                </a:cubicBezTo>
                <a:lnTo>
                  <a:pt x="316765" y="72332"/>
                </a:lnTo>
                <a:cubicBezTo>
                  <a:pt x="310450" y="78638"/>
                  <a:pt x="310450" y="88858"/>
                  <a:pt x="316765" y="95164"/>
                </a:cubicBezTo>
                <a:lnTo>
                  <a:pt x="368744" y="147074"/>
                </a:lnTo>
                <a:cubicBezTo>
                  <a:pt x="372697" y="151018"/>
                  <a:pt x="371496" y="157676"/>
                  <a:pt x="366381" y="160009"/>
                </a:cubicBezTo>
                <a:cubicBezTo>
                  <a:pt x="345655" y="169382"/>
                  <a:pt x="321852" y="169934"/>
                  <a:pt x="300763" y="161562"/>
                </a:cubicBezTo>
                <a:lnTo>
                  <a:pt x="271559" y="190699"/>
                </a:lnTo>
                <a:lnTo>
                  <a:pt x="223429" y="142636"/>
                </a:lnTo>
                <a:lnTo>
                  <a:pt x="253195" y="112918"/>
                </a:lnTo>
                <a:cubicBezTo>
                  <a:pt x="242184" y="83162"/>
                  <a:pt x="248623" y="48330"/>
                  <a:pt x="272464" y="24527"/>
                </a:cubicBezTo>
                <a:cubicBezTo>
                  <a:pt x="291505" y="5515"/>
                  <a:pt x="317413" y="-2448"/>
                  <a:pt x="342207" y="6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8" name="形状7"/>
          <p:cNvSpPr txBox="1"/>
          <p:nvPr/>
        </p:nvSpPr>
        <p:spPr>
          <a:xfrm>
            <a:off x="4965061" y="2715311"/>
            <a:ext cx="464328" cy="375830"/>
          </a:xfrm>
          <a:custGeom>
            <a:avLst/>
            <a:gdLst>
              <a:gd name="connsiteX0" fmla="*/ 271622 w 464328"/>
              <a:gd name="connsiteY0" fmla="*/ 191292 h 375830"/>
              <a:gd name="connsiteX1" fmla="*/ 270765 w 464328"/>
              <a:gd name="connsiteY1" fmla="*/ 191292 h 375830"/>
              <a:gd name="connsiteX2" fmla="*/ 245352 w 464328"/>
              <a:gd name="connsiteY2" fmla="*/ 221486 h 375830"/>
              <a:gd name="connsiteX3" fmla="*/ 244342 w 464328"/>
              <a:gd name="connsiteY3" fmla="*/ 222781 h 375830"/>
              <a:gd name="connsiteX4" fmla="*/ 282566 w 464328"/>
              <a:gd name="connsiteY4" fmla="*/ 258510 h 375830"/>
              <a:gd name="connsiteX5" fmla="*/ 283071 w 464328"/>
              <a:gd name="connsiteY5" fmla="*/ 258939 h 375830"/>
              <a:gd name="connsiteX6" fmla="*/ 284585 w 464328"/>
              <a:gd name="connsiteY6" fmla="*/ 259158 h 375830"/>
              <a:gd name="connsiteX7" fmla="*/ 286023 w 464328"/>
              <a:gd name="connsiteY7" fmla="*/ 258729 h 375830"/>
              <a:gd name="connsiteX8" fmla="*/ 293215 w 464328"/>
              <a:gd name="connsiteY8" fmla="*/ 213580 h 375830"/>
              <a:gd name="connsiteX9" fmla="*/ 293939 w 464328"/>
              <a:gd name="connsiteY9" fmla="*/ 208761 h 375830"/>
              <a:gd name="connsiteX10" fmla="*/ 273355 w 464328"/>
              <a:gd name="connsiteY10" fmla="*/ 191796 h 375830"/>
              <a:gd name="connsiteX11" fmla="*/ 272850 w 464328"/>
              <a:gd name="connsiteY11" fmla="*/ 191435 h 375830"/>
              <a:gd name="connsiteX0" fmla="*/ 197842 w 464328"/>
              <a:gd name="connsiteY0" fmla="*/ 191292 h 375830"/>
              <a:gd name="connsiteX1" fmla="*/ 197270 w 464328"/>
              <a:gd name="connsiteY1" fmla="*/ 191292 h 375830"/>
              <a:gd name="connsiteX2" fmla="*/ 181859 w 464328"/>
              <a:gd name="connsiteY2" fmla="*/ 201217 h 375830"/>
              <a:gd name="connsiteX3" fmla="*/ 177763 w 464328"/>
              <a:gd name="connsiteY3" fmla="*/ 203874 h 375830"/>
              <a:gd name="connsiteX4" fmla="*/ 182726 w 464328"/>
              <a:gd name="connsiteY4" fmla="*/ 257005 h 375830"/>
              <a:gd name="connsiteX5" fmla="*/ 182869 w 464328"/>
              <a:gd name="connsiteY5" fmla="*/ 257938 h 375830"/>
              <a:gd name="connsiteX6" fmla="*/ 184669 w 464328"/>
              <a:gd name="connsiteY6" fmla="*/ 259081 h 375830"/>
              <a:gd name="connsiteX7" fmla="*/ 185898 w 464328"/>
              <a:gd name="connsiteY7" fmla="*/ 259158 h 375830"/>
              <a:gd name="connsiteX8" fmla="*/ 223826 w 464328"/>
              <a:gd name="connsiteY8" fmla="*/ 225734 h 375830"/>
              <a:gd name="connsiteX9" fmla="*/ 225054 w 464328"/>
              <a:gd name="connsiteY9" fmla="*/ 224648 h 375830"/>
              <a:gd name="connsiteX10" fmla="*/ 200223 w 464328"/>
              <a:gd name="connsiteY10" fmla="*/ 192444 h 375830"/>
              <a:gd name="connsiteX11" fmla="*/ 199642 w 464328"/>
              <a:gd name="connsiteY11" fmla="*/ 191730 h 375830"/>
              <a:gd name="connsiteX0" fmla="*/ 382473 w 464328"/>
              <a:gd name="connsiteY0" fmla="*/ 50473 h 375830"/>
              <a:gd name="connsiteX1" fmla="*/ 418896 w 464328"/>
              <a:gd name="connsiteY1" fmla="*/ 50473 h 375830"/>
              <a:gd name="connsiteX2" fmla="*/ 432507 w 464328"/>
              <a:gd name="connsiteY2" fmla="*/ 99870 h 375830"/>
              <a:gd name="connsiteX3" fmla="*/ 441070 w 464328"/>
              <a:gd name="connsiteY3" fmla="*/ 101737 h 375830"/>
              <a:gd name="connsiteX4" fmla="*/ 441498 w 464328"/>
              <a:gd name="connsiteY4" fmla="*/ 131855 h 375830"/>
              <a:gd name="connsiteX5" fmla="*/ 423868 w 464328"/>
              <a:gd name="connsiteY5" fmla="*/ 152487 h 375830"/>
              <a:gd name="connsiteX6" fmla="*/ 404208 w 464328"/>
              <a:gd name="connsiteY6" fmla="*/ 172975 h 375830"/>
              <a:gd name="connsiteX7" fmla="*/ 405656 w 464328"/>
              <a:gd name="connsiteY7" fmla="*/ 188215 h 375830"/>
              <a:gd name="connsiteX8" fmla="*/ 406809 w 464328"/>
              <a:gd name="connsiteY8" fmla="*/ 193968 h 375830"/>
              <a:gd name="connsiteX9" fmla="*/ 427173 w 464328"/>
              <a:gd name="connsiteY9" fmla="*/ 201588 h 375830"/>
              <a:gd name="connsiteX10" fmla="*/ 442003 w 464328"/>
              <a:gd name="connsiteY10" fmla="*/ 204541 h 375830"/>
              <a:gd name="connsiteX11" fmla="*/ 463892 w 464328"/>
              <a:gd name="connsiteY11" fmla="*/ 268083 h 375830"/>
              <a:gd name="connsiteX12" fmla="*/ 465187 w 464328"/>
              <a:gd name="connsiteY12" fmla="*/ 274341 h 375830"/>
              <a:gd name="connsiteX13" fmla="*/ 455471 w 464328"/>
              <a:gd name="connsiteY13" fmla="*/ 290657 h 375830"/>
              <a:gd name="connsiteX14" fmla="*/ 374767 w 464328"/>
              <a:gd name="connsiteY14" fmla="*/ 293534 h 375830"/>
              <a:gd name="connsiteX15" fmla="*/ 357422 w 464328"/>
              <a:gd name="connsiteY15" fmla="*/ 236955 h 375830"/>
              <a:gd name="connsiteX16" fmla="*/ 352955 w 464328"/>
              <a:gd name="connsiteY16" fmla="*/ 222505 h 375830"/>
              <a:gd name="connsiteX17" fmla="*/ 332438 w 464328"/>
              <a:gd name="connsiteY17" fmla="*/ 203246 h 375830"/>
              <a:gd name="connsiteX18" fmla="*/ 347850 w 464328"/>
              <a:gd name="connsiteY18" fmla="*/ 199645 h 375830"/>
              <a:gd name="connsiteX19" fmla="*/ 353603 w 464328"/>
              <a:gd name="connsiteY19" fmla="*/ 198502 h 375830"/>
              <a:gd name="connsiteX20" fmla="*/ 361232 w 464328"/>
              <a:gd name="connsiteY20" fmla="*/ 179014 h 375830"/>
              <a:gd name="connsiteX21" fmla="*/ 361880 w 464328"/>
              <a:gd name="connsiteY21" fmla="*/ 176071 h 375830"/>
              <a:gd name="connsiteX22" fmla="*/ 349431 w 464328"/>
              <a:gd name="connsiteY22" fmla="*/ 163564 h 375830"/>
              <a:gd name="connsiteX23" fmla="*/ 332229 w 464328"/>
              <a:gd name="connsiteY23" fmla="*/ 138761 h 375830"/>
              <a:gd name="connsiteX24" fmla="*/ 331143 w 464328"/>
              <a:gd name="connsiteY24" fmla="*/ 125893 h 375830"/>
              <a:gd name="connsiteX25" fmla="*/ 339563 w 464328"/>
              <a:gd name="connsiteY25" fmla="*/ 99718 h 375830"/>
              <a:gd name="connsiteX26" fmla="*/ 341801 w 464328"/>
              <a:gd name="connsiteY26" fmla="*/ 63199 h 375830"/>
              <a:gd name="connsiteX0" fmla="*/ 81848 w 464328"/>
              <a:gd name="connsiteY0" fmla="*/ 50473 h 375830"/>
              <a:gd name="connsiteX1" fmla="*/ 115832 w 464328"/>
              <a:gd name="connsiteY1" fmla="*/ 50473 h 375830"/>
              <a:gd name="connsiteX2" fmla="*/ 130653 w 464328"/>
              <a:gd name="connsiteY2" fmla="*/ 99289 h 375830"/>
              <a:gd name="connsiteX3" fmla="*/ 133682 w 464328"/>
              <a:gd name="connsiteY3" fmla="*/ 116615 h 375830"/>
              <a:gd name="connsiteX4" fmla="*/ 137997 w 464328"/>
              <a:gd name="connsiteY4" fmla="*/ 134446 h 375830"/>
              <a:gd name="connsiteX5" fmla="*/ 123243 w 464328"/>
              <a:gd name="connsiteY5" fmla="*/ 152487 h 375830"/>
              <a:gd name="connsiteX6" fmla="*/ 103517 w 464328"/>
              <a:gd name="connsiteY6" fmla="*/ 172975 h 375830"/>
              <a:gd name="connsiteX7" fmla="*/ 104955 w 464328"/>
              <a:gd name="connsiteY7" fmla="*/ 188215 h 375830"/>
              <a:gd name="connsiteX8" fmla="*/ 106184 w 464328"/>
              <a:gd name="connsiteY8" fmla="*/ 193968 h 375830"/>
              <a:gd name="connsiteX9" fmla="*/ 126557 w 464328"/>
              <a:gd name="connsiteY9" fmla="*/ 201588 h 375830"/>
              <a:gd name="connsiteX10" fmla="*/ 130301 w 464328"/>
              <a:gd name="connsiteY10" fmla="*/ 202379 h 375830"/>
              <a:gd name="connsiteX11" fmla="*/ 125405 w 464328"/>
              <a:gd name="connsiteY11" fmla="*/ 212304 h 375830"/>
              <a:gd name="connsiteX12" fmla="*/ 94659 w 464328"/>
              <a:gd name="connsiteY12" fmla="*/ 293534 h 375830"/>
              <a:gd name="connsiteX13" fmla="*/ 21307 w 464328"/>
              <a:gd name="connsiteY13" fmla="*/ 293534 h 375830"/>
              <a:gd name="connsiteX14" fmla="*/ 14906 w 464328"/>
              <a:gd name="connsiteY14" fmla="*/ 293534 h 375830"/>
              <a:gd name="connsiteX15" fmla="*/ 791 w 464328"/>
              <a:gd name="connsiteY15" fmla="*/ 280808 h 375830"/>
              <a:gd name="connsiteX16" fmla="*/ 7849 w 464328"/>
              <a:gd name="connsiteY16" fmla="*/ 230773 h 375830"/>
              <a:gd name="connsiteX17" fmla="*/ 10801 w 464328"/>
              <a:gd name="connsiteY17" fmla="*/ 216038 h 375830"/>
              <a:gd name="connsiteX18" fmla="*/ 47148 w 464328"/>
              <a:gd name="connsiteY18" fmla="*/ 199645 h 375830"/>
              <a:gd name="connsiteX19" fmla="*/ 52987 w 464328"/>
              <a:gd name="connsiteY19" fmla="*/ 198502 h 375830"/>
              <a:gd name="connsiteX20" fmla="*/ 60617 w 464328"/>
              <a:gd name="connsiteY20" fmla="*/ 179014 h 375830"/>
              <a:gd name="connsiteX21" fmla="*/ 61188 w 464328"/>
              <a:gd name="connsiteY21" fmla="*/ 176071 h 375830"/>
              <a:gd name="connsiteX22" fmla="*/ 48739 w 464328"/>
              <a:gd name="connsiteY22" fmla="*/ 163564 h 375830"/>
              <a:gd name="connsiteX23" fmla="*/ 28937 w 464328"/>
              <a:gd name="connsiteY23" fmla="*/ 138256 h 375830"/>
              <a:gd name="connsiteX24" fmla="*/ 18431 w 464328"/>
              <a:gd name="connsiteY24" fmla="*/ 112091 h 375830"/>
              <a:gd name="connsiteX25" fmla="*/ 31747 w 464328"/>
              <a:gd name="connsiteY25" fmla="*/ 99870 h 375830"/>
              <a:gd name="connsiteX26" fmla="*/ 34699 w 464328"/>
              <a:gd name="connsiteY26" fmla="*/ 71466 h 375830"/>
              <a:gd name="connsiteX0" fmla="*/ 228217 w 464328"/>
              <a:gd name="connsiteY0" fmla="*/ 0 h 375830"/>
              <a:gd name="connsiteX1" fmla="*/ 241466 w 464328"/>
              <a:gd name="connsiteY1" fmla="*/ 0 h 375830"/>
              <a:gd name="connsiteX2" fmla="*/ 277746 w 464328"/>
              <a:gd name="connsiteY2" fmla="*/ 0 h 375830"/>
              <a:gd name="connsiteX3" fmla="*/ 307112 w 464328"/>
              <a:gd name="connsiteY3" fmla="*/ 72971 h 375830"/>
              <a:gd name="connsiteX4" fmla="*/ 318913 w 464328"/>
              <a:gd name="connsiteY4" fmla="*/ 75838 h 375830"/>
              <a:gd name="connsiteX5" fmla="*/ 321647 w 464328"/>
              <a:gd name="connsiteY5" fmla="*/ 108986 h 375830"/>
              <a:gd name="connsiteX6" fmla="*/ 319199 w 464328"/>
              <a:gd name="connsiteY6" fmla="*/ 114586 h 375830"/>
              <a:gd name="connsiteX7" fmla="*/ 317475 w 464328"/>
              <a:gd name="connsiteY7" fmla="*/ 117825 h 375830"/>
              <a:gd name="connsiteX8" fmla="*/ 314236 w 464328"/>
              <a:gd name="connsiteY8" fmla="*/ 121997 h 375830"/>
              <a:gd name="connsiteX9" fmla="*/ 310350 w 464328"/>
              <a:gd name="connsiteY9" fmla="*/ 126169 h 375830"/>
              <a:gd name="connsiteX10" fmla="*/ 299196 w 464328"/>
              <a:gd name="connsiteY10" fmla="*/ 135008 h 375830"/>
              <a:gd name="connsiteX11" fmla="*/ 294081 w 464328"/>
              <a:gd name="connsiteY11" fmla="*/ 144924 h 375830"/>
              <a:gd name="connsiteX12" fmla="*/ 291348 w 464328"/>
              <a:gd name="connsiteY12" fmla="*/ 149820 h 375830"/>
              <a:gd name="connsiteX13" fmla="*/ 285157 w 464328"/>
              <a:gd name="connsiteY13" fmla="*/ 158516 h 375830"/>
              <a:gd name="connsiteX14" fmla="*/ 281775 w 464328"/>
              <a:gd name="connsiteY14" fmla="*/ 162831 h 375830"/>
              <a:gd name="connsiteX15" fmla="*/ 274860 w 464328"/>
              <a:gd name="connsiteY15" fmla="*/ 170013 h 375830"/>
              <a:gd name="connsiteX16" fmla="*/ 271050 w 464328"/>
              <a:gd name="connsiteY16" fmla="*/ 173680 h 375830"/>
              <a:gd name="connsiteX17" fmla="*/ 264135 w 464328"/>
              <a:gd name="connsiteY17" fmla="*/ 181014 h 375830"/>
              <a:gd name="connsiteX18" fmla="*/ 264859 w 464328"/>
              <a:gd name="connsiteY18" fmla="*/ 180652 h 375830"/>
              <a:gd name="connsiteX19" fmla="*/ 268164 w 464328"/>
              <a:gd name="connsiteY19" fmla="*/ 179433 h 375830"/>
              <a:gd name="connsiteX20" fmla="*/ 274717 w 464328"/>
              <a:gd name="connsiteY20" fmla="*/ 178861 h 375830"/>
              <a:gd name="connsiteX21" fmla="*/ 280185 w 464328"/>
              <a:gd name="connsiteY21" fmla="*/ 181376 h 375830"/>
              <a:gd name="connsiteX22" fmla="*/ 307112 w 464328"/>
              <a:gd name="connsiteY22" fmla="*/ 199493 h 375830"/>
              <a:gd name="connsiteX23" fmla="*/ 314093 w 464328"/>
              <a:gd name="connsiteY23" fmla="*/ 213723 h 375830"/>
              <a:gd name="connsiteX24" fmla="*/ 340220 w 464328"/>
              <a:gd name="connsiteY24" fmla="*/ 231049 h 375830"/>
              <a:gd name="connsiteX25" fmla="*/ 368080 w 464328"/>
              <a:gd name="connsiteY25" fmla="*/ 324433 h 375830"/>
              <a:gd name="connsiteX26" fmla="*/ 369014 w 464328"/>
              <a:gd name="connsiteY26" fmla="*/ 327376 h 375830"/>
              <a:gd name="connsiteX27" fmla="*/ 370385 w 464328"/>
              <a:gd name="connsiteY27" fmla="*/ 342835 h 375830"/>
              <a:gd name="connsiteX28" fmla="*/ 356412 w 464328"/>
              <a:gd name="connsiteY28" fmla="*/ 367353 h 375830"/>
              <a:gd name="connsiteX29" fmla="*/ 336258 w 464328"/>
              <a:gd name="connsiteY29" fmla="*/ 375478 h 375830"/>
              <a:gd name="connsiteX30" fmla="*/ 248667 w 464328"/>
              <a:gd name="connsiteY30" fmla="*/ 375830 h 375830"/>
              <a:gd name="connsiteX31" fmla="*/ 257877 w 464328"/>
              <a:gd name="connsiteY31" fmla="*/ 317384 h 375830"/>
              <a:gd name="connsiteX32" fmla="*/ 258887 w 464328"/>
              <a:gd name="connsiteY32" fmla="*/ 310631 h 375830"/>
              <a:gd name="connsiteX33" fmla="*/ 247581 w 464328"/>
              <a:gd name="connsiteY33" fmla="*/ 275836 h 375830"/>
              <a:gd name="connsiteX34" fmla="*/ 257877 w 464328"/>
              <a:gd name="connsiteY34" fmla="*/ 265558 h 375830"/>
              <a:gd name="connsiteX35" fmla="*/ 234770 w 464328"/>
              <a:gd name="connsiteY35" fmla="*/ 242479 h 375830"/>
              <a:gd name="connsiteX36" fmla="*/ 211596 w 464328"/>
              <a:gd name="connsiteY36" fmla="*/ 265558 h 375830"/>
              <a:gd name="connsiteX37" fmla="*/ 221883 w 464328"/>
              <a:gd name="connsiteY37" fmla="*/ 275836 h 375830"/>
              <a:gd name="connsiteX38" fmla="*/ 213748 w 464328"/>
              <a:gd name="connsiteY38" fmla="*/ 297334 h 375830"/>
              <a:gd name="connsiteX39" fmla="*/ 211377 w 464328"/>
              <a:gd name="connsiteY39" fmla="*/ 303725 h 375830"/>
              <a:gd name="connsiteX40" fmla="*/ 220663 w 464328"/>
              <a:gd name="connsiteY40" fmla="*/ 375830 h 375830"/>
              <a:gd name="connsiteX41" fmla="*/ 139464 w 464328"/>
              <a:gd name="connsiteY41" fmla="*/ 375830 h 375830"/>
              <a:gd name="connsiteX42" fmla="*/ 136368 w 464328"/>
              <a:gd name="connsiteY42" fmla="*/ 375830 h 375830"/>
              <a:gd name="connsiteX43" fmla="*/ 121185 w 464328"/>
              <a:gd name="connsiteY43" fmla="*/ 372601 h 375830"/>
              <a:gd name="connsiteX44" fmla="*/ 99954 w 464328"/>
              <a:gd name="connsiteY44" fmla="*/ 349522 h 375830"/>
              <a:gd name="connsiteX45" fmla="*/ 126872 w 464328"/>
              <a:gd name="connsiteY45" fmla="*/ 241546 h 375830"/>
              <a:gd name="connsiteX46" fmla="*/ 127519 w 464328"/>
              <a:gd name="connsiteY46" fmla="*/ 239460 h 375830"/>
              <a:gd name="connsiteX47" fmla="*/ 147246 w 464328"/>
              <a:gd name="connsiteY47" fmla="*/ 216457 h 375830"/>
              <a:gd name="connsiteX48" fmla="*/ 163943 w 464328"/>
              <a:gd name="connsiteY48" fmla="*/ 213437 h 375830"/>
              <a:gd name="connsiteX49" fmla="*/ 163657 w 464328"/>
              <a:gd name="connsiteY49" fmla="*/ 208980 h 375830"/>
              <a:gd name="connsiteX50" fmla="*/ 178621 w 464328"/>
              <a:gd name="connsiteY50" fmla="*/ 188491 h 375830"/>
              <a:gd name="connsiteX51" fmla="*/ 191870 w 464328"/>
              <a:gd name="connsiteY51" fmla="*/ 179719 h 375830"/>
              <a:gd name="connsiteX52" fmla="*/ 199718 w 464328"/>
              <a:gd name="connsiteY52" fmla="*/ 178861 h 375830"/>
              <a:gd name="connsiteX53" fmla="*/ 203890 w 464328"/>
              <a:gd name="connsiteY53" fmla="*/ 180366 h 375830"/>
              <a:gd name="connsiteX54" fmla="*/ 205757 w 464328"/>
              <a:gd name="connsiteY54" fmla="*/ 179290 h 375830"/>
              <a:gd name="connsiteX55" fmla="*/ 202090 w 464328"/>
              <a:gd name="connsiteY55" fmla="*/ 176699 h 375830"/>
              <a:gd name="connsiteX56" fmla="*/ 194822 w 464328"/>
              <a:gd name="connsiteY56" fmla="*/ 170156 h 375830"/>
              <a:gd name="connsiteX57" fmla="*/ 191079 w 464328"/>
              <a:gd name="connsiteY57" fmla="*/ 166565 h 375830"/>
              <a:gd name="connsiteX58" fmla="*/ 184526 w 464328"/>
              <a:gd name="connsiteY58" fmla="*/ 158659 h 375830"/>
              <a:gd name="connsiteX59" fmla="*/ 181068 w 464328"/>
              <a:gd name="connsiteY59" fmla="*/ 154201 h 375830"/>
              <a:gd name="connsiteX60" fmla="*/ 175458 w 464328"/>
              <a:gd name="connsiteY60" fmla="*/ 145000 h 375830"/>
              <a:gd name="connsiteX61" fmla="*/ 172725 w 464328"/>
              <a:gd name="connsiteY61" fmla="*/ 140114 h 375830"/>
              <a:gd name="connsiteX62" fmla="*/ 163657 w 464328"/>
              <a:gd name="connsiteY62" fmla="*/ 128893 h 375830"/>
              <a:gd name="connsiteX63" fmla="*/ 155380 w 464328"/>
              <a:gd name="connsiteY63" fmla="*/ 122064 h 375830"/>
              <a:gd name="connsiteX64" fmla="*/ 153503 w 464328"/>
              <a:gd name="connsiteY64" fmla="*/ 120054 h 375830"/>
              <a:gd name="connsiteX65" fmla="*/ 150551 w 464328"/>
              <a:gd name="connsiteY65" fmla="*/ 115025 h 375830"/>
              <a:gd name="connsiteX66" fmla="*/ 148893 w 464328"/>
              <a:gd name="connsiteY66" fmla="*/ 111643 h 375830"/>
              <a:gd name="connsiteX67" fmla="*/ 143788 w 464328"/>
              <a:gd name="connsiteY67" fmla="*/ 90507 h 375830"/>
              <a:gd name="connsiteX68" fmla="*/ 162571 w 464328"/>
              <a:gd name="connsiteY68" fmla="*/ 65561 h 375830"/>
              <a:gd name="connsiteX69" fmla="*/ 162571 w 464328"/>
              <a:gd name="connsiteY69" fmla="*/ 29328 h 375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64328" h="375830">
                <a:moveTo>
                  <a:pt x="271622" y="191292"/>
                </a:moveTo>
                <a:cubicBezTo>
                  <a:pt x="270765" y="191292"/>
                  <a:pt x="269898" y="191730"/>
                  <a:pt x="269250" y="192444"/>
                </a:cubicBezTo>
                <a:lnTo>
                  <a:pt x="245352" y="221486"/>
                </a:lnTo>
                <a:cubicBezTo>
                  <a:pt x="244342" y="222781"/>
                  <a:pt x="244485" y="224648"/>
                  <a:pt x="245714" y="225734"/>
                </a:cubicBezTo>
                <a:lnTo>
                  <a:pt x="282566" y="258510"/>
                </a:lnTo>
                <a:cubicBezTo>
                  <a:pt x="283071" y="258939"/>
                  <a:pt x="283642" y="259158"/>
                  <a:pt x="284290" y="259158"/>
                </a:cubicBezTo>
                <a:cubicBezTo>
                  <a:pt x="284585" y="259158"/>
                  <a:pt x="284871" y="259081"/>
                  <a:pt x="285157" y="259015"/>
                </a:cubicBezTo>
                <a:cubicBezTo>
                  <a:pt x="286023" y="258729"/>
                  <a:pt x="286671" y="257938"/>
                  <a:pt x="286814" y="257005"/>
                </a:cubicBezTo>
                <a:lnTo>
                  <a:pt x="293215" y="213580"/>
                </a:lnTo>
                <a:cubicBezTo>
                  <a:pt x="293939" y="208761"/>
                  <a:pt x="291776" y="203874"/>
                  <a:pt x="287671" y="201217"/>
                </a:cubicBezTo>
                <a:lnTo>
                  <a:pt x="273355" y="191796"/>
                </a:lnTo>
                <a:cubicBezTo>
                  <a:pt x="272850" y="191435"/>
                  <a:pt x="272203" y="191292"/>
                  <a:pt x="271622" y="191292"/>
                </a:cubicBezTo>
                <a:close/>
              </a:path>
              <a:path w="464328" h="375830">
                <a:moveTo>
                  <a:pt x="197842" y="191292"/>
                </a:moveTo>
                <a:cubicBezTo>
                  <a:pt x="197270" y="191292"/>
                  <a:pt x="196689" y="191435"/>
                  <a:pt x="196184" y="191796"/>
                </a:cubicBezTo>
                <a:lnTo>
                  <a:pt x="181859" y="201217"/>
                </a:lnTo>
                <a:cubicBezTo>
                  <a:pt x="177763" y="203874"/>
                  <a:pt x="175601" y="208761"/>
                  <a:pt x="176325" y="213580"/>
                </a:cubicBezTo>
                <a:lnTo>
                  <a:pt x="182726" y="257005"/>
                </a:lnTo>
                <a:cubicBezTo>
                  <a:pt x="182869" y="257938"/>
                  <a:pt x="183516" y="258729"/>
                  <a:pt x="184383" y="259015"/>
                </a:cubicBezTo>
                <a:cubicBezTo>
                  <a:pt x="184669" y="259081"/>
                  <a:pt x="184955" y="259158"/>
                  <a:pt x="185250" y="259158"/>
                </a:cubicBezTo>
                <a:cubicBezTo>
                  <a:pt x="185898" y="259158"/>
                  <a:pt x="186469" y="258939"/>
                  <a:pt x="186974" y="258510"/>
                </a:cubicBezTo>
                <a:lnTo>
                  <a:pt x="223826" y="225734"/>
                </a:lnTo>
                <a:cubicBezTo>
                  <a:pt x="225054" y="224648"/>
                  <a:pt x="225197" y="222781"/>
                  <a:pt x="224188" y="221486"/>
                </a:cubicBezTo>
                <a:lnTo>
                  <a:pt x="200223" y="192444"/>
                </a:lnTo>
                <a:cubicBezTo>
                  <a:pt x="199642" y="191730"/>
                  <a:pt x="198775" y="191292"/>
                  <a:pt x="197842" y="191292"/>
                </a:cubicBezTo>
                <a:close/>
              </a:path>
              <a:path w="464328" h="375830">
                <a:moveTo>
                  <a:pt x="382473" y="50473"/>
                </a:moveTo>
                <a:cubicBezTo>
                  <a:pt x="418896" y="50473"/>
                  <a:pt x="429840" y="71466"/>
                  <a:pt x="432364" y="99870"/>
                </a:cubicBezTo>
                <a:cubicBezTo>
                  <a:pt x="432507" y="99870"/>
                  <a:pt x="432574" y="99870"/>
                  <a:pt x="432650" y="99870"/>
                </a:cubicBezTo>
                <a:cubicBezTo>
                  <a:pt x="441070" y="101737"/>
                  <a:pt x="445823" y="112091"/>
                  <a:pt x="443442" y="123016"/>
                </a:cubicBezTo>
                <a:cubicBezTo>
                  <a:pt x="441498" y="131855"/>
                  <a:pt x="435383" y="138256"/>
                  <a:pt x="428687" y="139475"/>
                </a:cubicBezTo>
                <a:cubicBezTo>
                  <a:pt x="423868" y="152487"/>
                  <a:pt x="415591" y="163564"/>
                  <a:pt x="406513" y="171032"/>
                </a:cubicBezTo>
                <a:cubicBezTo>
                  <a:pt x="404208" y="172975"/>
                  <a:pt x="403132" y="176071"/>
                  <a:pt x="403704" y="179014"/>
                </a:cubicBezTo>
                <a:lnTo>
                  <a:pt x="405656" y="188215"/>
                </a:lnTo>
                <a:cubicBezTo>
                  <a:pt x="406809" y="193968"/>
                  <a:pt x="411343" y="198502"/>
                  <a:pt x="417172" y="199578"/>
                </a:cubicBezTo>
                <a:lnTo>
                  <a:pt x="427173" y="201588"/>
                </a:lnTo>
                <a:cubicBezTo>
                  <a:pt x="442003" y="204541"/>
                  <a:pt x="453528" y="216038"/>
                  <a:pt x="456472" y="230773"/>
                </a:cubicBezTo>
                <a:lnTo>
                  <a:pt x="463892" y="268083"/>
                </a:lnTo>
                <a:cubicBezTo>
                  <a:pt x="465187" y="274341"/>
                  <a:pt x="463530" y="280808"/>
                  <a:pt x="459501" y="285704"/>
                </a:cubicBezTo>
                <a:cubicBezTo>
                  <a:pt x="455471" y="290657"/>
                  <a:pt x="449423" y="293534"/>
                  <a:pt x="443013" y="293534"/>
                </a:cubicBezTo>
                <a:lnTo>
                  <a:pt x="374767" y="293534"/>
                </a:lnTo>
                <a:lnTo>
                  <a:pt x="357422" y="236955"/>
                </a:lnTo>
                <a:cubicBezTo>
                  <a:pt x="352955" y="222505"/>
                  <a:pt x="342811" y="211075"/>
                  <a:pt x="329924" y="204389"/>
                </a:cubicBezTo>
                <a:cubicBezTo>
                  <a:pt x="332438" y="203246"/>
                  <a:pt x="334962" y="202160"/>
                  <a:pt x="337763" y="201588"/>
                </a:cubicBezTo>
                <a:lnTo>
                  <a:pt x="347850" y="199645"/>
                </a:lnTo>
                <a:cubicBezTo>
                  <a:pt x="353603" y="198502"/>
                  <a:pt x="358136" y="193968"/>
                  <a:pt x="359365" y="188215"/>
                </a:cubicBezTo>
                <a:lnTo>
                  <a:pt x="361232" y="179014"/>
                </a:lnTo>
                <a:cubicBezTo>
                  <a:pt x="361880" y="176071"/>
                  <a:pt x="360803" y="172975"/>
                  <a:pt x="358498" y="171108"/>
                </a:cubicBezTo>
                <a:cubicBezTo>
                  <a:pt x="349431" y="163564"/>
                  <a:pt x="341077" y="152487"/>
                  <a:pt x="336258" y="139475"/>
                </a:cubicBezTo>
                <a:cubicBezTo>
                  <a:pt x="332229" y="138761"/>
                  <a:pt x="328485" y="135951"/>
                  <a:pt x="325676" y="131998"/>
                </a:cubicBezTo>
                <a:cubicBezTo>
                  <a:pt x="331143" y="125893"/>
                  <a:pt x="335391" y="118273"/>
                  <a:pt x="337334" y="109500"/>
                </a:cubicBezTo>
                <a:cubicBezTo>
                  <a:pt x="339563" y="99718"/>
                  <a:pt x="338915" y="90231"/>
                  <a:pt x="336039" y="82106"/>
                </a:cubicBezTo>
                <a:cubicBezTo>
                  <a:pt x="341801" y="63199"/>
                  <a:pt x="354755" y="50473"/>
                  <a:pt x="382473" y="50473"/>
                </a:cubicBezTo>
                <a:close/>
              </a:path>
              <a:path w="464328" h="375830">
                <a:moveTo>
                  <a:pt x="81848" y="50473"/>
                </a:moveTo>
                <a:cubicBezTo>
                  <a:pt x="115832" y="50473"/>
                  <a:pt x="127491" y="68885"/>
                  <a:pt x="130948" y="94469"/>
                </a:cubicBezTo>
                <a:cubicBezTo>
                  <a:pt x="130653" y="99289"/>
                  <a:pt x="131015" y="104318"/>
                  <a:pt x="132101" y="109500"/>
                </a:cubicBezTo>
                <a:cubicBezTo>
                  <a:pt x="133682" y="116615"/>
                  <a:pt x="136778" y="123083"/>
                  <a:pt x="140807" y="128550"/>
                </a:cubicBezTo>
                <a:cubicBezTo>
                  <a:pt x="137997" y="134446"/>
                  <a:pt x="133244" y="138542"/>
                  <a:pt x="128062" y="139475"/>
                </a:cubicBezTo>
                <a:cubicBezTo>
                  <a:pt x="123243" y="152487"/>
                  <a:pt x="114889" y="163564"/>
                  <a:pt x="105822" y="171032"/>
                </a:cubicBezTo>
                <a:cubicBezTo>
                  <a:pt x="103517" y="172975"/>
                  <a:pt x="102440" y="176071"/>
                  <a:pt x="103012" y="179014"/>
                </a:cubicBezTo>
                <a:lnTo>
                  <a:pt x="104955" y="188215"/>
                </a:lnTo>
                <a:cubicBezTo>
                  <a:pt x="106184" y="193968"/>
                  <a:pt x="110718" y="198502"/>
                  <a:pt x="116471" y="199578"/>
                </a:cubicBezTo>
                <a:lnTo>
                  <a:pt x="126557" y="201588"/>
                </a:lnTo>
                <a:cubicBezTo>
                  <a:pt x="130301" y="202379"/>
                  <a:pt x="133892" y="203674"/>
                  <a:pt x="137140" y="205474"/>
                </a:cubicBezTo>
                <a:cubicBezTo>
                  <a:pt x="125405" y="212304"/>
                  <a:pt x="116261" y="223372"/>
                  <a:pt x="112080" y="236955"/>
                </a:cubicBezTo>
                <a:lnTo>
                  <a:pt x="94659" y="293534"/>
                </a:lnTo>
                <a:lnTo>
                  <a:pt x="21307" y="293534"/>
                </a:lnTo>
                <a:cubicBezTo>
                  <a:pt x="14906" y="293534"/>
                  <a:pt x="8858" y="290657"/>
                  <a:pt x="4820" y="285704"/>
                </a:cubicBezTo>
                <a:cubicBezTo>
                  <a:pt x="791" y="280808"/>
                  <a:pt x="-867" y="274341"/>
                  <a:pt x="429" y="268083"/>
                </a:cubicBezTo>
                <a:lnTo>
                  <a:pt x="7849" y="230773"/>
                </a:lnTo>
                <a:cubicBezTo>
                  <a:pt x="10801" y="216038"/>
                  <a:pt x="22317" y="204541"/>
                  <a:pt x="37147" y="201588"/>
                </a:cubicBezTo>
                <a:lnTo>
                  <a:pt x="47148" y="199645"/>
                </a:lnTo>
                <a:cubicBezTo>
                  <a:pt x="52987" y="198502"/>
                  <a:pt x="57521" y="193968"/>
                  <a:pt x="58673" y="188215"/>
                </a:cubicBezTo>
                <a:lnTo>
                  <a:pt x="60617" y="179014"/>
                </a:lnTo>
                <a:cubicBezTo>
                  <a:pt x="61188" y="176071"/>
                  <a:pt x="60112" y="172975"/>
                  <a:pt x="57807" y="171108"/>
                </a:cubicBezTo>
                <a:cubicBezTo>
                  <a:pt x="48739" y="163564"/>
                  <a:pt x="40462" y="152563"/>
                  <a:pt x="35633" y="139475"/>
                </a:cubicBezTo>
                <a:cubicBezTo>
                  <a:pt x="28937" y="138256"/>
                  <a:pt x="22822" y="131855"/>
                  <a:pt x="20879" y="123016"/>
                </a:cubicBezTo>
                <a:cubicBezTo>
                  <a:pt x="18431" y="112091"/>
                  <a:pt x="23250" y="101737"/>
                  <a:pt x="31680" y="99870"/>
                </a:cubicBezTo>
                <a:cubicBezTo>
                  <a:pt x="31747" y="99870"/>
                  <a:pt x="31889" y="99870"/>
                  <a:pt x="31966" y="99870"/>
                </a:cubicBezTo>
                <a:cubicBezTo>
                  <a:pt x="34699" y="71466"/>
                  <a:pt x="46005" y="50473"/>
                  <a:pt x="81848" y="50473"/>
                </a:cubicBezTo>
                <a:close/>
              </a:path>
              <a:path w="464328" h="375830">
                <a:moveTo>
                  <a:pt x="228217" y="0"/>
                </a:moveTo>
                <a:lnTo>
                  <a:pt x="241466" y="0"/>
                </a:lnTo>
                <a:cubicBezTo>
                  <a:pt x="277746" y="0"/>
                  <a:pt x="307112" y="29328"/>
                  <a:pt x="307112" y="65561"/>
                </a:cubicBezTo>
                <a:lnTo>
                  <a:pt x="307112" y="72971"/>
                </a:lnTo>
                <a:cubicBezTo>
                  <a:pt x="318913" y="75838"/>
                  <a:pt x="325685" y="90583"/>
                  <a:pt x="322228" y="106109"/>
                </a:cubicBezTo>
                <a:cubicBezTo>
                  <a:pt x="321647" y="108986"/>
                  <a:pt x="320570" y="111643"/>
                  <a:pt x="319418" y="114091"/>
                </a:cubicBezTo>
                <a:cubicBezTo>
                  <a:pt x="319199" y="114586"/>
                  <a:pt x="318989" y="115025"/>
                  <a:pt x="318770" y="115453"/>
                </a:cubicBezTo>
                <a:cubicBezTo>
                  <a:pt x="317475" y="117825"/>
                  <a:pt x="316036" y="120054"/>
                  <a:pt x="314312" y="121921"/>
                </a:cubicBezTo>
                <a:cubicBezTo>
                  <a:pt x="314236" y="121997"/>
                  <a:pt x="314093" y="122140"/>
                  <a:pt x="314017" y="122206"/>
                </a:cubicBezTo>
                <a:cubicBezTo>
                  <a:pt x="310350" y="126169"/>
                  <a:pt x="305816" y="128893"/>
                  <a:pt x="301139" y="129760"/>
                </a:cubicBezTo>
                <a:cubicBezTo>
                  <a:pt x="299196" y="135008"/>
                  <a:pt x="296815" y="140114"/>
                  <a:pt x="294158" y="144857"/>
                </a:cubicBezTo>
                <a:cubicBezTo>
                  <a:pt x="294081" y="144924"/>
                  <a:pt x="294081" y="145000"/>
                  <a:pt x="294005" y="145067"/>
                </a:cubicBezTo>
                <a:cubicBezTo>
                  <a:pt x="291348" y="149820"/>
                  <a:pt x="288471" y="154201"/>
                  <a:pt x="285300" y="158297"/>
                </a:cubicBezTo>
                <a:cubicBezTo>
                  <a:pt x="285157" y="158516"/>
                  <a:pt x="285014" y="158659"/>
                  <a:pt x="284871" y="158802"/>
                </a:cubicBezTo>
                <a:cubicBezTo>
                  <a:pt x="281775" y="162831"/>
                  <a:pt x="278461" y="166565"/>
                  <a:pt x="275003" y="169870"/>
                </a:cubicBezTo>
                <a:cubicBezTo>
                  <a:pt x="274860" y="170013"/>
                  <a:pt x="274651" y="170156"/>
                  <a:pt x="274508" y="170375"/>
                </a:cubicBezTo>
                <a:cubicBezTo>
                  <a:pt x="271050" y="173680"/>
                  <a:pt x="267450" y="176699"/>
                  <a:pt x="263783" y="179290"/>
                </a:cubicBezTo>
                <a:lnTo>
                  <a:pt x="264135" y="181014"/>
                </a:lnTo>
                <a:cubicBezTo>
                  <a:pt x="264859" y="180652"/>
                  <a:pt x="265650" y="180300"/>
                  <a:pt x="266440" y="180004"/>
                </a:cubicBezTo>
                <a:cubicBezTo>
                  <a:pt x="268164" y="179433"/>
                  <a:pt x="269822" y="178861"/>
                  <a:pt x="271698" y="178861"/>
                </a:cubicBezTo>
                <a:cubicBezTo>
                  <a:pt x="274717" y="178861"/>
                  <a:pt x="277594" y="179719"/>
                  <a:pt x="280185" y="181376"/>
                </a:cubicBezTo>
                <a:cubicBezTo>
                  <a:pt x="280185" y="181376"/>
                  <a:pt x="290986" y="188348"/>
                  <a:pt x="294510" y="190787"/>
                </a:cubicBezTo>
                <a:cubicBezTo>
                  <a:pt x="307112" y="199493"/>
                  <a:pt x="305597" y="213504"/>
                  <a:pt x="305597" y="213504"/>
                </a:cubicBezTo>
                <a:cubicBezTo>
                  <a:pt x="314093" y="213723"/>
                  <a:pt x="322370" y="216314"/>
                  <a:pt x="328628" y="221486"/>
                </a:cubicBezTo>
                <a:cubicBezTo>
                  <a:pt x="340220" y="231049"/>
                  <a:pt x="342020" y="239460"/>
                  <a:pt x="342668" y="241546"/>
                </a:cubicBezTo>
                <a:lnTo>
                  <a:pt x="368080" y="324433"/>
                </a:lnTo>
                <a:cubicBezTo>
                  <a:pt x="369014" y="327376"/>
                  <a:pt x="369585" y="330472"/>
                  <a:pt x="369804" y="333558"/>
                </a:cubicBezTo>
                <a:cubicBezTo>
                  <a:pt x="370385" y="342835"/>
                  <a:pt x="367719" y="352113"/>
                  <a:pt x="362032" y="359733"/>
                </a:cubicBezTo>
                <a:cubicBezTo>
                  <a:pt x="356412" y="367353"/>
                  <a:pt x="348354" y="372601"/>
                  <a:pt x="339287" y="374754"/>
                </a:cubicBezTo>
                <a:cubicBezTo>
                  <a:pt x="336258" y="375478"/>
                  <a:pt x="333172" y="375830"/>
                  <a:pt x="330000" y="375830"/>
                </a:cubicBezTo>
                <a:lnTo>
                  <a:pt x="248667" y="375830"/>
                </a:lnTo>
                <a:lnTo>
                  <a:pt x="257877" y="317384"/>
                </a:lnTo>
                <a:cubicBezTo>
                  <a:pt x="258887" y="310631"/>
                  <a:pt x="258163" y="303725"/>
                  <a:pt x="255715" y="297334"/>
                </a:cubicBezTo>
                <a:lnTo>
                  <a:pt x="247581" y="275836"/>
                </a:lnTo>
                <a:lnTo>
                  <a:pt x="257877" y="265558"/>
                </a:lnTo>
                <a:lnTo>
                  <a:pt x="234770" y="242479"/>
                </a:lnTo>
                <a:lnTo>
                  <a:pt x="211596" y="265558"/>
                </a:lnTo>
                <a:lnTo>
                  <a:pt x="221883" y="275836"/>
                </a:lnTo>
                <a:lnTo>
                  <a:pt x="213748" y="297334"/>
                </a:lnTo>
                <a:cubicBezTo>
                  <a:pt x="211377" y="303725"/>
                  <a:pt x="210653" y="310631"/>
                  <a:pt x="211662" y="317384"/>
                </a:cubicBezTo>
                <a:lnTo>
                  <a:pt x="220663" y="375830"/>
                </a:lnTo>
                <a:lnTo>
                  <a:pt x="139464" y="375830"/>
                </a:lnTo>
                <a:cubicBezTo>
                  <a:pt x="136368" y="375830"/>
                  <a:pt x="133206" y="375478"/>
                  <a:pt x="130253" y="374754"/>
                </a:cubicBezTo>
                <a:cubicBezTo>
                  <a:pt x="121185" y="372601"/>
                  <a:pt x="113118" y="367353"/>
                  <a:pt x="107508" y="359733"/>
                </a:cubicBezTo>
                <a:cubicBezTo>
                  <a:pt x="99954" y="349522"/>
                  <a:pt x="97716" y="336434"/>
                  <a:pt x="101393" y="324433"/>
                </a:cubicBezTo>
                <a:lnTo>
                  <a:pt x="126872" y="241546"/>
                </a:lnTo>
                <a:cubicBezTo>
                  <a:pt x="127519" y="239460"/>
                  <a:pt x="130615" y="229754"/>
                  <a:pt x="140911" y="221486"/>
                </a:cubicBezTo>
                <a:cubicBezTo>
                  <a:pt x="147246" y="216457"/>
                  <a:pt x="155446" y="213723"/>
                  <a:pt x="163943" y="213504"/>
                </a:cubicBezTo>
                <a:lnTo>
                  <a:pt x="163943" y="213437"/>
                </a:lnTo>
                <a:cubicBezTo>
                  <a:pt x="163657" y="208980"/>
                  <a:pt x="161923" y="199207"/>
                  <a:pt x="175030" y="190787"/>
                </a:cubicBezTo>
                <a:cubicBezTo>
                  <a:pt x="178621" y="188491"/>
                  <a:pt x="189346" y="181376"/>
                  <a:pt x="189346" y="181376"/>
                </a:cubicBezTo>
                <a:cubicBezTo>
                  <a:pt x="191870" y="179719"/>
                  <a:pt x="194822" y="178861"/>
                  <a:pt x="197842" y="178861"/>
                </a:cubicBezTo>
                <a:cubicBezTo>
                  <a:pt x="199718" y="178861"/>
                  <a:pt x="201366" y="179433"/>
                  <a:pt x="203100" y="180004"/>
                </a:cubicBezTo>
                <a:cubicBezTo>
                  <a:pt x="203890" y="180366"/>
                  <a:pt x="204681" y="180652"/>
                  <a:pt x="205405" y="181014"/>
                </a:cubicBezTo>
                <a:lnTo>
                  <a:pt x="205757" y="179290"/>
                </a:lnTo>
                <a:cubicBezTo>
                  <a:pt x="202090" y="176699"/>
                  <a:pt x="198490" y="173680"/>
                  <a:pt x="195032" y="170375"/>
                </a:cubicBezTo>
                <a:cubicBezTo>
                  <a:pt x="194822" y="170156"/>
                  <a:pt x="194680" y="170013"/>
                  <a:pt x="194537" y="169870"/>
                </a:cubicBezTo>
                <a:cubicBezTo>
                  <a:pt x="191079" y="166565"/>
                  <a:pt x="187764" y="162831"/>
                  <a:pt x="184602" y="158802"/>
                </a:cubicBezTo>
                <a:cubicBezTo>
                  <a:pt x="184526" y="158659"/>
                  <a:pt x="184383" y="158516"/>
                  <a:pt x="184240" y="158373"/>
                </a:cubicBezTo>
                <a:cubicBezTo>
                  <a:pt x="181068" y="154201"/>
                  <a:pt x="178125" y="149820"/>
                  <a:pt x="175534" y="145067"/>
                </a:cubicBezTo>
                <a:cubicBezTo>
                  <a:pt x="175458" y="145000"/>
                  <a:pt x="175458" y="144924"/>
                  <a:pt x="175382" y="144924"/>
                </a:cubicBezTo>
                <a:cubicBezTo>
                  <a:pt x="172725" y="140114"/>
                  <a:pt x="170343" y="135008"/>
                  <a:pt x="168400" y="129760"/>
                </a:cubicBezTo>
                <a:cubicBezTo>
                  <a:pt x="163657" y="128893"/>
                  <a:pt x="159190" y="126169"/>
                  <a:pt x="155523" y="122206"/>
                </a:cubicBezTo>
                <a:cubicBezTo>
                  <a:pt x="155380" y="122064"/>
                  <a:pt x="155304" y="121997"/>
                  <a:pt x="155227" y="121921"/>
                </a:cubicBezTo>
                <a:cubicBezTo>
                  <a:pt x="153503" y="120054"/>
                  <a:pt x="152065" y="117825"/>
                  <a:pt x="150770" y="115453"/>
                </a:cubicBezTo>
                <a:cubicBezTo>
                  <a:pt x="150551" y="115025"/>
                  <a:pt x="150341" y="114586"/>
                  <a:pt x="150122" y="114091"/>
                </a:cubicBezTo>
                <a:cubicBezTo>
                  <a:pt x="148893" y="111643"/>
                  <a:pt x="147893" y="108986"/>
                  <a:pt x="147246" y="106109"/>
                </a:cubicBezTo>
                <a:cubicBezTo>
                  <a:pt x="143788" y="90507"/>
                  <a:pt x="150627" y="75696"/>
                  <a:pt x="162571" y="72971"/>
                </a:cubicBezTo>
                <a:lnTo>
                  <a:pt x="162571" y="65561"/>
                </a:lnTo>
                <a:cubicBezTo>
                  <a:pt x="162571" y="29328"/>
                  <a:pt x="191936" y="0"/>
                  <a:pt x="22821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9" name="形状8"/>
          <p:cNvSpPr txBox="1"/>
          <p:nvPr/>
        </p:nvSpPr>
        <p:spPr>
          <a:xfrm>
            <a:off x="5892010" y="4280695"/>
            <a:ext cx="407574" cy="355792"/>
          </a:xfrm>
          <a:custGeom>
            <a:avLst/>
            <a:gdLst>
              <a:gd name="connsiteX0" fmla="*/ 284559 w 407574"/>
              <a:gd name="connsiteY0" fmla="*/ 112816 h 355792"/>
              <a:gd name="connsiteX1" fmla="*/ 270719 w 407574"/>
              <a:gd name="connsiteY1" fmla="*/ 112816 h 355792"/>
              <a:gd name="connsiteX2" fmla="*/ 259537 w 407574"/>
              <a:gd name="connsiteY2" fmla="*/ 151621 h 355792"/>
              <a:gd name="connsiteX3" fmla="*/ 298341 w 407574"/>
              <a:gd name="connsiteY3" fmla="*/ 162794 h 355792"/>
              <a:gd name="connsiteX4" fmla="*/ 309581 w 407574"/>
              <a:gd name="connsiteY4" fmla="*/ 124046 h 355792"/>
              <a:gd name="connsiteX0" fmla="*/ 192805 w 407574"/>
              <a:gd name="connsiteY0" fmla="*/ 112816 h 355792"/>
              <a:gd name="connsiteX1" fmla="*/ 178965 w 407574"/>
              <a:gd name="connsiteY1" fmla="*/ 112816 h 355792"/>
              <a:gd name="connsiteX2" fmla="*/ 167783 w 407574"/>
              <a:gd name="connsiteY2" fmla="*/ 151621 h 355792"/>
              <a:gd name="connsiteX3" fmla="*/ 206644 w 407574"/>
              <a:gd name="connsiteY3" fmla="*/ 162794 h 355792"/>
              <a:gd name="connsiteX4" fmla="*/ 217827 w 407574"/>
              <a:gd name="connsiteY4" fmla="*/ 124046 h 355792"/>
              <a:gd name="connsiteX0" fmla="*/ 68532 w 407574"/>
              <a:gd name="connsiteY0" fmla="*/ 81173 h 355792"/>
              <a:gd name="connsiteX1" fmla="*/ 67732 w 407574"/>
              <a:gd name="connsiteY1" fmla="*/ 82573 h 355792"/>
              <a:gd name="connsiteX2" fmla="*/ 56397 w 407574"/>
              <a:gd name="connsiteY2" fmla="*/ 104614 h 355792"/>
              <a:gd name="connsiteX3" fmla="*/ 51454 w 407574"/>
              <a:gd name="connsiteY3" fmla="*/ 166918 h 355792"/>
              <a:gd name="connsiteX4" fmla="*/ 75476 w 407574"/>
              <a:gd name="connsiteY4" fmla="*/ 224526 h 355792"/>
              <a:gd name="connsiteX5" fmla="*/ 139170 w 407574"/>
              <a:gd name="connsiteY5" fmla="*/ 282429 h 355792"/>
              <a:gd name="connsiteX6" fmla="*/ 236477 w 407574"/>
              <a:gd name="connsiteY6" fmla="*/ 297794 h 355792"/>
              <a:gd name="connsiteX7" fmla="*/ 222437 w 407574"/>
              <a:gd name="connsiteY7" fmla="*/ 311557 h 355792"/>
              <a:gd name="connsiteX8" fmla="*/ 149809 w 407574"/>
              <a:gd name="connsiteY8" fmla="*/ 319987 h 355792"/>
              <a:gd name="connsiteX9" fmla="*/ 107404 w 407574"/>
              <a:gd name="connsiteY9" fmla="*/ 334446 h 355792"/>
              <a:gd name="connsiteX10" fmla="*/ 54997 w 407574"/>
              <a:gd name="connsiteY10" fmla="*/ 355792 h 355792"/>
              <a:gd name="connsiteX11" fmla="*/ 52854 w 407574"/>
              <a:gd name="connsiteY11" fmla="*/ 355792 h 355792"/>
              <a:gd name="connsiteX12" fmla="*/ 49158 w 407574"/>
              <a:gd name="connsiteY12" fmla="*/ 351810 h 355792"/>
              <a:gd name="connsiteX13" fmla="*/ 50254 w 407574"/>
              <a:gd name="connsiteY13" fmla="*/ 347715 h 355792"/>
              <a:gd name="connsiteX14" fmla="*/ 21631 w 407574"/>
              <a:gd name="connsiteY14" fmla="*/ 266265 h 355792"/>
              <a:gd name="connsiteX15" fmla="*/ 0 w 407574"/>
              <a:gd name="connsiteY15" fmla="*/ 144325 h 355792"/>
              <a:gd name="connsiteX0" fmla="*/ 238658 w 407574"/>
              <a:gd name="connsiteY0" fmla="*/ 0 h 355792"/>
              <a:gd name="connsiteX1" fmla="*/ 331803 w 407574"/>
              <a:gd name="connsiteY1" fmla="*/ 0 h 355792"/>
              <a:gd name="connsiteX2" fmla="*/ 407574 w 407574"/>
              <a:gd name="connsiteY2" fmla="*/ 183740 h 355792"/>
              <a:gd name="connsiteX3" fmla="*/ 343395 w 407574"/>
              <a:gd name="connsiteY3" fmla="*/ 272076 h 355792"/>
              <a:gd name="connsiteX4" fmla="*/ 359073 w 407574"/>
              <a:gd name="connsiteY4" fmla="*/ 300499 h 355792"/>
              <a:gd name="connsiteX5" fmla="*/ 352729 w 407574"/>
              <a:gd name="connsiteY5" fmla="*/ 316063 h 355792"/>
              <a:gd name="connsiteX6" fmla="*/ 341994 w 407574"/>
              <a:gd name="connsiteY6" fmla="*/ 318654 h 355792"/>
              <a:gd name="connsiteX7" fmla="*/ 324459 w 407574"/>
              <a:gd name="connsiteY7" fmla="*/ 316768 h 355792"/>
              <a:gd name="connsiteX8" fmla="*/ 254384 w 407574"/>
              <a:gd name="connsiteY8" fmla="*/ 282449 h 355792"/>
              <a:gd name="connsiteX9" fmla="*/ 145551 w 407574"/>
              <a:gd name="connsiteY9" fmla="*/ 282896 h 355792"/>
              <a:gd name="connsiteX10" fmla="*/ 69790 w 407574"/>
              <a:gd name="connsiteY10" fmla="*/ 63447 h 35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7574" h="355792">
                <a:moveTo>
                  <a:pt x="284559" y="112816"/>
                </a:moveTo>
                <a:cubicBezTo>
                  <a:pt x="270719" y="112816"/>
                  <a:pt x="259537" y="124046"/>
                  <a:pt x="259537" y="137810"/>
                </a:cubicBezTo>
                <a:cubicBezTo>
                  <a:pt x="259537" y="151621"/>
                  <a:pt x="270719" y="162794"/>
                  <a:pt x="284559" y="162794"/>
                </a:cubicBezTo>
                <a:cubicBezTo>
                  <a:pt x="298341" y="162794"/>
                  <a:pt x="309581" y="151621"/>
                  <a:pt x="309581" y="137810"/>
                </a:cubicBezTo>
                <a:cubicBezTo>
                  <a:pt x="309581" y="124046"/>
                  <a:pt x="298389" y="112816"/>
                  <a:pt x="284559" y="112816"/>
                </a:cubicBezTo>
                <a:close/>
              </a:path>
              <a:path w="407574" h="355792">
                <a:moveTo>
                  <a:pt x="192805" y="112816"/>
                </a:moveTo>
                <a:cubicBezTo>
                  <a:pt x="178965" y="112816"/>
                  <a:pt x="167783" y="124046"/>
                  <a:pt x="167783" y="137810"/>
                </a:cubicBezTo>
                <a:cubicBezTo>
                  <a:pt x="167783" y="151621"/>
                  <a:pt x="178965" y="162794"/>
                  <a:pt x="192805" y="162794"/>
                </a:cubicBezTo>
                <a:cubicBezTo>
                  <a:pt x="206644" y="162794"/>
                  <a:pt x="217827" y="151621"/>
                  <a:pt x="217827" y="137810"/>
                </a:cubicBezTo>
                <a:cubicBezTo>
                  <a:pt x="217827" y="124046"/>
                  <a:pt x="206644" y="112816"/>
                  <a:pt x="192805" y="112816"/>
                </a:cubicBezTo>
                <a:close/>
              </a:path>
              <a:path w="407574" h="355792">
                <a:moveTo>
                  <a:pt x="68532" y="81173"/>
                </a:moveTo>
                <a:cubicBezTo>
                  <a:pt x="67732" y="82573"/>
                  <a:pt x="66942" y="84021"/>
                  <a:pt x="66189" y="85517"/>
                </a:cubicBezTo>
                <a:cubicBezTo>
                  <a:pt x="56397" y="104614"/>
                  <a:pt x="51454" y="124970"/>
                  <a:pt x="51454" y="145963"/>
                </a:cubicBezTo>
                <a:cubicBezTo>
                  <a:pt x="51454" y="166918"/>
                  <a:pt x="56397" y="187264"/>
                  <a:pt x="66189" y="206362"/>
                </a:cubicBezTo>
                <a:cubicBezTo>
                  <a:pt x="75476" y="224526"/>
                  <a:pt x="88716" y="240728"/>
                  <a:pt x="105451" y="254597"/>
                </a:cubicBezTo>
                <a:cubicBezTo>
                  <a:pt x="139170" y="282429"/>
                  <a:pt x="183680" y="297794"/>
                  <a:pt x="230781" y="297794"/>
                </a:cubicBezTo>
                <a:cubicBezTo>
                  <a:pt x="236477" y="297794"/>
                  <a:pt x="242220" y="297536"/>
                  <a:pt x="247916" y="297089"/>
                </a:cubicBezTo>
                <a:cubicBezTo>
                  <a:pt x="222437" y="311557"/>
                  <a:pt x="191671" y="319987"/>
                  <a:pt x="158505" y="319987"/>
                </a:cubicBezTo>
                <a:cubicBezTo>
                  <a:pt x="149809" y="319987"/>
                  <a:pt x="141122" y="319435"/>
                  <a:pt x="132626" y="318292"/>
                </a:cubicBezTo>
                <a:cubicBezTo>
                  <a:pt x="107404" y="334446"/>
                  <a:pt x="74085" y="353649"/>
                  <a:pt x="55197" y="355744"/>
                </a:cubicBezTo>
                <a:cubicBezTo>
                  <a:pt x="54997" y="355792"/>
                  <a:pt x="54797" y="355792"/>
                  <a:pt x="54597" y="355792"/>
                </a:cubicBezTo>
                <a:cubicBezTo>
                  <a:pt x="52854" y="355792"/>
                  <a:pt x="51206" y="354897"/>
                  <a:pt x="50254" y="353449"/>
                </a:cubicBezTo>
                <a:cubicBezTo>
                  <a:pt x="49158" y="351810"/>
                  <a:pt x="49101" y="349715"/>
                  <a:pt x="50054" y="348019"/>
                </a:cubicBezTo>
                <a:cubicBezTo>
                  <a:pt x="50254" y="347715"/>
                  <a:pt x="66437" y="318739"/>
                  <a:pt x="59445" y="291307"/>
                </a:cubicBezTo>
                <a:cubicBezTo>
                  <a:pt x="21631" y="266265"/>
                  <a:pt x="0" y="229108"/>
                  <a:pt x="0" y="188959"/>
                </a:cubicBezTo>
                <a:cubicBezTo>
                  <a:pt x="0" y="144325"/>
                  <a:pt x="27175" y="104814"/>
                  <a:pt x="68532" y="81173"/>
                </a:cubicBezTo>
                <a:close/>
              </a:path>
              <a:path w="407574" h="355792">
                <a:moveTo>
                  <a:pt x="238658" y="0"/>
                </a:moveTo>
                <a:cubicBezTo>
                  <a:pt x="331803" y="0"/>
                  <a:pt x="407574" y="63447"/>
                  <a:pt x="407574" y="141448"/>
                </a:cubicBezTo>
                <a:cubicBezTo>
                  <a:pt x="407574" y="183740"/>
                  <a:pt x="385543" y="223097"/>
                  <a:pt x="347043" y="250025"/>
                </a:cubicBezTo>
                <a:cubicBezTo>
                  <a:pt x="343395" y="272076"/>
                  <a:pt x="356025" y="295165"/>
                  <a:pt x="356177" y="295365"/>
                </a:cubicBezTo>
                <a:cubicBezTo>
                  <a:pt x="359073" y="300499"/>
                  <a:pt x="358873" y="306738"/>
                  <a:pt x="355625" y="311624"/>
                </a:cubicBezTo>
                <a:cubicBezTo>
                  <a:pt x="352729" y="316063"/>
                  <a:pt x="347833" y="318654"/>
                  <a:pt x="342547" y="318654"/>
                </a:cubicBezTo>
                <a:cubicBezTo>
                  <a:pt x="341994" y="318654"/>
                  <a:pt x="341442" y="318654"/>
                  <a:pt x="340842" y="318558"/>
                </a:cubicBezTo>
                <a:cubicBezTo>
                  <a:pt x="324459" y="316768"/>
                  <a:pt x="297941" y="304290"/>
                  <a:pt x="262080" y="281553"/>
                </a:cubicBezTo>
                <a:cubicBezTo>
                  <a:pt x="254384" y="282449"/>
                  <a:pt x="246497" y="282896"/>
                  <a:pt x="238658" y="282896"/>
                </a:cubicBezTo>
                <a:cubicBezTo>
                  <a:pt x="145551" y="282896"/>
                  <a:pt x="69790" y="219459"/>
                  <a:pt x="69790" y="141448"/>
                </a:cubicBezTo>
                <a:cubicBezTo>
                  <a:pt x="69790" y="63447"/>
                  <a:pt x="145551" y="0"/>
                  <a:pt x="238658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4288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形状9"/>
          <p:cNvSpPr txBox="1"/>
          <p:nvPr/>
        </p:nvSpPr>
        <p:spPr>
          <a:xfrm>
            <a:off x="1078865" y="2366645"/>
            <a:ext cx="3409950" cy="1004570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l">
              <a:lnSpc>
                <a:spcPts val="43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1</a:t>
            </a: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、要学会学习，树立终身学习的观念。</a:t>
            </a:r>
          </a:p>
        </p:txBody>
      </p:sp>
      <p:sp>
        <p:nvSpPr>
          <p:cNvPr id="11" name="形状10"/>
          <p:cNvSpPr txBox="1"/>
          <p:nvPr/>
        </p:nvSpPr>
        <p:spPr>
          <a:xfrm>
            <a:off x="7894704" y="2362244"/>
            <a:ext cx="4427016" cy="1465280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4800"/>
              </a:lnSpc>
            </a:pPr>
            <a:r>
              <a:rPr lang="zh-CN" altLang="en-US" sz="39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2</a:t>
            </a:r>
            <a:r>
              <a:rPr lang="zh-CN" altLang="en-US" sz="3999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、要学会分辨有用和有害的信息</a:t>
            </a:r>
          </a:p>
        </p:txBody>
      </p:sp>
      <p:sp>
        <p:nvSpPr>
          <p:cNvPr id="12" name="形状11"/>
          <p:cNvSpPr txBox="1"/>
          <p:nvPr/>
        </p:nvSpPr>
        <p:spPr>
          <a:xfrm>
            <a:off x="3212101" y="5089658"/>
            <a:ext cx="6911707" cy="1933104"/>
          </a:xfrm>
          <a:prstGeom prst="rect"/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algn="ctr">
              <a:lnSpc>
                <a:spcPts val="4300"/>
              </a:lnSpc>
            </a:pP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3</a:t>
            </a:r>
            <a:r>
              <a:rPr lang="zh-CN" altLang="en-US" sz="3600" b="0" i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</a:rPr>
              <a:t>、要积极主动地学习现代信息技术，提高信息处理能力。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1000" decel="5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1000" decel="5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decel="5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decel="5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accel="5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 decel="5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decel="5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decel="5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decel="5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decel="5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accel="5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 decel="5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decel="5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decel="5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decel="5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decel="5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accel="5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 decel="5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decel="5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decel="5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decel="5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decel="5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accel="5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 decel="5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decel="5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decel="5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decel="5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decel="5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accel="5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 decel="5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decel="5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decel="5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decel="5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decel="5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accel="5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 decel="5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decel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decel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decel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decel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accel="5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 decel="5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decel="5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decel="5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decel="500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decel="5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decel="5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accel="5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 decel="5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sp>
        <p:nvSpPr>
          <p:cNvPr id="3" name="文本1"/>
          <p:cNvSpPr txBox="1"/>
          <p:nvPr/>
        </p:nvSpPr>
        <p:spPr>
          <a:xfrm>
            <a:off x="1549910" y="1700792"/>
            <a:ext cx="9673080" cy="2136140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13800"/>
              </a:lnSpc>
            </a:pPr>
            <a:r>
              <a:rPr lang="zh-CN" altLang="en-US" sz="114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Arial"/>
                <a:ea typeface="Arial"/>
              </a:rPr>
              <a:t>THANK YOU</a:t>
            </a:r>
          </a:p>
        </p:txBody>
      </p:sp>
      <p:pic>
        <p:nvPicPr>
          <p:cNvPr id="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178" y="3106354"/>
            <a:ext cx="1549280" cy="1501815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  <p:pic>
        <p:nvPicPr>
          <p:cNvPr id="5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63810">
            <a:off x="1789070" y="3070061"/>
            <a:ext cx="1549280" cy="1501815"/>
          </a:xfrm>
          <a:prstGeom prst="rect">
            <a:avLst/>
          </a:prstGeom>
          <a:ln w="9525">
            <a:solidFill>
              <a:srgbClr val="FFFFFF">
                <a:alpha val="0"/>
              </a:srgbClr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ransition spd="slow" p14:dur="1500">
    <p:fade/>
  </p:transition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seewo_9224</dc:creator>
  <dc:title>第2课 神奇的信息技术 邓海霞</dc:title>
  <revision>1</revision>
  <dcterms:created xsi:type="dcterms:W3CDTF">2026-04-27T02:44:55.6561408Z</dcterms:created>
  <dcterms:modified xsi:type="dcterms:W3CDTF">2026-04-27T02:44:55.6561447Z</dcterms:modified>
  <lastModifiedBy>seewo_9224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5.2.4.8615</vt:lpwstr>
  </op:property>
  <op:property fmtid="{D5CDD505-2E9C-101B-9397-08002B2CF9AE}" pid="4" name="EasiNoteCoursewareInfo">
    <vt:lpwstr>f0ffbf51-1e47-495e-a369-37f6e9aef41e:1</vt:lpwstr>
  </op:property>
  <op:property fmtid="{D5CDD505-2E9C-101B-9397-08002B2CF9AE}" pid="5" name="EasiNoteDocumentName">
    <vt:lpwstr>第2课 神奇的信息技术 邓海霞</vt:lpwstr>
  </op:property>
  <op:property fmtid="{D5CDD505-2E9C-101B-9397-08002B2CF9AE}" pid="6" name="EasiNoteAuthor">
    <vt:lpwstr>sgwuouqznhttsiouqsnvlz35297969k1</vt:lpwstr>
  </op:property>
  <op:property fmtid="{D5CDD505-2E9C-101B-9397-08002B2CF9AE}" pid="7" name="EasiNoteUpstreamCoursewareInfo_0">
    <vt:lpwstr>bb1d19fe-5ab4-47ad-bde1-de24526a7057</vt:lpwstr>
  </op:property>
</op:Properties>
</file>